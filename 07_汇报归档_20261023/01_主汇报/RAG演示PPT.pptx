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6" r:id="rId3"/>
    <p:sldId id="267" r:id="rId4"/>
    <p:sldId id="256" r:id="rId5"/>
    <p:sldId id="264" r:id="rId7"/>
    <p:sldId id="265" r:id="rId8"/>
    <p:sldId id="257" r:id="rId9"/>
    <p:sldId id="260" r:id="rId10"/>
    <p:sldId id="258" r:id="rId11"/>
    <p:sldId id="259" r:id="rId12"/>
    <p:sldId id="270" r:id="rId13"/>
    <p:sldId id="26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建议讲解约30秒：先指出A07-C01在向量检索中排第4，重排序后第1。候选集合相同，最终只取前2条，因此关键申请条件进入模型上下文。证据来源：用户实际演示截图 ScreenShot_2026-10-21_201234_596.png。模型：原始Qwen3.5-9B；本例chunk 380/重叠60；不要据此宣称整体准确率提升。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30秒：左侧回答资料不足，右侧回答不可以，并引用A07-C01。基础RAG在本例拒答是证据不足时的合理行为；重点是重排使更直接的条款进入上下文。图中问题是带学生工作背景的完整提问，页上文字概括核心问题。来源：ScreenShot_2026-10-21_201227_876.png；ScreenShot_2026-10-21_201243_907.png。未勾选LoRA，使用原始9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建议讲解约30秒：先指出A07-C01在向量检索中排第4，重排序后第1。候选集合相同，最终只取前2条，因此关键申请条件进入模型上下文。证据来源：用户实际演示截图 ScreenShot_2026-10-21_201234_596.png。模型：原始Qwen3.5-9B；本例chunk 380/重叠60；不要据此宣称整体准确率提升。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讲解约40秒：控制同一问题、原始9B、Rerank路线、Top-5候选到Top-2上下文。A80/10得到65块、证据160字，B380/60得到27块、证据524字；两组入选条款均为A07和A14。本例B保留更多完整条款，并在回答中列出9项条件。截图取开头和后半段回答，属于节选，不是完整回答。黄色是网页文字差异标记，不代表准确性评分。指标来源：ScreenShot_2026-10-21_201144_091.png；回答来源：ScreenShot_2026-10-21_201157_691.png。不展示耗时，单次共享GPU记录不能用来推断普遍速度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页建议备答或补充15秒。来源：ScreenShot_2026-10-21_201210_589.png。仅裁剪、放大和拼接真实截图；保留原网页黄色差异标记，未修改原文。A07两组证据范围分别0—80与0—234，单条差154字；两条证据总量分别160与524字，总差364字。不要把单条234与方案chunk设定380混淆：380是分块上限，条款实际长度234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notesSlide" Target="../notesSlides/notesSlide1.xml"/><Relationship Id="rId24" Type="http://schemas.openxmlformats.org/officeDocument/2006/relationships/slideLayout" Target="../slideLayouts/slideLayout6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-任意多边形 1"/>
          <p:cNvSpPr>
            <a:spLocks noGrp="1"/>
          </p:cNvSpPr>
          <p:nvPr/>
        </p:nvSpPr>
        <p:spPr>
          <a:xfrm>
            <a:off x="0" y="1"/>
            <a:ext cx="23029336" cy="9450624"/>
          </a:xfrm>
          <a:custGeom>
            <a:avLst/>
            <a:gdLst/>
            <a:ahLst/>
            <a:cxnLst/>
            <a:rect l="0" t="0" r="0" b="0"/>
            <a:pathLst>
              <a:path w="23029336" h="9450624">
                <a:moveTo>
                  <a:pt x="0" y="0"/>
                </a:moveTo>
                <a:lnTo>
                  <a:pt x="23029335" y="0"/>
                </a:lnTo>
                <a:lnTo>
                  <a:pt x="23029335" y="9450623"/>
                </a:lnTo>
                <a:lnTo>
                  <a:pt x="0" y="9450623"/>
                </a:lnTo>
                <a:close/>
              </a:path>
            </a:pathLst>
          </a:custGeom>
          <a:noFill/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5" name="PA-图片 4"/>
          <p:cNvPicPr>
            <a:picLocks noChangeAspect="1"/>
          </p:cNvPicPr>
          <p:nvPr/>
        </p:nvPicPr>
        <p:blipFill rotWithShape="1">
          <a:blip r:embed="rId1"/>
          <a:srcRect t="5967" r="22120" b="20061"/>
          <a:stretch>
            <a:fillRect/>
          </a:stretch>
        </p:blipFill>
        <p:spPr>
          <a:xfrm>
            <a:off x="0" y="1"/>
            <a:ext cx="12192000" cy="496328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0" y="4968392"/>
            <a:ext cx="12192000" cy="1889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495744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2000"/>
                </a:schemeClr>
              </a:gs>
              <a:gs pos="100000">
                <a:srgbClr val="9DD3FA">
                  <a:alpha val="4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3429000"/>
            <a:ext cx="12192000" cy="1539392"/>
          </a:xfrm>
          <a:prstGeom prst="rect">
            <a:avLst/>
          </a:prstGeom>
          <a:solidFill>
            <a:srgbClr val="1E4D7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831532" y="3703498"/>
            <a:ext cx="10527665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algn="ctr">
              <a:defRPr sz="3000" b="1">
                <a:solidFill>
                  <a:srgbClr val="FFFFFF"/>
                </a:solidFill>
              </a:defRPr>
            </a:defPPr>
            <a:lvl1pPr algn="ctr">
              <a:defRPr sz="3000" b="1">
                <a:solidFill>
                  <a:srgbClr val="FFFFFF"/>
                </a:solidFill>
              </a:defRPr>
            </a:lvl1pPr>
            <a:lvl2pPr algn="ctr">
              <a:defRPr sz="3000" b="1">
                <a:solidFill>
                  <a:srgbClr val="FFFFFF"/>
                </a:solidFill>
              </a:defRPr>
            </a:lvl2pPr>
            <a:lvl3pPr algn="ctr">
              <a:defRPr sz="3000" b="1">
                <a:solidFill>
                  <a:srgbClr val="FFFFFF"/>
                </a:solidFill>
              </a:defRPr>
            </a:lvl3pPr>
            <a:lvl4pPr algn="ctr">
              <a:defRPr sz="3000" b="1">
                <a:solidFill>
                  <a:srgbClr val="FFFFFF"/>
                </a:solidFill>
              </a:defRPr>
            </a:lvl4pPr>
            <a:lvl5pPr algn="ctr">
              <a:defRPr sz="3000" b="1">
                <a:solidFill>
                  <a:srgbClr val="FFFFFF"/>
                </a:solidFill>
              </a:defRPr>
            </a:lvl5pPr>
            <a:lvl6pPr algn="ctr">
              <a:defRPr sz="3000" b="1">
                <a:solidFill>
                  <a:srgbClr val="FFFFFF"/>
                </a:solidFill>
              </a:defRPr>
            </a:lvl6pPr>
            <a:lvl7pPr algn="ctr">
              <a:defRPr sz="3000" b="1">
                <a:solidFill>
                  <a:srgbClr val="FFFFFF"/>
                </a:solidFill>
              </a:defRPr>
            </a:lvl7pPr>
            <a:lvl8pPr algn="ctr">
              <a:defRPr sz="3000" b="1">
                <a:solidFill>
                  <a:srgbClr val="FFFFFF"/>
                </a:solidFill>
              </a:defRPr>
            </a:lvl8pPr>
            <a:lvl9pPr algn="ctr">
              <a:defRPr sz="3000" b="1">
                <a:solidFill>
                  <a:srgbClr val="FFFFFF"/>
                </a:solidFill>
              </a:defRPr>
            </a:lvl9pPr>
          </a:lstStyle>
          <a:p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rPr lang="zh-CN" altLang="en-US" sz="32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《进阶</a:t>
            </a:r>
            <a:r>
              <a:rPr lang="en-US" altLang="zh-CN" sz="32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RAG：Rerank</a:t>
            </a:r>
            <a:r>
              <a:rPr lang="zh-CN" altLang="en-US" sz="32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重排序》</a:t>
            </a:r>
            <a:endParaRPr lang="zh-CN" altLang="en-US" sz="3200" b="1">
              <a:solidFill>
                <a:schemeClr val="bg1"/>
              </a:solidFill>
              <a:latin typeface="+mj-lt"/>
              <a:ea typeface="+mj-lt"/>
              <a:cs typeface="+mj-lt"/>
            </a:endParaRPr>
          </a:p>
          <a:p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  <a:latin typeface="+mj-lt"/>
                <a:ea typeface="+mj-lt"/>
                <a:cs typeface="+mj-lt"/>
              </a:rPr>
              <a:t>课程作业汇报</a:t>
            </a:r>
            <a:endParaRPr sz="3200" b="1">
              <a:solidFill>
                <a:schemeClr val="bg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1026284" y="5025257"/>
            <a:ext cx="2756716" cy="3575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sz="1725">
                <a:solidFill>
                  <a:srgbClr val="29547B"/>
                </a:solidFill>
              </a:defRPr>
            </a:defPPr>
            <a:lvl1pPr>
              <a:defRPr sz="1725">
                <a:solidFill>
                  <a:srgbClr val="29547B"/>
                </a:solidFill>
              </a:defRPr>
            </a:lvl1pPr>
            <a:lvl2pPr>
              <a:defRPr sz="1725">
                <a:solidFill>
                  <a:srgbClr val="29547B"/>
                </a:solidFill>
              </a:defRPr>
            </a:lvl2pPr>
            <a:lvl3pPr>
              <a:defRPr sz="1725">
                <a:solidFill>
                  <a:srgbClr val="29547B"/>
                </a:solidFill>
              </a:defRPr>
            </a:lvl3pPr>
            <a:lvl4pPr>
              <a:defRPr sz="1725">
                <a:solidFill>
                  <a:srgbClr val="29547B"/>
                </a:solidFill>
              </a:defRPr>
            </a:lvl4pPr>
            <a:lvl5pPr>
              <a:defRPr sz="1725">
                <a:solidFill>
                  <a:srgbClr val="29547B"/>
                </a:solidFill>
              </a:defRPr>
            </a:lvl5pPr>
            <a:lvl6pPr>
              <a:defRPr sz="1725">
                <a:solidFill>
                  <a:srgbClr val="29547B"/>
                </a:solidFill>
              </a:defRPr>
            </a:lvl6pPr>
            <a:lvl7pPr>
              <a:defRPr sz="1725">
                <a:solidFill>
                  <a:srgbClr val="29547B"/>
                </a:solidFill>
              </a:defRPr>
            </a:lvl7pPr>
            <a:lvl8pPr>
              <a:defRPr sz="1725">
                <a:solidFill>
                  <a:srgbClr val="29547B"/>
                </a:solidFill>
              </a:defRPr>
            </a:lvl8pPr>
            <a:lvl9pPr>
              <a:defRPr sz="1725">
                <a:solidFill>
                  <a:srgbClr val="29547B"/>
                </a:solidFill>
              </a:defRPr>
            </a:lvl9pPr>
          </a:lstStyle>
          <a:p>
            <a:pPr>
              <a:defRPr sz="1725">
                <a:solidFill>
                  <a:srgbClr val="29547B"/>
                </a:solidFill>
              </a:defRPr>
            </a:pPr>
            <a:r>
              <a:rPr sz="1725">
                <a:solidFill>
                  <a:srgbClr val="29547B"/>
                </a:solidFill>
              </a:rPr>
              <a:t>2026年10月2</a:t>
            </a:r>
            <a:r>
              <a:rPr lang="en-US" sz="1725">
                <a:solidFill>
                  <a:srgbClr val="29547B"/>
                </a:solidFill>
              </a:rPr>
              <a:t>2</a:t>
            </a:r>
            <a:r>
              <a:rPr sz="1725">
                <a:solidFill>
                  <a:srgbClr val="29547B"/>
                </a:solidFill>
              </a:rPr>
              <a:t>日</a:t>
            </a:r>
            <a:endParaRPr sz="2000">
              <a:solidFill>
                <a:srgbClr val="29547B"/>
              </a:solidFill>
            </a:endParaRPr>
          </a:p>
        </p:txBody>
      </p:sp>
      <p:sp>
        <p:nvSpPr>
          <p:cNvPr id="29" name="îṥḷídê"/>
          <p:cNvSpPr>
            <a:spLocks noGrp="1"/>
          </p:cNvSpPr>
          <p:nvPr/>
        </p:nvSpPr>
        <p:spPr>
          <a:xfrm>
            <a:off x="1126216" y="682322"/>
            <a:ext cx="1386495" cy="326504"/>
          </a:xfrm>
          <a:custGeom>
            <a:avLst/>
            <a:gdLst>
              <a:gd name="T0" fmla="*/ 1846 w 2033"/>
              <a:gd name="T1" fmla="*/ 379 h 478"/>
              <a:gd name="T2" fmla="*/ 1836 w 2033"/>
              <a:gd name="T3" fmla="*/ 368 h 478"/>
              <a:gd name="T4" fmla="*/ 1932 w 2033"/>
              <a:gd name="T5" fmla="*/ 256 h 478"/>
              <a:gd name="T6" fmla="*/ 1958 w 2033"/>
              <a:gd name="T7" fmla="*/ 124 h 478"/>
              <a:gd name="T8" fmla="*/ 1868 w 2033"/>
              <a:gd name="T9" fmla="*/ 215 h 478"/>
              <a:gd name="T10" fmla="*/ 1814 w 2033"/>
              <a:gd name="T11" fmla="*/ 242 h 478"/>
              <a:gd name="T12" fmla="*/ 1796 w 2033"/>
              <a:gd name="T13" fmla="*/ 130 h 478"/>
              <a:gd name="T14" fmla="*/ 1834 w 2033"/>
              <a:gd name="T15" fmla="*/ 154 h 478"/>
              <a:gd name="T16" fmla="*/ 1859 w 2033"/>
              <a:gd name="T17" fmla="*/ 124 h 478"/>
              <a:gd name="T18" fmla="*/ 1944 w 2033"/>
              <a:gd name="T19" fmla="*/ 46 h 478"/>
              <a:gd name="T20" fmla="*/ 2022 w 2033"/>
              <a:gd name="T21" fmla="*/ 84 h 478"/>
              <a:gd name="T22" fmla="*/ 1892 w 2033"/>
              <a:gd name="T23" fmla="*/ 315 h 478"/>
              <a:gd name="T24" fmla="*/ 1927 w 2033"/>
              <a:gd name="T25" fmla="*/ 338 h 478"/>
              <a:gd name="T26" fmla="*/ 2 w 2033"/>
              <a:gd name="T27" fmla="*/ 449 h 478"/>
              <a:gd name="T28" fmla="*/ 236 w 2033"/>
              <a:gd name="T29" fmla="*/ 99 h 478"/>
              <a:gd name="T30" fmla="*/ 119 w 2033"/>
              <a:gd name="T31" fmla="*/ 112 h 478"/>
              <a:gd name="T32" fmla="*/ 276 w 2033"/>
              <a:gd name="T33" fmla="*/ 88 h 478"/>
              <a:gd name="T34" fmla="*/ 237 w 2033"/>
              <a:gd name="T35" fmla="*/ 157 h 478"/>
              <a:gd name="T36" fmla="*/ 341 w 2033"/>
              <a:gd name="T37" fmla="*/ 184 h 478"/>
              <a:gd name="T38" fmla="*/ 308 w 2033"/>
              <a:gd name="T39" fmla="*/ 295 h 478"/>
              <a:gd name="T40" fmla="*/ 253 w 2033"/>
              <a:gd name="T41" fmla="*/ 338 h 478"/>
              <a:gd name="T42" fmla="*/ 133 w 2033"/>
              <a:gd name="T43" fmla="*/ 427 h 478"/>
              <a:gd name="T44" fmla="*/ 154 w 2033"/>
              <a:gd name="T45" fmla="*/ 285 h 478"/>
              <a:gd name="T46" fmla="*/ 1171 w 2033"/>
              <a:gd name="T47" fmla="*/ 371 h 478"/>
              <a:gd name="T48" fmla="*/ 1168 w 2033"/>
              <a:gd name="T49" fmla="*/ 314 h 478"/>
              <a:gd name="T50" fmla="*/ 1220 w 2033"/>
              <a:gd name="T51" fmla="*/ 245 h 478"/>
              <a:gd name="T52" fmla="*/ 1055 w 2033"/>
              <a:gd name="T53" fmla="*/ 234 h 478"/>
              <a:gd name="T54" fmla="*/ 1168 w 2033"/>
              <a:gd name="T55" fmla="*/ 165 h 478"/>
              <a:gd name="T56" fmla="*/ 1198 w 2033"/>
              <a:gd name="T57" fmla="*/ 87 h 478"/>
              <a:gd name="T58" fmla="*/ 1204 w 2033"/>
              <a:gd name="T59" fmla="*/ 161 h 478"/>
              <a:gd name="T60" fmla="*/ 1283 w 2033"/>
              <a:gd name="T61" fmla="*/ 170 h 478"/>
              <a:gd name="T62" fmla="*/ 1235 w 2033"/>
              <a:gd name="T63" fmla="*/ 256 h 478"/>
              <a:gd name="T64" fmla="*/ 1220 w 2033"/>
              <a:gd name="T65" fmla="*/ 318 h 478"/>
              <a:gd name="T66" fmla="*/ 405 w 2033"/>
              <a:gd name="T67" fmla="*/ 412 h 478"/>
              <a:gd name="T68" fmla="*/ 434 w 2033"/>
              <a:gd name="T69" fmla="*/ 422 h 478"/>
              <a:gd name="T70" fmla="*/ 574 w 2033"/>
              <a:gd name="T71" fmla="*/ 413 h 478"/>
              <a:gd name="T72" fmla="*/ 578 w 2033"/>
              <a:gd name="T73" fmla="*/ 255 h 478"/>
              <a:gd name="T74" fmla="*/ 638 w 2033"/>
              <a:gd name="T75" fmla="*/ 104 h 478"/>
              <a:gd name="T76" fmla="*/ 466 w 2033"/>
              <a:gd name="T77" fmla="*/ 159 h 478"/>
              <a:gd name="T78" fmla="*/ 535 w 2033"/>
              <a:gd name="T79" fmla="*/ 201 h 478"/>
              <a:gd name="T80" fmla="*/ 499 w 2033"/>
              <a:gd name="T81" fmla="*/ 257 h 478"/>
              <a:gd name="T82" fmla="*/ 556 w 2033"/>
              <a:gd name="T83" fmla="*/ 225 h 478"/>
              <a:gd name="T84" fmla="*/ 531 w 2033"/>
              <a:gd name="T85" fmla="*/ 386 h 478"/>
              <a:gd name="T86" fmla="*/ 1609 w 2033"/>
              <a:gd name="T87" fmla="*/ 256 h 478"/>
              <a:gd name="T88" fmla="*/ 1562 w 2033"/>
              <a:gd name="T89" fmla="*/ 107 h 478"/>
              <a:gd name="T90" fmla="*/ 1556 w 2033"/>
              <a:gd name="T91" fmla="*/ 279 h 478"/>
              <a:gd name="T92" fmla="*/ 324 w 2033"/>
              <a:gd name="T93" fmla="*/ 382 h 478"/>
              <a:gd name="T94" fmla="*/ 1283 w 2033"/>
              <a:gd name="T95" fmla="*/ 389 h 478"/>
              <a:gd name="T96" fmla="*/ 1184 w 2033"/>
              <a:gd name="T97" fmla="*/ 385 h 478"/>
              <a:gd name="T98" fmla="*/ 731 w 2033"/>
              <a:gd name="T99" fmla="*/ 348 h 478"/>
              <a:gd name="T100" fmla="*/ 913 w 2033"/>
              <a:gd name="T101" fmla="*/ 256 h 478"/>
              <a:gd name="T102" fmla="*/ 838 w 2033"/>
              <a:gd name="T103" fmla="*/ 191 h 478"/>
              <a:gd name="T104" fmla="*/ 957 w 2033"/>
              <a:gd name="T105" fmla="*/ 243 h 478"/>
              <a:gd name="T106" fmla="*/ 875 w 2033"/>
              <a:gd name="T107" fmla="*/ 347 h 478"/>
              <a:gd name="T108" fmla="*/ 229 w 2033"/>
              <a:gd name="T109" fmla="*/ 334 h 478"/>
              <a:gd name="T110" fmla="*/ 208 w 2033"/>
              <a:gd name="T111" fmla="*/ 302 h 478"/>
              <a:gd name="T112" fmla="*/ 190 w 2033"/>
              <a:gd name="T113" fmla="*/ 339 h 478"/>
              <a:gd name="T114" fmla="*/ 651 w 2033"/>
              <a:gd name="T115" fmla="*/ 339 h 478"/>
              <a:gd name="T116" fmla="*/ 149 w 2033"/>
              <a:gd name="T117" fmla="*/ 244 h 478"/>
              <a:gd name="T118" fmla="*/ 1847 w 2033"/>
              <a:gd name="T119" fmla="*/ 174 h 478"/>
              <a:gd name="T120" fmla="*/ 1907 w 2033"/>
              <a:gd name="T121" fmla="*/ 189 h 478"/>
              <a:gd name="T122" fmla="*/ 583 w 2033"/>
              <a:gd name="T123" fmla="*/ 131 h 478"/>
              <a:gd name="T124" fmla="*/ 209 w 2033"/>
              <a:gd name="T125" fmla="*/ 19 h 478"/>
            </a:gdLst>
            <a:ahLst/>
            <a:cxnLst/>
            <a:rect l="0" t="0" r="r" b="b"/>
            <a:pathLst>
              <a:path w="2033" h="478">
                <a:moveTo>
                  <a:pt x="1888" y="478"/>
                </a:moveTo>
                <a:cubicBezTo>
                  <a:pt x="1854" y="462"/>
                  <a:pt x="1854" y="462"/>
                  <a:pt x="1854" y="462"/>
                </a:cubicBezTo>
                <a:cubicBezTo>
                  <a:pt x="1854" y="462"/>
                  <a:pt x="1854" y="462"/>
                  <a:pt x="1854" y="462"/>
                </a:cubicBezTo>
                <a:cubicBezTo>
                  <a:pt x="1851" y="463"/>
                  <a:pt x="1851" y="463"/>
                  <a:pt x="1851" y="463"/>
                </a:cubicBezTo>
                <a:cubicBezTo>
                  <a:pt x="1851" y="463"/>
                  <a:pt x="1851" y="463"/>
                  <a:pt x="1851" y="463"/>
                </a:cubicBezTo>
                <a:cubicBezTo>
                  <a:pt x="1849" y="463"/>
                  <a:pt x="1849" y="463"/>
                  <a:pt x="1849" y="463"/>
                </a:cubicBezTo>
                <a:cubicBezTo>
                  <a:pt x="1849" y="463"/>
                  <a:pt x="1849" y="463"/>
                  <a:pt x="1849" y="463"/>
                </a:cubicBezTo>
                <a:cubicBezTo>
                  <a:pt x="1846" y="463"/>
                  <a:pt x="1846" y="463"/>
                  <a:pt x="1846" y="463"/>
                </a:cubicBezTo>
                <a:cubicBezTo>
                  <a:pt x="1846" y="463"/>
                  <a:pt x="1846" y="463"/>
                  <a:pt x="1846" y="463"/>
                </a:cubicBezTo>
                <a:cubicBezTo>
                  <a:pt x="1844" y="462"/>
                  <a:pt x="1844" y="462"/>
                  <a:pt x="1844" y="462"/>
                </a:cubicBezTo>
                <a:cubicBezTo>
                  <a:pt x="1844" y="462"/>
                  <a:pt x="1844" y="462"/>
                  <a:pt x="1844" y="462"/>
                </a:cubicBezTo>
                <a:cubicBezTo>
                  <a:pt x="1841" y="462"/>
                  <a:pt x="1841" y="462"/>
                  <a:pt x="1841" y="462"/>
                </a:cubicBezTo>
                <a:cubicBezTo>
                  <a:pt x="1841" y="462"/>
                  <a:pt x="1841" y="462"/>
                  <a:pt x="1841" y="462"/>
                </a:cubicBezTo>
                <a:cubicBezTo>
                  <a:pt x="1838" y="462"/>
                  <a:pt x="1838" y="462"/>
                  <a:pt x="1838" y="462"/>
                </a:cubicBezTo>
                <a:cubicBezTo>
                  <a:pt x="1838" y="462"/>
                  <a:pt x="1838" y="462"/>
                  <a:pt x="1838" y="462"/>
                </a:cubicBezTo>
                <a:cubicBezTo>
                  <a:pt x="1835" y="462"/>
                  <a:pt x="1835" y="462"/>
                  <a:pt x="1835" y="462"/>
                </a:cubicBezTo>
                <a:cubicBezTo>
                  <a:pt x="1835" y="462"/>
                  <a:pt x="1835" y="462"/>
                  <a:pt x="1835" y="462"/>
                </a:cubicBezTo>
                <a:cubicBezTo>
                  <a:pt x="1833" y="462"/>
                  <a:pt x="1833" y="462"/>
                  <a:pt x="1833" y="462"/>
                </a:cubicBezTo>
                <a:cubicBezTo>
                  <a:pt x="1833" y="462"/>
                  <a:pt x="1833" y="462"/>
                  <a:pt x="1833" y="462"/>
                </a:cubicBezTo>
                <a:cubicBezTo>
                  <a:pt x="1829" y="460"/>
                  <a:pt x="1829" y="460"/>
                  <a:pt x="1829" y="460"/>
                </a:cubicBezTo>
                <a:cubicBezTo>
                  <a:pt x="1829" y="460"/>
                  <a:pt x="1829" y="460"/>
                  <a:pt x="1829" y="460"/>
                </a:cubicBezTo>
                <a:cubicBezTo>
                  <a:pt x="1827" y="460"/>
                  <a:pt x="1827" y="460"/>
                  <a:pt x="1827" y="460"/>
                </a:cubicBezTo>
                <a:cubicBezTo>
                  <a:pt x="1827" y="460"/>
                  <a:pt x="1827" y="460"/>
                  <a:pt x="1827" y="460"/>
                </a:cubicBezTo>
                <a:cubicBezTo>
                  <a:pt x="1827" y="460"/>
                  <a:pt x="1827" y="460"/>
                  <a:pt x="1827" y="460"/>
                </a:cubicBezTo>
                <a:cubicBezTo>
                  <a:pt x="1827" y="460"/>
                  <a:pt x="1827" y="460"/>
                  <a:pt x="1827" y="460"/>
                </a:cubicBezTo>
                <a:cubicBezTo>
                  <a:pt x="1827" y="459"/>
                  <a:pt x="1827" y="459"/>
                  <a:pt x="1827" y="459"/>
                </a:cubicBezTo>
                <a:cubicBezTo>
                  <a:pt x="1827" y="459"/>
                  <a:pt x="1827" y="459"/>
                  <a:pt x="1827" y="459"/>
                </a:cubicBezTo>
                <a:cubicBezTo>
                  <a:pt x="1827" y="457"/>
                  <a:pt x="1827" y="457"/>
                  <a:pt x="1827" y="457"/>
                </a:cubicBezTo>
                <a:cubicBezTo>
                  <a:pt x="1827" y="457"/>
                  <a:pt x="1827" y="457"/>
                  <a:pt x="1827" y="457"/>
                </a:cubicBezTo>
                <a:cubicBezTo>
                  <a:pt x="1827" y="456"/>
                  <a:pt x="1827" y="456"/>
                  <a:pt x="1827" y="456"/>
                </a:cubicBezTo>
                <a:cubicBezTo>
                  <a:pt x="1827" y="456"/>
                  <a:pt x="1827" y="456"/>
                  <a:pt x="1827" y="456"/>
                </a:cubicBezTo>
                <a:cubicBezTo>
                  <a:pt x="1827" y="454"/>
                  <a:pt x="1827" y="454"/>
                  <a:pt x="1827" y="454"/>
                </a:cubicBezTo>
                <a:cubicBezTo>
                  <a:pt x="1827" y="454"/>
                  <a:pt x="1827" y="454"/>
                  <a:pt x="1827" y="454"/>
                </a:cubicBezTo>
                <a:cubicBezTo>
                  <a:pt x="1827" y="453"/>
                  <a:pt x="1827" y="453"/>
                  <a:pt x="1827" y="453"/>
                </a:cubicBezTo>
                <a:cubicBezTo>
                  <a:pt x="1827" y="453"/>
                  <a:pt x="1827" y="453"/>
                  <a:pt x="1827" y="453"/>
                </a:cubicBezTo>
                <a:cubicBezTo>
                  <a:pt x="1827" y="452"/>
                  <a:pt x="1827" y="452"/>
                  <a:pt x="1827" y="452"/>
                </a:cubicBezTo>
                <a:cubicBezTo>
                  <a:pt x="1827" y="452"/>
                  <a:pt x="1827" y="452"/>
                  <a:pt x="1827" y="452"/>
                </a:cubicBezTo>
                <a:cubicBezTo>
                  <a:pt x="1832" y="450"/>
                  <a:pt x="1832" y="450"/>
                  <a:pt x="1832" y="450"/>
                </a:cubicBezTo>
                <a:cubicBezTo>
                  <a:pt x="1832" y="450"/>
                  <a:pt x="1832" y="450"/>
                  <a:pt x="1832" y="450"/>
                </a:cubicBezTo>
                <a:cubicBezTo>
                  <a:pt x="1840" y="449"/>
                  <a:pt x="1840" y="449"/>
                  <a:pt x="1840" y="449"/>
                </a:cubicBezTo>
                <a:cubicBezTo>
                  <a:pt x="1840" y="449"/>
                  <a:pt x="1840" y="449"/>
                  <a:pt x="1840" y="449"/>
                </a:cubicBezTo>
                <a:cubicBezTo>
                  <a:pt x="1847" y="449"/>
                  <a:pt x="1847" y="449"/>
                  <a:pt x="1847" y="449"/>
                </a:cubicBezTo>
                <a:cubicBezTo>
                  <a:pt x="1847" y="449"/>
                  <a:pt x="1847" y="449"/>
                  <a:pt x="1847" y="449"/>
                </a:cubicBezTo>
                <a:cubicBezTo>
                  <a:pt x="1855" y="449"/>
                  <a:pt x="1855" y="449"/>
                  <a:pt x="1855" y="449"/>
                </a:cubicBezTo>
                <a:cubicBezTo>
                  <a:pt x="1855" y="449"/>
                  <a:pt x="1855" y="449"/>
                  <a:pt x="1855" y="449"/>
                </a:cubicBezTo>
                <a:cubicBezTo>
                  <a:pt x="1863" y="450"/>
                  <a:pt x="1863" y="450"/>
                  <a:pt x="1863" y="450"/>
                </a:cubicBezTo>
                <a:cubicBezTo>
                  <a:pt x="1863" y="450"/>
                  <a:pt x="1863" y="450"/>
                  <a:pt x="1863" y="450"/>
                </a:cubicBezTo>
                <a:cubicBezTo>
                  <a:pt x="1870" y="449"/>
                  <a:pt x="1870" y="449"/>
                  <a:pt x="1870" y="449"/>
                </a:cubicBezTo>
                <a:cubicBezTo>
                  <a:pt x="1870" y="449"/>
                  <a:pt x="1870" y="449"/>
                  <a:pt x="1870" y="449"/>
                </a:cubicBezTo>
                <a:cubicBezTo>
                  <a:pt x="1876" y="446"/>
                  <a:pt x="1876" y="446"/>
                  <a:pt x="1876" y="446"/>
                </a:cubicBezTo>
                <a:cubicBezTo>
                  <a:pt x="1876" y="446"/>
                  <a:pt x="1876" y="446"/>
                  <a:pt x="1876" y="446"/>
                </a:cubicBezTo>
                <a:cubicBezTo>
                  <a:pt x="1883" y="439"/>
                  <a:pt x="1883" y="439"/>
                  <a:pt x="1883" y="439"/>
                </a:cubicBezTo>
                <a:cubicBezTo>
                  <a:pt x="1883" y="439"/>
                  <a:pt x="1883" y="439"/>
                  <a:pt x="1883" y="439"/>
                </a:cubicBezTo>
                <a:cubicBezTo>
                  <a:pt x="1883" y="430"/>
                  <a:pt x="1883" y="430"/>
                  <a:pt x="1883" y="430"/>
                </a:cubicBezTo>
                <a:cubicBezTo>
                  <a:pt x="1883" y="430"/>
                  <a:pt x="1883" y="430"/>
                  <a:pt x="1883" y="430"/>
                </a:cubicBezTo>
                <a:cubicBezTo>
                  <a:pt x="1884" y="420"/>
                  <a:pt x="1884" y="420"/>
                  <a:pt x="1884" y="420"/>
                </a:cubicBezTo>
                <a:cubicBezTo>
                  <a:pt x="1884" y="420"/>
                  <a:pt x="1884" y="420"/>
                  <a:pt x="1884" y="420"/>
                </a:cubicBezTo>
                <a:cubicBezTo>
                  <a:pt x="1884" y="410"/>
                  <a:pt x="1884" y="410"/>
                  <a:pt x="1884" y="410"/>
                </a:cubicBezTo>
                <a:cubicBezTo>
                  <a:pt x="1884" y="410"/>
                  <a:pt x="1884" y="410"/>
                  <a:pt x="1884" y="410"/>
                </a:cubicBezTo>
                <a:cubicBezTo>
                  <a:pt x="1885" y="398"/>
                  <a:pt x="1885" y="398"/>
                  <a:pt x="1885" y="398"/>
                </a:cubicBezTo>
                <a:cubicBezTo>
                  <a:pt x="1885" y="398"/>
                  <a:pt x="1885" y="398"/>
                  <a:pt x="1885" y="398"/>
                </a:cubicBezTo>
                <a:cubicBezTo>
                  <a:pt x="1885" y="388"/>
                  <a:pt x="1885" y="388"/>
                  <a:pt x="1885" y="388"/>
                </a:cubicBezTo>
                <a:cubicBezTo>
                  <a:pt x="1885" y="388"/>
                  <a:pt x="1885" y="388"/>
                  <a:pt x="1885" y="388"/>
                </a:cubicBezTo>
                <a:cubicBezTo>
                  <a:pt x="1885" y="377"/>
                  <a:pt x="1885" y="377"/>
                  <a:pt x="1885" y="377"/>
                </a:cubicBezTo>
                <a:cubicBezTo>
                  <a:pt x="1885" y="377"/>
                  <a:pt x="1885" y="377"/>
                  <a:pt x="1885" y="377"/>
                </a:cubicBezTo>
                <a:cubicBezTo>
                  <a:pt x="1884" y="367"/>
                  <a:pt x="1884" y="367"/>
                  <a:pt x="1884" y="367"/>
                </a:cubicBezTo>
                <a:cubicBezTo>
                  <a:pt x="1884" y="367"/>
                  <a:pt x="1884" y="367"/>
                  <a:pt x="1884" y="367"/>
                </a:cubicBezTo>
                <a:cubicBezTo>
                  <a:pt x="1883" y="356"/>
                  <a:pt x="1883" y="356"/>
                  <a:pt x="1883" y="356"/>
                </a:cubicBezTo>
                <a:cubicBezTo>
                  <a:pt x="1883" y="356"/>
                  <a:pt x="1883" y="356"/>
                  <a:pt x="1883" y="356"/>
                </a:cubicBezTo>
                <a:cubicBezTo>
                  <a:pt x="1875" y="360"/>
                  <a:pt x="1875" y="360"/>
                  <a:pt x="1875" y="360"/>
                </a:cubicBezTo>
                <a:cubicBezTo>
                  <a:pt x="1875" y="360"/>
                  <a:pt x="1875" y="360"/>
                  <a:pt x="1875" y="360"/>
                </a:cubicBezTo>
                <a:cubicBezTo>
                  <a:pt x="1868" y="364"/>
                  <a:pt x="1868" y="364"/>
                  <a:pt x="1868" y="364"/>
                </a:cubicBezTo>
                <a:cubicBezTo>
                  <a:pt x="1868" y="364"/>
                  <a:pt x="1868" y="364"/>
                  <a:pt x="1868" y="364"/>
                </a:cubicBezTo>
                <a:cubicBezTo>
                  <a:pt x="1860" y="368"/>
                  <a:pt x="1860" y="368"/>
                  <a:pt x="1860" y="368"/>
                </a:cubicBezTo>
                <a:cubicBezTo>
                  <a:pt x="1860" y="368"/>
                  <a:pt x="1860" y="368"/>
                  <a:pt x="1860" y="368"/>
                </a:cubicBezTo>
                <a:cubicBezTo>
                  <a:pt x="1854" y="373"/>
                  <a:pt x="1854" y="373"/>
                  <a:pt x="1854" y="373"/>
                </a:cubicBezTo>
                <a:cubicBezTo>
                  <a:pt x="1854" y="373"/>
                  <a:pt x="1854" y="373"/>
                  <a:pt x="1854" y="373"/>
                </a:cubicBezTo>
                <a:cubicBezTo>
                  <a:pt x="1846" y="379"/>
                  <a:pt x="1846" y="379"/>
                  <a:pt x="1846" y="379"/>
                </a:cubicBezTo>
                <a:cubicBezTo>
                  <a:pt x="1846" y="379"/>
                  <a:pt x="1846" y="379"/>
                  <a:pt x="1846" y="379"/>
                </a:cubicBezTo>
                <a:cubicBezTo>
                  <a:pt x="1838" y="383"/>
                  <a:pt x="1838" y="383"/>
                  <a:pt x="1838" y="383"/>
                </a:cubicBezTo>
                <a:cubicBezTo>
                  <a:pt x="1838" y="383"/>
                  <a:pt x="1838" y="383"/>
                  <a:pt x="1838" y="383"/>
                </a:cubicBezTo>
                <a:cubicBezTo>
                  <a:pt x="1830" y="389"/>
                  <a:pt x="1830" y="389"/>
                  <a:pt x="1830" y="389"/>
                </a:cubicBezTo>
                <a:cubicBezTo>
                  <a:pt x="1830" y="389"/>
                  <a:pt x="1830" y="389"/>
                  <a:pt x="1830" y="389"/>
                </a:cubicBezTo>
                <a:cubicBezTo>
                  <a:pt x="1823" y="392"/>
                  <a:pt x="1823" y="392"/>
                  <a:pt x="1823" y="392"/>
                </a:cubicBezTo>
                <a:cubicBezTo>
                  <a:pt x="1823" y="392"/>
                  <a:pt x="1823" y="392"/>
                  <a:pt x="1823" y="392"/>
                </a:cubicBezTo>
                <a:cubicBezTo>
                  <a:pt x="1817" y="396"/>
                  <a:pt x="1817" y="396"/>
                  <a:pt x="1817" y="396"/>
                </a:cubicBezTo>
                <a:cubicBezTo>
                  <a:pt x="1817" y="396"/>
                  <a:pt x="1817" y="396"/>
                  <a:pt x="1817" y="396"/>
                </a:cubicBezTo>
                <a:cubicBezTo>
                  <a:pt x="1812" y="398"/>
                  <a:pt x="1812" y="398"/>
                  <a:pt x="1812" y="398"/>
                </a:cubicBezTo>
                <a:cubicBezTo>
                  <a:pt x="1812" y="398"/>
                  <a:pt x="1812" y="398"/>
                  <a:pt x="1812" y="398"/>
                </a:cubicBezTo>
                <a:cubicBezTo>
                  <a:pt x="1807" y="401"/>
                  <a:pt x="1807" y="401"/>
                  <a:pt x="1807" y="401"/>
                </a:cubicBezTo>
                <a:cubicBezTo>
                  <a:pt x="1807" y="401"/>
                  <a:pt x="1807" y="401"/>
                  <a:pt x="1807" y="401"/>
                </a:cubicBezTo>
                <a:cubicBezTo>
                  <a:pt x="1803" y="403"/>
                  <a:pt x="1803" y="403"/>
                  <a:pt x="1803" y="403"/>
                </a:cubicBezTo>
                <a:cubicBezTo>
                  <a:pt x="1803" y="403"/>
                  <a:pt x="1803" y="403"/>
                  <a:pt x="1803" y="403"/>
                </a:cubicBezTo>
                <a:cubicBezTo>
                  <a:pt x="1798" y="406"/>
                  <a:pt x="1798" y="406"/>
                  <a:pt x="1798" y="406"/>
                </a:cubicBezTo>
                <a:cubicBezTo>
                  <a:pt x="1798" y="406"/>
                  <a:pt x="1798" y="406"/>
                  <a:pt x="1798" y="406"/>
                </a:cubicBezTo>
                <a:cubicBezTo>
                  <a:pt x="1792" y="407"/>
                  <a:pt x="1792" y="407"/>
                  <a:pt x="1792" y="407"/>
                </a:cubicBezTo>
                <a:cubicBezTo>
                  <a:pt x="1792" y="407"/>
                  <a:pt x="1792" y="407"/>
                  <a:pt x="1792" y="407"/>
                </a:cubicBezTo>
                <a:cubicBezTo>
                  <a:pt x="1786" y="407"/>
                  <a:pt x="1786" y="407"/>
                  <a:pt x="1786" y="407"/>
                </a:cubicBezTo>
                <a:cubicBezTo>
                  <a:pt x="1786" y="407"/>
                  <a:pt x="1786" y="407"/>
                  <a:pt x="1786" y="407"/>
                </a:cubicBezTo>
                <a:cubicBezTo>
                  <a:pt x="1781" y="405"/>
                  <a:pt x="1781" y="405"/>
                  <a:pt x="1781" y="405"/>
                </a:cubicBezTo>
                <a:cubicBezTo>
                  <a:pt x="1781" y="405"/>
                  <a:pt x="1781" y="405"/>
                  <a:pt x="1781" y="405"/>
                </a:cubicBezTo>
                <a:cubicBezTo>
                  <a:pt x="1777" y="406"/>
                  <a:pt x="1777" y="406"/>
                  <a:pt x="1777" y="406"/>
                </a:cubicBezTo>
                <a:cubicBezTo>
                  <a:pt x="1777" y="406"/>
                  <a:pt x="1777" y="406"/>
                  <a:pt x="1777" y="406"/>
                </a:cubicBezTo>
                <a:cubicBezTo>
                  <a:pt x="1774" y="406"/>
                  <a:pt x="1774" y="406"/>
                  <a:pt x="1774" y="406"/>
                </a:cubicBezTo>
                <a:cubicBezTo>
                  <a:pt x="1774" y="406"/>
                  <a:pt x="1774" y="406"/>
                  <a:pt x="1774" y="406"/>
                </a:cubicBezTo>
                <a:cubicBezTo>
                  <a:pt x="1772" y="406"/>
                  <a:pt x="1772" y="406"/>
                  <a:pt x="1772" y="406"/>
                </a:cubicBezTo>
                <a:cubicBezTo>
                  <a:pt x="1772" y="406"/>
                  <a:pt x="1772" y="406"/>
                  <a:pt x="1772" y="406"/>
                </a:cubicBezTo>
                <a:cubicBezTo>
                  <a:pt x="1770" y="405"/>
                  <a:pt x="1770" y="405"/>
                  <a:pt x="1770" y="405"/>
                </a:cubicBezTo>
                <a:cubicBezTo>
                  <a:pt x="1770" y="405"/>
                  <a:pt x="1770" y="405"/>
                  <a:pt x="1770" y="405"/>
                </a:cubicBezTo>
                <a:cubicBezTo>
                  <a:pt x="1767" y="405"/>
                  <a:pt x="1767" y="405"/>
                  <a:pt x="1767" y="405"/>
                </a:cubicBezTo>
                <a:cubicBezTo>
                  <a:pt x="1767" y="405"/>
                  <a:pt x="1767" y="405"/>
                  <a:pt x="1767" y="405"/>
                </a:cubicBezTo>
                <a:cubicBezTo>
                  <a:pt x="1765" y="403"/>
                  <a:pt x="1765" y="403"/>
                  <a:pt x="1765" y="403"/>
                </a:cubicBezTo>
                <a:cubicBezTo>
                  <a:pt x="1765" y="403"/>
                  <a:pt x="1765" y="403"/>
                  <a:pt x="1765" y="403"/>
                </a:cubicBezTo>
                <a:cubicBezTo>
                  <a:pt x="1763" y="402"/>
                  <a:pt x="1763" y="402"/>
                  <a:pt x="1763" y="402"/>
                </a:cubicBezTo>
                <a:cubicBezTo>
                  <a:pt x="1763" y="402"/>
                  <a:pt x="1763" y="402"/>
                  <a:pt x="1763" y="402"/>
                </a:cubicBezTo>
                <a:cubicBezTo>
                  <a:pt x="1761" y="399"/>
                  <a:pt x="1761" y="399"/>
                  <a:pt x="1761" y="399"/>
                </a:cubicBezTo>
                <a:cubicBezTo>
                  <a:pt x="1761" y="399"/>
                  <a:pt x="1761" y="399"/>
                  <a:pt x="1761" y="399"/>
                </a:cubicBezTo>
                <a:cubicBezTo>
                  <a:pt x="1760" y="396"/>
                  <a:pt x="1760" y="396"/>
                  <a:pt x="1760" y="396"/>
                </a:cubicBezTo>
                <a:cubicBezTo>
                  <a:pt x="1760" y="396"/>
                  <a:pt x="1760" y="396"/>
                  <a:pt x="1760" y="396"/>
                </a:cubicBezTo>
                <a:cubicBezTo>
                  <a:pt x="1763" y="394"/>
                  <a:pt x="1763" y="394"/>
                  <a:pt x="1763" y="394"/>
                </a:cubicBezTo>
                <a:cubicBezTo>
                  <a:pt x="1763" y="394"/>
                  <a:pt x="1763" y="394"/>
                  <a:pt x="1763" y="394"/>
                </a:cubicBezTo>
                <a:cubicBezTo>
                  <a:pt x="1815" y="376"/>
                  <a:pt x="1815" y="376"/>
                  <a:pt x="1815" y="376"/>
                </a:cubicBezTo>
                <a:cubicBezTo>
                  <a:pt x="1815" y="376"/>
                  <a:pt x="1815" y="376"/>
                  <a:pt x="1815" y="376"/>
                </a:cubicBezTo>
                <a:cubicBezTo>
                  <a:pt x="1815" y="377"/>
                  <a:pt x="1815" y="377"/>
                  <a:pt x="1815" y="377"/>
                </a:cubicBezTo>
                <a:cubicBezTo>
                  <a:pt x="1815" y="377"/>
                  <a:pt x="1815" y="377"/>
                  <a:pt x="1815" y="377"/>
                </a:cubicBezTo>
                <a:cubicBezTo>
                  <a:pt x="1816" y="377"/>
                  <a:pt x="1816" y="377"/>
                  <a:pt x="1816" y="377"/>
                </a:cubicBezTo>
                <a:cubicBezTo>
                  <a:pt x="1816" y="377"/>
                  <a:pt x="1816" y="377"/>
                  <a:pt x="1816" y="377"/>
                </a:cubicBezTo>
                <a:cubicBezTo>
                  <a:pt x="1817" y="377"/>
                  <a:pt x="1817" y="377"/>
                  <a:pt x="1817" y="377"/>
                </a:cubicBezTo>
                <a:cubicBezTo>
                  <a:pt x="1817" y="377"/>
                  <a:pt x="1817" y="377"/>
                  <a:pt x="1817" y="377"/>
                </a:cubicBezTo>
                <a:cubicBezTo>
                  <a:pt x="1818" y="377"/>
                  <a:pt x="1818" y="377"/>
                  <a:pt x="1818" y="377"/>
                </a:cubicBezTo>
                <a:cubicBezTo>
                  <a:pt x="1818" y="377"/>
                  <a:pt x="1818" y="377"/>
                  <a:pt x="1818" y="377"/>
                </a:cubicBezTo>
                <a:cubicBezTo>
                  <a:pt x="1819" y="377"/>
                  <a:pt x="1819" y="377"/>
                  <a:pt x="1819" y="377"/>
                </a:cubicBezTo>
                <a:cubicBezTo>
                  <a:pt x="1819" y="377"/>
                  <a:pt x="1819" y="377"/>
                  <a:pt x="1819" y="377"/>
                </a:cubicBezTo>
                <a:cubicBezTo>
                  <a:pt x="1821" y="376"/>
                  <a:pt x="1821" y="376"/>
                  <a:pt x="1821" y="376"/>
                </a:cubicBezTo>
                <a:cubicBezTo>
                  <a:pt x="1821" y="376"/>
                  <a:pt x="1821" y="376"/>
                  <a:pt x="1821" y="376"/>
                </a:cubicBezTo>
                <a:cubicBezTo>
                  <a:pt x="1822" y="375"/>
                  <a:pt x="1822" y="375"/>
                  <a:pt x="1822" y="375"/>
                </a:cubicBezTo>
                <a:cubicBezTo>
                  <a:pt x="1822" y="375"/>
                  <a:pt x="1822" y="375"/>
                  <a:pt x="1822" y="375"/>
                </a:cubicBezTo>
                <a:cubicBezTo>
                  <a:pt x="1824" y="374"/>
                  <a:pt x="1824" y="374"/>
                  <a:pt x="1824" y="374"/>
                </a:cubicBezTo>
                <a:cubicBezTo>
                  <a:pt x="1824" y="374"/>
                  <a:pt x="1824" y="374"/>
                  <a:pt x="1824" y="374"/>
                </a:cubicBezTo>
                <a:cubicBezTo>
                  <a:pt x="1824" y="374"/>
                  <a:pt x="1824" y="374"/>
                  <a:pt x="1824" y="374"/>
                </a:cubicBezTo>
                <a:cubicBezTo>
                  <a:pt x="1824" y="374"/>
                  <a:pt x="1824" y="374"/>
                  <a:pt x="1824" y="374"/>
                </a:cubicBezTo>
                <a:cubicBezTo>
                  <a:pt x="1825" y="373"/>
                  <a:pt x="1825" y="373"/>
                  <a:pt x="1825" y="373"/>
                </a:cubicBezTo>
                <a:cubicBezTo>
                  <a:pt x="1825" y="373"/>
                  <a:pt x="1825" y="373"/>
                  <a:pt x="1825" y="373"/>
                </a:cubicBezTo>
                <a:cubicBezTo>
                  <a:pt x="1826" y="373"/>
                  <a:pt x="1826" y="373"/>
                  <a:pt x="1826" y="373"/>
                </a:cubicBezTo>
                <a:cubicBezTo>
                  <a:pt x="1826" y="373"/>
                  <a:pt x="1826" y="373"/>
                  <a:pt x="1826" y="373"/>
                </a:cubicBezTo>
                <a:cubicBezTo>
                  <a:pt x="1828" y="372"/>
                  <a:pt x="1828" y="372"/>
                  <a:pt x="1828" y="372"/>
                </a:cubicBezTo>
                <a:cubicBezTo>
                  <a:pt x="1828" y="372"/>
                  <a:pt x="1828" y="372"/>
                  <a:pt x="1828" y="372"/>
                </a:cubicBezTo>
                <a:cubicBezTo>
                  <a:pt x="1829" y="372"/>
                  <a:pt x="1829" y="372"/>
                  <a:pt x="1829" y="372"/>
                </a:cubicBezTo>
                <a:cubicBezTo>
                  <a:pt x="1829" y="372"/>
                  <a:pt x="1829" y="372"/>
                  <a:pt x="1829" y="372"/>
                </a:cubicBezTo>
                <a:cubicBezTo>
                  <a:pt x="1831" y="371"/>
                  <a:pt x="1831" y="371"/>
                  <a:pt x="1831" y="371"/>
                </a:cubicBezTo>
                <a:cubicBezTo>
                  <a:pt x="1831" y="371"/>
                  <a:pt x="1831" y="371"/>
                  <a:pt x="1831" y="371"/>
                </a:cubicBezTo>
                <a:cubicBezTo>
                  <a:pt x="1833" y="371"/>
                  <a:pt x="1833" y="371"/>
                  <a:pt x="1833" y="371"/>
                </a:cubicBezTo>
                <a:cubicBezTo>
                  <a:pt x="1833" y="371"/>
                  <a:pt x="1833" y="371"/>
                  <a:pt x="1833" y="371"/>
                </a:cubicBezTo>
                <a:cubicBezTo>
                  <a:pt x="1835" y="369"/>
                  <a:pt x="1835" y="369"/>
                  <a:pt x="1835" y="369"/>
                </a:cubicBezTo>
                <a:cubicBezTo>
                  <a:pt x="1835" y="369"/>
                  <a:pt x="1835" y="369"/>
                  <a:pt x="1835" y="369"/>
                </a:cubicBezTo>
                <a:cubicBezTo>
                  <a:pt x="1836" y="368"/>
                  <a:pt x="1836" y="368"/>
                  <a:pt x="1836" y="368"/>
                </a:cubicBezTo>
                <a:cubicBezTo>
                  <a:pt x="1836" y="368"/>
                  <a:pt x="1836" y="368"/>
                  <a:pt x="1836" y="368"/>
                </a:cubicBezTo>
                <a:cubicBezTo>
                  <a:pt x="1840" y="367"/>
                  <a:pt x="1840" y="367"/>
                  <a:pt x="1840" y="367"/>
                </a:cubicBezTo>
                <a:cubicBezTo>
                  <a:pt x="1840" y="367"/>
                  <a:pt x="1840" y="367"/>
                  <a:pt x="1840" y="367"/>
                </a:cubicBezTo>
                <a:cubicBezTo>
                  <a:pt x="1843" y="365"/>
                  <a:pt x="1843" y="365"/>
                  <a:pt x="1843" y="365"/>
                </a:cubicBezTo>
                <a:cubicBezTo>
                  <a:pt x="1843" y="365"/>
                  <a:pt x="1843" y="365"/>
                  <a:pt x="1843" y="365"/>
                </a:cubicBezTo>
                <a:cubicBezTo>
                  <a:pt x="1846" y="363"/>
                  <a:pt x="1846" y="363"/>
                  <a:pt x="1846" y="363"/>
                </a:cubicBezTo>
                <a:cubicBezTo>
                  <a:pt x="1846" y="363"/>
                  <a:pt x="1846" y="363"/>
                  <a:pt x="1846" y="363"/>
                </a:cubicBezTo>
                <a:cubicBezTo>
                  <a:pt x="1848" y="361"/>
                  <a:pt x="1848" y="361"/>
                  <a:pt x="1848" y="361"/>
                </a:cubicBezTo>
                <a:cubicBezTo>
                  <a:pt x="1848" y="361"/>
                  <a:pt x="1848" y="361"/>
                  <a:pt x="1848" y="361"/>
                </a:cubicBezTo>
                <a:cubicBezTo>
                  <a:pt x="1851" y="359"/>
                  <a:pt x="1851" y="359"/>
                  <a:pt x="1851" y="359"/>
                </a:cubicBezTo>
                <a:cubicBezTo>
                  <a:pt x="1851" y="359"/>
                  <a:pt x="1851" y="359"/>
                  <a:pt x="1851" y="359"/>
                </a:cubicBezTo>
                <a:cubicBezTo>
                  <a:pt x="1854" y="356"/>
                  <a:pt x="1854" y="356"/>
                  <a:pt x="1854" y="356"/>
                </a:cubicBezTo>
                <a:cubicBezTo>
                  <a:pt x="1854" y="356"/>
                  <a:pt x="1854" y="356"/>
                  <a:pt x="1854" y="356"/>
                </a:cubicBezTo>
                <a:cubicBezTo>
                  <a:pt x="1857" y="353"/>
                  <a:pt x="1857" y="353"/>
                  <a:pt x="1857" y="353"/>
                </a:cubicBezTo>
                <a:cubicBezTo>
                  <a:pt x="1857" y="353"/>
                  <a:pt x="1857" y="353"/>
                  <a:pt x="1857" y="353"/>
                </a:cubicBezTo>
                <a:cubicBezTo>
                  <a:pt x="1858" y="351"/>
                  <a:pt x="1858" y="351"/>
                  <a:pt x="1858" y="351"/>
                </a:cubicBezTo>
                <a:cubicBezTo>
                  <a:pt x="1858" y="351"/>
                  <a:pt x="1858" y="351"/>
                  <a:pt x="1858" y="351"/>
                </a:cubicBezTo>
                <a:cubicBezTo>
                  <a:pt x="1862" y="348"/>
                  <a:pt x="1862" y="348"/>
                  <a:pt x="1862" y="348"/>
                </a:cubicBezTo>
                <a:cubicBezTo>
                  <a:pt x="1862" y="348"/>
                  <a:pt x="1862" y="348"/>
                  <a:pt x="1862" y="348"/>
                </a:cubicBezTo>
                <a:cubicBezTo>
                  <a:pt x="1863" y="346"/>
                  <a:pt x="1863" y="346"/>
                  <a:pt x="1863" y="346"/>
                </a:cubicBezTo>
                <a:cubicBezTo>
                  <a:pt x="1863" y="346"/>
                  <a:pt x="1863" y="346"/>
                  <a:pt x="1863" y="346"/>
                </a:cubicBezTo>
                <a:cubicBezTo>
                  <a:pt x="1866" y="343"/>
                  <a:pt x="1866" y="343"/>
                  <a:pt x="1866" y="343"/>
                </a:cubicBezTo>
                <a:cubicBezTo>
                  <a:pt x="1866" y="343"/>
                  <a:pt x="1866" y="343"/>
                  <a:pt x="1866" y="343"/>
                </a:cubicBezTo>
                <a:cubicBezTo>
                  <a:pt x="1867" y="341"/>
                  <a:pt x="1867" y="341"/>
                  <a:pt x="1867" y="341"/>
                </a:cubicBezTo>
                <a:cubicBezTo>
                  <a:pt x="1867" y="341"/>
                  <a:pt x="1867" y="341"/>
                  <a:pt x="1867" y="341"/>
                </a:cubicBezTo>
                <a:cubicBezTo>
                  <a:pt x="1870" y="338"/>
                  <a:pt x="1870" y="338"/>
                  <a:pt x="1870" y="338"/>
                </a:cubicBezTo>
                <a:cubicBezTo>
                  <a:pt x="1870" y="338"/>
                  <a:pt x="1870" y="338"/>
                  <a:pt x="1870" y="338"/>
                </a:cubicBezTo>
                <a:cubicBezTo>
                  <a:pt x="1873" y="337"/>
                  <a:pt x="1873" y="337"/>
                  <a:pt x="1873" y="337"/>
                </a:cubicBezTo>
                <a:cubicBezTo>
                  <a:pt x="1873" y="337"/>
                  <a:pt x="1873" y="337"/>
                  <a:pt x="1873" y="337"/>
                </a:cubicBezTo>
                <a:cubicBezTo>
                  <a:pt x="1877" y="335"/>
                  <a:pt x="1877" y="335"/>
                  <a:pt x="1877" y="335"/>
                </a:cubicBezTo>
                <a:cubicBezTo>
                  <a:pt x="1877" y="335"/>
                  <a:pt x="1877" y="335"/>
                  <a:pt x="1877" y="335"/>
                </a:cubicBezTo>
                <a:cubicBezTo>
                  <a:pt x="1877" y="334"/>
                  <a:pt x="1877" y="334"/>
                  <a:pt x="1877" y="334"/>
                </a:cubicBezTo>
                <a:cubicBezTo>
                  <a:pt x="1877" y="334"/>
                  <a:pt x="1877" y="334"/>
                  <a:pt x="1877" y="334"/>
                </a:cubicBezTo>
                <a:cubicBezTo>
                  <a:pt x="1877" y="332"/>
                  <a:pt x="1877" y="332"/>
                  <a:pt x="1877" y="332"/>
                </a:cubicBezTo>
                <a:cubicBezTo>
                  <a:pt x="1877" y="332"/>
                  <a:pt x="1877" y="332"/>
                  <a:pt x="1877" y="332"/>
                </a:cubicBezTo>
                <a:cubicBezTo>
                  <a:pt x="1877" y="330"/>
                  <a:pt x="1877" y="330"/>
                  <a:pt x="1877" y="330"/>
                </a:cubicBezTo>
                <a:cubicBezTo>
                  <a:pt x="1877" y="330"/>
                  <a:pt x="1877" y="330"/>
                  <a:pt x="1877" y="330"/>
                </a:cubicBezTo>
                <a:cubicBezTo>
                  <a:pt x="1877" y="327"/>
                  <a:pt x="1877" y="327"/>
                  <a:pt x="1877" y="327"/>
                </a:cubicBezTo>
                <a:cubicBezTo>
                  <a:pt x="1877" y="327"/>
                  <a:pt x="1877" y="327"/>
                  <a:pt x="1877" y="327"/>
                </a:cubicBezTo>
                <a:cubicBezTo>
                  <a:pt x="1876" y="325"/>
                  <a:pt x="1876" y="325"/>
                  <a:pt x="1876" y="325"/>
                </a:cubicBezTo>
                <a:cubicBezTo>
                  <a:pt x="1876" y="325"/>
                  <a:pt x="1876" y="325"/>
                  <a:pt x="1876" y="325"/>
                </a:cubicBezTo>
                <a:cubicBezTo>
                  <a:pt x="1876" y="323"/>
                  <a:pt x="1876" y="323"/>
                  <a:pt x="1876" y="323"/>
                </a:cubicBezTo>
                <a:cubicBezTo>
                  <a:pt x="1876" y="323"/>
                  <a:pt x="1876" y="323"/>
                  <a:pt x="1876" y="323"/>
                </a:cubicBezTo>
                <a:cubicBezTo>
                  <a:pt x="1876" y="321"/>
                  <a:pt x="1876" y="321"/>
                  <a:pt x="1876" y="321"/>
                </a:cubicBezTo>
                <a:cubicBezTo>
                  <a:pt x="1876" y="321"/>
                  <a:pt x="1876" y="321"/>
                  <a:pt x="1876" y="321"/>
                </a:cubicBezTo>
                <a:cubicBezTo>
                  <a:pt x="1877" y="318"/>
                  <a:pt x="1877" y="318"/>
                  <a:pt x="1877" y="318"/>
                </a:cubicBezTo>
                <a:cubicBezTo>
                  <a:pt x="1877" y="318"/>
                  <a:pt x="1877" y="318"/>
                  <a:pt x="1877" y="318"/>
                </a:cubicBezTo>
                <a:cubicBezTo>
                  <a:pt x="1897" y="294"/>
                  <a:pt x="1897" y="294"/>
                  <a:pt x="1897" y="294"/>
                </a:cubicBezTo>
                <a:cubicBezTo>
                  <a:pt x="1897" y="294"/>
                  <a:pt x="1897" y="294"/>
                  <a:pt x="1897" y="294"/>
                </a:cubicBezTo>
                <a:cubicBezTo>
                  <a:pt x="1897" y="294"/>
                  <a:pt x="1897" y="294"/>
                  <a:pt x="1897" y="294"/>
                </a:cubicBezTo>
                <a:cubicBezTo>
                  <a:pt x="1897" y="294"/>
                  <a:pt x="1897" y="294"/>
                  <a:pt x="1897" y="294"/>
                </a:cubicBezTo>
                <a:cubicBezTo>
                  <a:pt x="1898" y="294"/>
                  <a:pt x="1898" y="294"/>
                  <a:pt x="1898" y="294"/>
                </a:cubicBezTo>
                <a:cubicBezTo>
                  <a:pt x="1898" y="294"/>
                  <a:pt x="1898" y="294"/>
                  <a:pt x="1898" y="294"/>
                </a:cubicBezTo>
                <a:cubicBezTo>
                  <a:pt x="1900" y="294"/>
                  <a:pt x="1900" y="294"/>
                  <a:pt x="1900" y="294"/>
                </a:cubicBezTo>
                <a:cubicBezTo>
                  <a:pt x="1900" y="294"/>
                  <a:pt x="1900" y="294"/>
                  <a:pt x="1900" y="294"/>
                </a:cubicBezTo>
                <a:cubicBezTo>
                  <a:pt x="1900" y="293"/>
                  <a:pt x="1900" y="293"/>
                  <a:pt x="1900" y="293"/>
                </a:cubicBezTo>
                <a:cubicBezTo>
                  <a:pt x="1900" y="293"/>
                  <a:pt x="1900" y="293"/>
                  <a:pt x="1900" y="293"/>
                </a:cubicBezTo>
                <a:cubicBezTo>
                  <a:pt x="1901" y="293"/>
                  <a:pt x="1901" y="293"/>
                  <a:pt x="1901" y="293"/>
                </a:cubicBezTo>
                <a:cubicBezTo>
                  <a:pt x="1901" y="293"/>
                  <a:pt x="1901" y="293"/>
                  <a:pt x="1901" y="293"/>
                </a:cubicBezTo>
                <a:cubicBezTo>
                  <a:pt x="1902" y="293"/>
                  <a:pt x="1902" y="293"/>
                  <a:pt x="1902" y="293"/>
                </a:cubicBezTo>
                <a:cubicBezTo>
                  <a:pt x="1902" y="293"/>
                  <a:pt x="1902" y="293"/>
                  <a:pt x="1902" y="293"/>
                </a:cubicBezTo>
                <a:cubicBezTo>
                  <a:pt x="1904" y="292"/>
                  <a:pt x="1904" y="292"/>
                  <a:pt x="1904" y="292"/>
                </a:cubicBezTo>
                <a:cubicBezTo>
                  <a:pt x="1904" y="292"/>
                  <a:pt x="1904" y="292"/>
                  <a:pt x="1904" y="292"/>
                </a:cubicBezTo>
                <a:cubicBezTo>
                  <a:pt x="1906" y="291"/>
                  <a:pt x="1906" y="291"/>
                  <a:pt x="1906" y="291"/>
                </a:cubicBezTo>
                <a:cubicBezTo>
                  <a:pt x="1906" y="291"/>
                  <a:pt x="1906" y="291"/>
                  <a:pt x="1906" y="291"/>
                </a:cubicBezTo>
                <a:cubicBezTo>
                  <a:pt x="1918" y="275"/>
                  <a:pt x="1918" y="275"/>
                  <a:pt x="1918" y="275"/>
                </a:cubicBezTo>
                <a:cubicBezTo>
                  <a:pt x="1932" y="261"/>
                  <a:pt x="1932" y="261"/>
                  <a:pt x="1932" y="261"/>
                </a:cubicBezTo>
                <a:cubicBezTo>
                  <a:pt x="1932" y="261"/>
                  <a:pt x="1932" y="261"/>
                  <a:pt x="1932" y="261"/>
                </a:cubicBezTo>
                <a:cubicBezTo>
                  <a:pt x="1931" y="261"/>
                  <a:pt x="1931" y="261"/>
                  <a:pt x="1931" y="261"/>
                </a:cubicBezTo>
                <a:cubicBezTo>
                  <a:pt x="1931" y="261"/>
                  <a:pt x="1931" y="261"/>
                  <a:pt x="1931" y="261"/>
                </a:cubicBezTo>
                <a:cubicBezTo>
                  <a:pt x="1931" y="259"/>
                  <a:pt x="1931" y="259"/>
                  <a:pt x="1931" y="259"/>
                </a:cubicBezTo>
                <a:cubicBezTo>
                  <a:pt x="1931" y="259"/>
                  <a:pt x="1931" y="259"/>
                  <a:pt x="1931" y="259"/>
                </a:cubicBezTo>
                <a:cubicBezTo>
                  <a:pt x="1931" y="258"/>
                  <a:pt x="1931" y="258"/>
                  <a:pt x="1931" y="258"/>
                </a:cubicBezTo>
                <a:cubicBezTo>
                  <a:pt x="1931" y="258"/>
                  <a:pt x="1931" y="258"/>
                  <a:pt x="1931" y="258"/>
                </a:cubicBezTo>
                <a:cubicBezTo>
                  <a:pt x="1932" y="256"/>
                  <a:pt x="1932" y="256"/>
                  <a:pt x="1932" y="256"/>
                </a:cubicBezTo>
                <a:cubicBezTo>
                  <a:pt x="1932" y="256"/>
                  <a:pt x="1932" y="256"/>
                  <a:pt x="1932" y="256"/>
                </a:cubicBezTo>
                <a:cubicBezTo>
                  <a:pt x="1932" y="256"/>
                  <a:pt x="1932" y="256"/>
                  <a:pt x="1932" y="256"/>
                </a:cubicBezTo>
                <a:cubicBezTo>
                  <a:pt x="1932" y="256"/>
                  <a:pt x="1932" y="256"/>
                  <a:pt x="1932" y="256"/>
                </a:cubicBezTo>
                <a:cubicBezTo>
                  <a:pt x="1932" y="254"/>
                  <a:pt x="1932" y="254"/>
                  <a:pt x="1932" y="254"/>
                </a:cubicBezTo>
                <a:cubicBezTo>
                  <a:pt x="1932" y="254"/>
                  <a:pt x="1932" y="254"/>
                  <a:pt x="1932" y="254"/>
                </a:cubicBezTo>
                <a:cubicBezTo>
                  <a:pt x="1932" y="252"/>
                  <a:pt x="1932" y="252"/>
                  <a:pt x="1932" y="252"/>
                </a:cubicBezTo>
                <a:cubicBezTo>
                  <a:pt x="1932" y="252"/>
                  <a:pt x="1932" y="252"/>
                  <a:pt x="1932" y="252"/>
                </a:cubicBezTo>
                <a:cubicBezTo>
                  <a:pt x="1932" y="250"/>
                  <a:pt x="1932" y="250"/>
                  <a:pt x="1932" y="250"/>
                </a:cubicBezTo>
                <a:cubicBezTo>
                  <a:pt x="1932" y="250"/>
                  <a:pt x="1932" y="250"/>
                  <a:pt x="1932" y="250"/>
                </a:cubicBezTo>
                <a:cubicBezTo>
                  <a:pt x="1863" y="283"/>
                  <a:pt x="1863" y="283"/>
                  <a:pt x="1863" y="283"/>
                </a:cubicBezTo>
                <a:cubicBezTo>
                  <a:pt x="1838" y="288"/>
                  <a:pt x="1838" y="288"/>
                  <a:pt x="1838" y="288"/>
                </a:cubicBezTo>
                <a:cubicBezTo>
                  <a:pt x="1838" y="288"/>
                  <a:pt x="1838" y="288"/>
                  <a:pt x="1838" y="288"/>
                </a:cubicBezTo>
                <a:cubicBezTo>
                  <a:pt x="1836" y="288"/>
                  <a:pt x="1836" y="288"/>
                  <a:pt x="1836" y="288"/>
                </a:cubicBezTo>
                <a:cubicBezTo>
                  <a:pt x="1836" y="288"/>
                  <a:pt x="1836" y="288"/>
                  <a:pt x="1836" y="288"/>
                </a:cubicBezTo>
                <a:cubicBezTo>
                  <a:pt x="1836" y="288"/>
                  <a:pt x="1836" y="288"/>
                  <a:pt x="1836" y="288"/>
                </a:cubicBezTo>
                <a:cubicBezTo>
                  <a:pt x="1836" y="288"/>
                  <a:pt x="1836" y="288"/>
                  <a:pt x="1836" y="288"/>
                </a:cubicBezTo>
                <a:cubicBezTo>
                  <a:pt x="1834" y="288"/>
                  <a:pt x="1834" y="288"/>
                  <a:pt x="1834" y="288"/>
                </a:cubicBezTo>
                <a:cubicBezTo>
                  <a:pt x="1834" y="288"/>
                  <a:pt x="1834" y="288"/>
                  <a:pt x="1834" y="288"/>
                </a:cubicBezTo>
                <a:cubicBezTo>
                  <a:pt x="1834" y="287"/>
                  <a:pt x="1834" y="287"/>
                  <a:pt x="1834" y="287"/>
                </a:cubicBezTo>
                <a:cubicBezTo>
                  <a:pt x="1834" y="287"/>
                  <a:pt x="1834" y="287"/>
                  <a:pt x="1834" y="287"/>
                </a:cubicBezTo>
                <a:cubicBezTo>
                  <a:pt x="1833" y="287"/>
                  <a:pt x="1833" y="287"/>
                  <a:pt x="1833" y="287"/>
                </a:cubicBezTo>
                <a:cubicBezTo>
                  <a:pt x="1833" y="287"/>
                  <a:pt x="1833" y="287"/>
                  <a:pt x="1833" y="287"/>
                </a:cubicBezTo>
                <a:cubicBezTo>
                  <a:pt x="1832" y="286"/>
                  <a:pt x="1832" y="286"/>
                  <a:pt x="1832" y="286"/>
                </a:cubicBezTo>
                <a:cubicBezTo>
                  <a:pt x="1832" y="286"/>
                  <a:pt x="1832" y="286"/>
                  <a:pt x="1832" y="286"/>
                </a:cubicBezTo>
                <a:cubicBezTo>
                  <a:pt x="1832" y="285"/>
                  <a:pt x="1832" y="285"/>
                  <a:pt x="1832" y="285"/>
                </a:cubicBezTo>
                <a:cubicBezTo>
                  <a:pt x="1832" y="285"/>
                  <a:pt x="1832" y="285"/>
                  <a:pt x="1832" y="285"/>
                </a:cubicBezTo>
                <a:cubicBezTo>
                  <a:pt x="1832" y="283"/>
                  <a:pt x="1832" y="283"/>
                  <a:pt x="1832" y="283"/>
                </a:cubicBezTo>
                <a:cubicBezTo>
                  <a:pt x="1832" y="283"/>
                  <a:pt x="1832" y="283"/>
                  <a:pt x="1832" y="283"/>
                </a:cubicBezTo>
                <a:cubicBezTo>
                  <a:pt x="1834" y="277"/>
                  <a:pt x="1834" y="277"/>
                  <a:pt x="1834" y="277"/>
                </a:cubicBezTo>
                <a:cubicBezTo>
                  <a:pt x="1834" y="277"/>
                  <a:pt x="1834" y="277"/>
                  <a:pt x="1834" y="277"/>
                </a:cubicBezTo>
                <a:cubicBezTo>
                  <a:pt x="1864" y="262"/>
                  <a:pt x="1864" y="262"/>
                  <a:pt x="1864" y="262"/>
                </a:cubicBezTo>
                <a:cubicBezTo>
                  <a:pt x="1933" y="229"/>
                  <a:pt x="1933" y="229"/>
                  <a:pt x="1933" y="229"/>
                </a:cubicBezTo>
                <a:cubicBezTo>
                  <a:pt x="1933" y="229"/>
                  <a:pt x="1933" y="229"/>
                  <a:pt x="1933" y="229"/>
                </a:cubicBezTo>
                <a:cubicBezTo>
                  <a:pt x="1939" y="220"/>
                  <a:pt x="1939" y="220"/>
                  <a:pt x="1939" y="220"/>
                </a:cubicBezTo>
                <a:cubicBezTo>
                  <a:pt x="1939" y="220"/>
                  <a:pt x="1939" y="220"/>
                  <a:pt x="1939" y="220"/>
                </a:cubicBezTo>
                <a:cubicBezTo>
                  <a:pt x="1946" y="210"/>
                  <a:pt x="1946" y="210"/>
                  <a:pt x="1946" y="210"/>
                </a:cubicBezTo>
                <a:cubicBezTo>
                  <a:pt x="1946" y="210"/>
                  <a:pt x="1946" y="210"/>
                  <a:pt x="1946" y="210"/>
                </a:cubicBezTo>
                <a:cubicBezTo>
                  <a:pt x="1952" y="200"/>
                  <a:pt x="1952" y="200"/>
                  <a:pt x="1952" y="200"/>
                </a:cubicBezTo>
                <a:cubicBezTo>
                  <a:pt x="1952" y="200"/>
                  <a:pt x="1952" y="200"/>
                  <a:pt x="1952" y="200"/>
                </a:cubicBezTo>
                <a:cubicBezTo>
                  <a:pt x="1959" y="188"/>
                  <a:pt x="1959" y="188"/>
                  <a:pt x="1959" y="188"/>
                </a:cubicBezTo>
                <a:cubicBezTo>
                  <a:pt x="1959" y="188"/>
                  <a:pt x="1959" y="188"/>
                  <a:pt x="1959" y="188"/>
                </a:cubicBezTo>
                <a:cubicBezTo>
                  <a:pt x="1965" y="177"/>
                  <a:pt x="1965" y="177"/>
                  <a:pt x="1965" y="177"/>
                </a:cubicBezTo>
                <a:cubicBezTo>
                  <a:pt x="1965" y="177"/>
                  <a:pt x="1965" y="177"/>
                  <a:pt x="1965" y="177"/>
                </a:cubicBezTo>
                <a:cubicBezTo>
                  <a:pt x="1971" y="166"/>
                  <a:pt x="1971" y="166"/>
                  <a:pt x="1971" y="166"/>
                </a:cubicBezTo>
                <a:cubicBezTo>
                  <a:pt x="1971" y="166"/>
                  <a:pt x="1971" y="166"/>
                  <a:pt x="1971" y="166"/>
                </a:cubicBezTo>
                <a:cubicBezTo>
                  <a:pt x="1977" y="156"/>
                  <a:pt x="1977" y="156"/>
                  <a:pt x="1977" y="156"/>
                </a:cubicBezTo>
                <a:cubicBezTo>
                  <a:pt x="1977" y="156"/>
                  <a:pt x="1977" y="156"/>
                  <a:pt x="1977" y="156"/>
                </a:cubicBezTo>
                <a:cubicBezTo>
                  <a:pt x="1984" y="144"/>
                  <a:pt x="1984" y="144"/>
                  <a:pt x="1984" y="144"/>
                </a:cubicBezTo>
                <a:cubicBezTo>
                  <a:pt x="1984" y="144"/>
                  <a:pt x="1984" y="144"/>
                  <a:pt x="1984" y="144"/>
                </a:cubicBezTo>
                <a:cubicBezTo>
                  <a:pt x="1996" y="117"/>
                  <a:pt x="1996" y="117"/>
                  <a:pt x="1996" y="117"/>
                </a:cubicBezTo>
                <a:cubicBezTo>
                  <a:pt x="1996" y="117"/>
                  <a:pt x="1996" y="117"/>
                  <a:pt x="1996" y="117"/>
                </a:cubicBezTo>
                <a:cubicBezTo>
                  <a:pt x="1995" y="117"/>
                  <a:pt x="1995" y="117"/>
                  <a:pt x="1995" y="117"/>
                </a:cubicBezTo>
                <a:cubicBezTo>
                  <a:pt x="1995" y="117"/>
                  <a:pt x="1995" y="117"/>
                  <a:pt x="1995" y="117"/>
                </a:cubicBezTo>
                <a:cubicBezTo>
                  <a:pt x="1994" y="117"/>
                  <a:pt x="1994" y="117"/>
                  <a:pt x="1994" y="117"/>
                </a:cubicBezTo>
                <a:cubicBezTo>
                  <a:pt x="1994" y="117"/>
                  <a:pt x="1994" y="117"/>
                  <a:pt x="1994" y="117"/>
                </a:cubicBezTo>
                <a:cubicBezTo>
                  <a:pt x="1993" y="116"/>
                  <a:pt x="1993" y="116"/>
                  <a:pt x="1993" y="116"/>
                </a:cubicBezTo>
                <a:cubicBezTo>
                  <a:pt x="1993" y="116"/>
                  <a:pt x="1993" y="116"/>
                  <a:pt x="1993" y="116"/>
                </a:cubicBezTo>
                <a:cubicBezTo>
                  <a:pt x="1993" y="115"/>
                  <a:pt x="1993" y="115"/>
                  <a:pt x="1993" y="115"/>
                </a:cubicBezTo>
                <a:cubicBezTo>
                  <a:pt x="1993" y="115"/>
                  <a:pt x="1993" y="115"/>
                  <a:pt x="1993" y="115"/>
                </a:cubicBezTo>
                <a:cubicBezTo>
                  <a:pt x="1992" y="114"/>
                  <a:pt x="1992" y="114"/>
                  <a:pt x="1992" y="114"/>
                </a:cubicBezTo>
                <a:cubicBezTo>
                  <a:pt x="1992" y="114"/>
                  <a:pt x="1992" y="114"/>
                  <a:pt x="1992" y="114"/>
                </a:cubicBezTo>
                <a:cubicBezTo>
                  <a:pt x="1992" y="114"/>
                  <a:pt x="1992" y="114"/>
                  <a:pt x="1992" y="114"/>
                </a:cubicBezTo>
                <a:cubicBezTo>
                  <a:pt x="1992" y="114"/>
                  <a:pt x="1992" y="114"/>
                  <a:pt x="1992" y="114"/>
                </a:cubicBezTo>
                <a:cubicBezTo>
                  <a:pt x="1991" y="113"/>
                  <a:pt x="1991" y="113"/>
                  <a:pt x="1991" y="113"/>
                </a:cubicBezTo>
                <a:cubicBezTo>
                  <a:pt x="1991" y="113"/>
                  <a:pt x="1991" y="113"/>
                  <a:pt x="1991" y="113"/>
                </a:cubicBezTo>
                <a:cubicBezTo>
                  <a:pt x="1991" y="111"/>
                  <a:pt x="1991" y="111"/>
                  <a:pt x="1991" y="111"/>
                </a:cubicBezTo>
                <a:cubicBezTo>
                  <a:pt x="1991" y="111"/>
                  <a:pt x="1991" y="111"/>
                  <a:pt x="1991" y="111"/>
                </a:cubicBezTo>
                <a:cubicBezTo>
                  <a:pt x="1985" y="111"/>
                  <a:pt x="1985" y="111"/>
                  <a:pt x="1985" y="111"/>
                </a:cubicBezTo>
                <a:cubicBezTo>
                  <a:pt x="1985" y="111"/>
                  <a:pt x="1985" y="111"/>
                  <a:pt x="1985" y="111"/>
                </a:cubicBezTo>
                <a:cubicBezTo>
                  <a:pt x="1980" y="112"/>
                  <a:pt x="1980" y="112"/>
                  <a:pt x="1980" y="112"/>
                </a:cubicBezTo>
                <a:cubicBezTo>
                  <a:pt x="1980" y="112"/>
                  <a:pt x="1980" y="112"/>
                  <a:pt x="1980" y="112"/>
                </a:cubicBezTo>
                <a:cubicBezTo>
                  <a:pt x="1975" y="114"/>
                  <a:pt x="1975" y="114"/>
                  <a:pt x="1975" y="114"/>
                </a:cubicBezTo>
                <a:cubicBezTo>
                  <a:pt x="1975" y="114"/>
                  <a:pt x="1975" y="114"/>
                  <a:pt x="1975" y="114"/>
                </a:cubicBezTo>
                <a:cubicBezTo>
                  <a:pt x="1971" y="114"/>
                  <a:pt x="1971" y="114"/>
                  <a:pt x="1971" y="114"/>
                </a:cubicBezTo>
                <a:cubicBezTo>
                  <a:pt x="1971" y="114"/>
                  <a:pt x="1971" y="114"/>
                  <a:pt x="1971" y="114"/>
                </a:cubicBezTo>
                <a:cubicBezTo>
                  <a:pt x="1967" y="118"/>
                  <a:pt x="1967" y="118"/>
                  <a:pt x="1967" y="118"/>
                </a:cubicBezTo>
                <a:cubicBezTo>
                  <a:pt x="1967" y="118"/>
                  <a:pt x="1967" y="118"/>
                  <a:pt x="1967" y="118"/>
                </a:cubicBezTo>
                <a:cubicBezTo>
                  <a:pt x="1962" y="121"/>
                  <a:pt x="1962" y="121"/>
                  <a:pt x="1962" y="121"/>
                </a:cubicBezTo>
                <a:cubicBezTo>
                  <a:pt x="1962" y="121"/>
                  <a:pt x="1962" y="121"/>
                  <a:pt x="1962" y="121"/>
                </a:cubicBezTo>
                <a:cubicBezTo>
                  <a:pt x="1958" y="124"/>
                  <a:pt x="1958" y="124"/>
                  <a:pt x="1958" y="124"/>
                </a:cubicBezTo>
                <a:cubicBezTo>
                  <a:pt x="1958" y="124"/>
                  <a:pt x="1958" y="124"/>
                  <a:pt x="1958" y="124"/>
                </a:cubicBezTo>
                <a:cubicBezTo>
                  <a:pt x="1954" y="126"/>
                  <a:pt x="1954" y="126"/>
                  <a:pt x="1954" y="126"/>
                </a:cubicBezTo>
                <a:cubicBezTo>
                  <a:pt x="1952" y="128"/>
                  <a:pt x="1952" y="128"/>
                  <a:pt x="1952" y="128"/>
                </a:cubicBezTo>
                <a:cubicBezTo>
                  <a:pt x="1933" y="141"/>
                  <a:pt x="1933" y="141"/>
                  <a:pt x="1933" y="141"/>
                </a:cubicBezTo>
                <a:cubicBezTo>
                  <a:pt x="1933" y="141"/>
                  <a:pt x="1933" y="141"/>
                  <a:pt x="1933" y="141"/>
                </a:cubicBezTo>
                <a:cubicBezTo>
                  <a:pt x="1933" y="146"/>
                  <a:pt x="1933" y="146"/>
                  <a:pt x="1933" y="146"/>
                </a:cubicBezTo>
                <a:cubicBezTo>
                  <a:pt x="1933" y="146"/>
                  <a:pt x="1933" y="146"/>
                  <a:pt x="1933" y="146"/>
                </a:cubicBezTo>
                <a:cubicBezTo>
                  <a:pt x="1933" y="147"/>
                  <a:pt x="1933" y="147"/>
                  <a:pt x="1933" y="147"/>
                </a:cubicBezTo>
                <a:cubicBezTo>
                  <a:pt x="1933" y="147"/>
                  <a:pt x="1933" y="147"/>
                  <a:pt x="1933" y="147"/>
                </a:cubicBezTo>
                <a:cubicBezTo>
                  <a:pt x="1934" y="147"/>
                  <a:pt x="1934" y="147"/>
                  <a:pt x="1934" y="147"/>
                </a:cubicBezTo>
                <a:cubicBezTo>
                  <a:pt x="1934" y="147"/>
                  <a:pt x="1934" y="147"/>
                  <a:pt x="1934" y="147"/>
                </a:cubicBezTo>
                <a:cubicBezTo>
                  <a:pt x="1934" y="148"/>
                  <a:pt x="1934" y="148"/>
                  <a:pt x="1934" y="148"/>
                </a:cubicBezTo>
                <a:cubicBezTo>
                  <a:pt x="1934" y="148"/>
                  <a:pt x="1934" y="148"/>
                  <a:pt x="1934" y="148"/>
                </a:cubicBezTo>
                <a:cubicBezTo>
                  <a:pt x="1935" y="148"/>
                  <a:pt x="1935" y="148"/>
                  <a:pt x="1935" y="148"/>
                </a:cubicBezTo>
                <a:cubicBezTo>
                  <a:pt x="1935" y="148"/>
                  <a:pt x="1935" y="148"/>
                  <a:pt x="1935" y="148"/>
                </a:cubicBezTo>
                <a:cubicBezTo>
                  <a:pt x="1935" y="149"/>
                  <a:pt x="1935" y="149"/>
                  <a:pt x="1935" y="149"/>
                </a:cubicBezTo>
                <a:cubicBezTo>
                  <a:pt x="1935" y="149"/>
                  <a:pt x="1935" y="149"/>
                  <a:pt x="1935" y="149"/>
                </a:cubicBezTo>
                <a:cubicBezTo>
                  <a:pt x="1935" y="150"/>
                  <a:pt x="1935" y="150"/>
                  <a:pt x="1935" y="150"/>
                </a:cubicBezTo>
                <a:cubicBezTo>
                  <a:pt x="1935" y="150"/>
                  <a:pt x="1935" y="150"/>
                  <a:pt x="1935" y="150"/>
                </a:cubicBezTo>
                <a:cubicBezTo>
                  <a:pt x="1936" y="150"/>
                  <a:pt x="1936" y="150"/>
                  <a:pt x="1936" y="150"/>
                </a:cubicBezTo>
                <a:cubicBezTo>
                  <a:pt x="1936" y="150"/>
                  <a:pt x="1936" y="150"/>
                  <a:pt x="1936" y="150"/>
                </a:cubicBezTo>
                <a:cubicBezTo>
                  <a:pt x="1938" y="150"/>
                  <a:pt x="1938" y="150"/>
                  <a:pt x="1938" y="150"/>
                </a:cubicBezTo>
                <a:cubicBezTo>
                  <a:pt x="1938" y="150"/>
                  <a:pt x="1938" y="150"/>
                  <a:pt x="1938" y="150"/>
                </a:cubicBezTo>
                <a:cubicBezTo>
                  <a:pt x="1940" y="155"/>
                  <a:pt x="1940" y="155"/>
                  <a:pt x="1940" y="155"/>
                </a:cubicBezTo>
                <a:cubicBezTo>
                  <a:pt x="1940" y="155"/>
                  <a:pt x="1940" y="155"/>
                  <a:pt x="1940" y="155"/>
                </a:cubicBezTo>
                <a:cubicBezTo>
                  <a:pt x="1943" y="159"/>
                  <a:pt x="1943" y="159"/>
                  <a:pt x="1943" y="159"/>
                </a:cubicBezTo>
                <a:cubicBezTo>
                  <a:pt x="1943" y="159"/>
                  <a:pt x="1943" y="159"/>
                  <a:pt x="1943" y="159"/>
                </a:cubicBezTo>
                <a:cubicBezTo>
                  <a:pt x="1944" y="164"/>
                  <a:pt x="1944" y="164"/>
                  <a:pt x="1944" y="164"/>
                </a:cubicBezTo>
                <a:cubicBezTo>
                  <a:pt x="1944" y="164"/>
                  <a:pt x="1944" y="164"/>
                  <a:pt x="1944" y="164"/>
                </a:cubicBezTo>
                <a:cubicBezTo>
                  <a:pt x="1944" y="168"/>
                  <a:pt x="1944" y="168"/>
                  <a:pt x="1944" y="168"/>
                </a:cubicBezTo>
                <a:cubicBezTo>
                  <a:pt x="1944" y="168"/>
                  <a:pt x="1944" y="168"/>
                  <a:pt x="1944" y="168"/>
                </a:cubicBezTo>
                <a:cubicBezTo>
                  <a:pt x="1943" y="173"/>
                  <a:pt x="1943" y="173"/>
                  <a:pt x="1943" y="173"/>
                </a:cubicBezTo>
                <a:cubicBezTo>
                  <a:pt x="1943" y="173"/>
                  <a:pt x="1943" y="173"/>
                  <a:pt x="1943" y="173"/>
                </a:cubicBezTo>
                <a:cubicBezTo>
                  <a:pt x="1942" y="178"/>
                  <a:pt x="1942" y="178"/>
                  <a:pt x="1942" y="178"/>
                </a:cubicBezTo>
                <a:cubicBezTo>
                  <a:pt x="1942" y="178"/>
                  <a:pt x="1942" y="178"/>
                  <a:pt x="1942" y="178"/>
                </a:cubicBezTo>
                <a:cubicBezTo>
                  <a:pt x="1939" y="183"/>
                  <a:pt x="1939" y="183"/>
                  <a:pt x="1939" y="183"/>
                </a:cubicBezTo>
                <a:cubicBezTo>
                  <a:pt x="1939" y="183"/>
                  <a:pt x="1939" y="183"/>
                  <a:pt x="1939" y="183"/>
                </a:cubicBezTo>
                <a:cubicBezTo>
                  <a:pt x="1938" y="187"/>
                  <a:pt x="1938" y="187"/>
                  <a:pt x="1938" y="187"/>
                </a:cubicBezTo>
                <a:cubicBezTo>
                  <a:pt x="1938" y="187"/>
                  <a:pt x="1938" y="187"/>
                  <a:pt x="1938" y="187"/>
                </a:cubicBezTo>
                <a:cubicBezTo>
                  <a:pt x="1907" y="222"/>
                  <a:pt x="1907" y="222"/>
                  <a:pt x="1907" y="222"/>
                </a:cubicBezTo>
                <a:cubicBezTo>
                  <a:pt x="1907" y="222"/>
                  <a:pt x="1907" y="222"/>
                  <a:pt x="1907" y="222"/>
                </a:cubicBezTo>
                <a:cubicBezTo>
                  <a:pt x="1904" y="225"/>
                  <a:pt x="1904" y="225"/>
                  <a:pt x="1904" y="225"/>
                </a:cubicBezTo>
                <a:cubicBezTo>
                  <a:pt x="1904" y="225"/>
                  <a:pt x="1904" y="225"/>
                  <a:pt x="1904" y="225"/>
                </a:cubicBezTo>
                <a:cubicBezTo>
                  <a:pt x="1900" y="221"/>
                  <a:pt x="1900" y="221"/>
                  <a:pt x="1900" y="221"/>
                </a:cubicBezTo>
                <a:cubicBezTo>
                  <a:pt x="1900" y="221"/>
                  <a:pt x="1900" y="221"/>
                  <a:pt x="1900" y="221"/>
                </a:cubicBezTo>
                <a:cubicBezTo>
                  <a:pt x="1913" y="197"/>
                  <a:pt x="1913" y="197"/>
                  <a:pt x="1913" y="197"/>
                </a:cubicBezTo>
                <a:cubicBezTo>
                  <a:pt x="1913" y="197"/>
                  <a:pt x="1913" y="197"/>
                  <a:pt x="1913" y="197"/>
                </a:cubicBezTo>
                <a:cubicBezTo>
                  <a:pt x="1910" y="197"/>
                  <a:pt x="1910" y="197"/>
                  <a:pt x="1910" y="197"/>
                </a:cubicBezTo>
                <a:cubicBezTo>
                  <a:pt x="1910" y="197"/>
                  <a:pt x="1910" y="197"/>
                  <a:pt x="1910" y="197"/>
                </a:cubicBezTo>
                <a:cubicBezTo>
                  <a:pt x="1908" y="196"/>
                  <a:pt x="1908" y="196"/>
                  <a:pt x="1908" y="196"/>
                </a:cubicBezTo>
                <a:cubicBezTo>
                  <a:pt x="1908" y="196"/>
                  <a:pt x="1908" y="196"/>
                  <a:pt x="1908" y="196"/>
                </a:cubicBezTo>
                <a:cubicBezTo>
                  <a:pt x="1906" y="196"/>
                  <a:pt x="1906" y="196"/>
                  <a:pt x="1906" y="196"/>
                </a:cubicBezTo>
                <a:cubicBezTo>
                  <a:pt x="1906" y="196"/>
                  <a:pt x="1906" y="196"/>
                  <a:pt x="1906" y="196"/>
                </a:cubicBezTo>
                <a:cubicBezTo>
                  <a:pt x="1904" y="195"/>
                  <a:pt x="1904" y="195"/>
                  <a:pt x="1904" y="195"/>
                </a:cubicBezTo>
                <a:cubicBezTo>
                  <a:pt x="1904" y="195"/>
                  <a:pt x="1904" y="195"/>
                  <a:pt x="1904" y="195"/>
                </a:cubicBezTo>
                <a:cubicBezTo>
                  <a:pt x="1900" y="196"/>
                  <a:pt x="1900" y="196"/>
                  <a:pt x="1900" y="196"/>
                </a:cubicBezTo>
                <a:cubicBezTo>
                  <a:pt x="1900" y="196"/>
                  <a:pt x="1900" y="196"/>
                  <a:pt x="1900" y="196"/>
                </a:cubicBezTo>
                <a:cubicBezTo>
                  <a:pt x="1898" y="196"/>
                  <a:pt x="1898" y="196"/>
                  <a:pt x="1898" y="196"/>
                </a:cubicBezTo>
                <a:cubicBezTo>
                  <a:pt x="1898" y="196"/>
                  <a:pt x="1898" y="196"/>
                  <a:pt x="1898" y="196"/>
                </a:cubicBezTo>
                <a:cubicBezTo>
                  <a:pt x="1896" y="196"/>
                  <a:pt x="1896" y="196"/>
                  <a:pt x="1896" y="196"/>
                </a:cubicBezTo>
                <a:cubicBezTo>
                  <a:pt x="1896" y="196"/>
                  <a:pt x="1896" y="196"/>
                  <a:pt x="1896" y="196"/>
                </a:cubicBezTo>
                <a:cubicBezTo>
                  <a:pt x="1894" y="196"/>
                  <a:pt x="1894" y="196"/>
                  <a:pt x="1894" y="196"/>
                </a:cubicBezTo>
                <a:cubicBezTo>
                  <a:pt x="1894" y="196"/>
                  <a:pt x="1894" y="196"/>
                  <a:pt x="1894" y="196"/>
                </a:cubicBezTo>
                <a:cubicBezTo>
                  <a:pt x="1869" y="229"/>
                  <a:pt x="1869" y="229"/>
                  <a:pt x="1869" y="229"/>
                </a:cubicBezTo>
                <a:cubicBezTo>
                  <a:pt x="1869" y="229"/>
                  <a:pt x="1869" y="229"/>
                  <a:pt x="1869" y="229"/>
                </a:cubicBezTo>
                <a:cubicBezTo>
                  <a:pt x="1864" y="229"/>
                  <a:pt x="1864" y="229"/>
                  <a:pt x="1864" y="229"/>
                </a:cubicBezTo>
                <a:cubicBezTo>
                  <a:pt x="1864" y="229"/>
                  <a:pt x="1864" y="229"/>
                  <a:pt x="1864" y="229"/>
                </a:cubicBezTo>
                <a:cubicBezTo>
                  <a:pt x="1862" y="228"/>
                  <a:pt x="1862" y="228"/>
                  <a:pt x="1862" y="228"/>
                </a:cubicBezTo>
                <a:cubicBezTo>
                  <a:pt x="1862" y="228"/>
                  <a:pt x="1862" y="228"/>
                  <a:pt x="1862" y="228"/>
                </a:cubicBezTo>
                <a:cubicBezTo>
                  <a:pt x="1863" y="225"/>
                  <a:pt x="1863" y="225"/>
                  <a:pt x="1863" y="225"/>
                </a:cubicBezTo>
                <a:cubicBezTo>
                  <a:pt x="1863" y="225"/>
                  <a:pt x="1863" y="225"/>
                  <a:pt x="1863" y="225"/>
                </a:cubicBezTo>
                <a:cubicBezTo>
                  <a:pt x="1863" y="223"/>
                  <a:pt x="1863" y="223"/>
                  <a:pt x="1863" y="223"/>
                </a:cubicBezTo>
                <a:cubicBezTo>
                  <a:pt x="1863" y="223"/>
                  <a:pt x="1863" y="223"/>
                  <a:pt x="1863" y="223"/>
                </a:cubicBezTo>
                <a:cubicBezTo>
                  <a:pt x="1865" y="220"/>
                  <a:pt x="1865" y="220"/>
                  <a:pt x="1865" y="220"/>
                </a:cubicBezTo>
                <a:cubicBezTo>
                  <a:pt x="1865" y="220"/>
                  <a:pt x="1865" y="220"/>
                  <a:pt x="1865" y="220"/>
                </a:cubicBezTo>
                <a:cubicBezTo>
                  <a:pt x="1866" y="218"/>
                  <a:pt x="1866" y="218"/>
                  <a:pt x="1866" y="218"/>
                </a:cubicBezTo>
                <a:cubicBezTo>
                  <a:pt x="1866" y="218"/>
                  <a:pt x="1866" y="218"/>
                  <a:pt x="1866" y="218"/>
                </a:cubicBezTo>
                <a:cubicBezTo>
                  <a:pt x="1868" y="215"/>
                  <a:pt x="1868" y="215"/>
                  <a:pt x="1868" y="215"/>
                </a:cubicBezTo>
                <a:cubicBezTo>
                  <a:pt x="1868" y="215"/>
                  <a:pt x="1868" y="215"/>
                  <a:pt x="1868" y="215"/>
                </a:cubicBezTo>
                <a:cubicBezTo>
                  <a:pt x="1869" y="213"/>
                  <a:pt x="1869" y="213"/>
                  <a:pt x="1869" y="213"/>
                </a:cubicBezTo>
                <a:cubicBezTo>
                  <a:pt x="1869" y="213"/>
                  <a:pt x="1869" y="213"/>
                  <a:pt x="1869" y="213"/>
                </a:cubicBezTo>
                <a:cubicBezTo>
                  <a:pt x="1870" y="210"/>
                  <a:pt x="1870" y="210"/>
                  <a:pt x="1870" y="210"/>
                </a:cubicBezTo>
                <a:cubicBezTo>
                  <a:pt x="1870" y="210"/>
                  <a:pt x="1870" y="210"/>
                  <a:pt x="1870" y="210"/>
                </a:cubicBezTo>
                <a:cubicBezTo>
                  <a:pt x="1870" y="209"/>
                  <a:pt x="1870" y="209"/>
                  <a:pt x="1870" y="209"/>
                </a:cubicBezTo>
                <a:cubicBezTo>
                  <a:pt x="1870" y="209"/>
                  <a:pt x="1870" y="209"/>
                  <a:pt x="1870" y="209"/>
                </a:cubicBezTo>
                <a:cubicBezTo>
                  <a:pt x="1871" y="208"/>
                  <a:pt x="1871" y="208"/>
                  <a:pt x="1871" y="208"/>
                </a:cubicBezTo>
                <a:cubicBezTo>
                  <a:pt x="1871" y="208"/>
                  <a:pt x="1871" y="208"/>
                  <a:pt x="1871" y="208"/>
                </a:cubicBezTo>
                <a:cubicBezTo>
                  <a:pt x="1872" y="207"/>
                  <a:pt x="1872" y="207"/>
                  <a:pt x="1872" y="207"/>
                </a:cubicBezTo>
                <a:cubicBezTo>
                  <a:pt x="1872" y="207"/>
                  <a:pt x="1872" y="207"/>
                  <a:pt x="1872" y="207"/>
                </a:cubicBezTo>
                <a:cubicBezTo>
                  <a:pt x="1874" y="205"/>
                  <a:pt x="1874" y="205"/>
                  <a:pt x="1874" y="205"/>
                </a:cubicBezTo>
                <a:cubicBezTo>
                  <a:pt x="1874" y="205"/>
                  <a:pt x="1874" y="205"/>
                  <a:pt x="1874" y="205"/>
                </a:cubicBezTo>
                <a:cubicBezTo>
                  <a:pt x="1875" y="204"/>
                  <a:pt x="1875" y="204"/>
                  <a:pt x="1875" y="204"/>
                </a:cubicBezTo>
                <a:cubicBezTo>
                  <a:pt x="1875" y="204"/>
                  <a:pt x="1875" y="204"/>
                  <a:pt x="1875" y="204"/>
                </a:cubicBezTo>
                <a:cubicBezTo>
                  <a:pt x="1876" y="202"/>
                  <a:pt x="1876" y="202"/>
                  <a:pt x="1876" y="202"/>
                </a:cubicBezTo>
                <a:cubicBezTo>
                  <a:pt x="1876" y="202"/>
                  <a:pt x="1876" y="202"/>
                  <a:pt x="1876" y="202"/>
                </a:cubicBezTo>
                <a:cubicBezTo>
                  <a:pt x="1877" y="200"/>
                  <a:pt x="1877" y="200"/>
                  <a:pt x="1877" y="200"/>
                </a:cubicBezTo>
                <a:cubicBezTo>
                  <a:pt x="1877" y="200"/>
                  <a:pt x="1877" y="200"/>
                  <a:pt x="1877" y="200"/>
                </a:cubicBezTo>
                <a:cubicBezTo>
                  <a:pt x="1879" y="198"/>
                  <a:pt x="1879" y="198"/>
                  <a:pt x="1879" y="198"/>
                </a:cubicBezTo>
                <a:cubicBezTo>
                  <a:pt x="1879" y="198"/>
                  <a:pt x="1879" y="198"/>
                  <a:pt x="1879" y="198"/>
                </a:cubicBezTo>
                <a:cubicBezTo>
                  <a:pt x="1879" y="194"/>
                  <a:pt x="1879" y="194"/>
                  <a:pt x="1879" y="194"/>
                </a:cubicBezTo>
                <a:cubicBezTo>
                  <a:pt x="1879" y="194"/>
                  <a:pt x="1879" y="194"/>
                  <a:pt x="1879" y="194"/>
                </a:cubicBezTo>
                <a:cubicBezTo>
                  <a:pt x="1878" y="194"/>
                  <a:pt x="1878" y="194"/>
                  <a:pt x="1878" y="194"/>
                </a:cubicBezTo>
                <a:cubicBezTo>
                  <a:pt x="1878" y="194"/>
                  <a:pt x="1878" y="194"/>
                  <a:pt x="1878" y="194"/>
                </a:cubicBezTo>
                <a:cubicBezTo>
                  <a:pt x="1877" y="193"/>
                  <a:pt x="1877" y="193"/>
                  <a:pt x="1877" y="193"/>
                </a:cubicBezTo>
                <a:cubicBezTo>
                  <a:pt x="1877" y="193"/>
                  <a:pt x="1877" y="193"/>
                  <a:pt x="1877" y="193"/>
                </a:cubicBezTo>
                <a:cubicBezTo>
                  <a:pt x="1876" y="192"/>
                  <a:pt x="1876" y="192"/>
                  <a:pt x="1876" y="192"/>
                </a:cubicBezTo>
                <a:cubicBezTo>
                  <a:pt x="1876" y="192"/>
                  <a:pt x="1876" y="192"/>
                  <a:pt x="1876" y="192"/>
                </a:cubicBezTo>
                <a:cubicBezTo>
                  <a:pt x="1876" y="191"/>
                  <a:pt x="1876" y="191"/>
                  <a:pt x="1876" y="191"/>
                </a:cubicBezTo>
                <a:cubicBezTo>
                  <a:pt x="1876" y="191"/>
                  <a:pt x="1876" y="191"/>
                  <a:pt x="1876" y="191"/>
                </a:cubicBezTo>
                <a:cubicBezTo>
                  <a:pt x="1875" y="191"/>
                  <a:pt x="1875" y="191"/>
                  <a:pt x="1875" y="191"/>
                </a:cubicBezTo>
                <a:cubicBezTo>
                  <a:pt x="1875" y="191"/>
                  <a:pt x="1875" y="191"/>
                  <a:pt x="1875" y="191"/>
                </a:cubicBezTo>
                <a:cubicBezTo>
                  <a:pt x="1874" y="190"/>
                  <a:pt x="1874" y="190"/>
                  <a:pt x="1874" y="190"/>
                </a:cubicBezTo>
                <a:cubicBezTo>
                  <a:pt x="1874" y="190"/>
                  <a:pt x="1874" y="190"/>
                  <a:pt x="1874" y="190"/>
                </a:cubicBezTo>
                <a:cubicBezTo>
                  <a:pt x="1873" y="189"/>
                  <a:pt x="1873" y="189"/>
                  <a:pt x="1873" y="189"/>
                </a:cubicBezTo>
                <a:cubicBezTo>
                  <a:pt x="1873" y="189"/>
                  <a:pt x="1873" y="189"/>
                  <a:pt x="1873" y="189"/>
                </a:cubicBezTo>
                <a:cubicBezTo>
                  <a:pt x="1873" y="188"/>
                  <a:pt x="1873" y="188"/>
                  <a:pt x="1873" y="188"/>
                </a:cubicBezTo>
                <a:cubicBezTo>
                  <a:pt x="1873" y="188"/>
                  <a:pt x="1873" y="188"/>
                  <a:pt x="1873" y="188"/>
                </a:cubicBezTo>
                <a:cubicBezTo>
                  <a:pt x="1865" y="191"/>
                  <a:pt x="1865" y="191"/>
                  <a:pt x="1865" y="191"/>
                </a:cubicBezTo>
                <a:cubicBezTo>
                  <a:pt x="1865" y="191"/>
                  <a:pt x="1865" y="191"/>
                  <a:pt x="1865" y="191"/>
                </a:cubicBezTo>
                <a:cubicBezTo>
                  <a:pt x="1858" y="194"/>
                  <a:pt x="1858" y="194"/>
                  <a:pt x="1858" y="194"/>
                </a:cubicBezTo>
                <a:cubicBezTo>
                  <a:pt x="1858" y="194"/>
                  <a:pt x="1858" y="194"/>
                  <a:pt x="1858" y="194"/>
                </a:cubicBezTo>
                <a:cubicBezTo>
                  <a:pt x="1852" y="198"/>
                  <a:pt x="1852" y="198"/>
                  <a:pt x="1852" y="198"/>
                </a:cubicBezTo>
                <a:cubicBezTo>
                  <a:pt x="1852" y="198"/>
                  <a:pt x="1852" y="198"/>
                  <a:pt x="1852" y="198"/>
                </a:cubicBezTo>
                <a:cubicBezTo>
                  <a:pt x="1847" y="201"/>
                  <a:pt x="1847" y="201"/>
                  <a:pt x="1847" y="201"/>
                </a:cubicBezTo>
                <a:cubicBezTo>
                  <a:pt x="1847" y="201"/>
                  <a:pt x="1847" y="201"/>
                  <a:pt x="1847" y="201"/>
                </a:cubicBezTo>
                <a:cubicBezTo>
                  <a:pt x="1841" y="207"/>
                  <a:pt x="1841" y="207"/>
                  <a:pt x="1841" y="207"/>
                </a:cubicBezTo>
                <a:cubicBezTo>
                  <a:pt x="1841" y="207"/>
                  <a:pt x="1841" y="207"/>
                  <a:pt x="1841" y="207"/>
                </a:cubicBezTo>
                <a:cubicBezTo>
                  <a:pt x="1835" y="212"/>
                  <a:pt x="1835" y="212"/>
                  <a:pt x="1835" y="212"/>
                </a:cubicBezTo>
                <a:cubicBezTo>
                  <a:pt x="1835" y="212"/>
                  <a:pt x="1835" y="212"/>
                  <a:pt x="1835" y="212"/>
                </a:cubicBezTo>
                <a:cubicBezTo>
                  <a:pt x="1829" y="216"/>
                  <a:pt x="1829" y="216"/>
                  <a:pt x="1829" y="216"/>
                </a:cubicBezTo>
                <a:cubicBezTo>
                  <a:pt x="1829" y="216"/>
                  <a:pt x="1829" y="216"/>
                  <a:pt x="1829" y="216"/>
                </a:cubicBezTo>
                <a:cubicBezTo>
                  <a:pt x="1825" y="221"/>
                  <a:pt x="1825" y="221"/>
                  <a:pt x="1825" y="221"/>
                </a:cubicBezTo>
                <a:cubicBezTo>
                  <a:pt x="1825" y="221"/>
                  <a:pt x="1825" y="221"/>
                  <a:pt x="1825" y="221"/>
                </a:cubicBezTo>
                <a:cubicBezTo>
                  <a:pt x="1824" y="224"/>
                  <a:pt x="1824" y="224"/>
                  <a:pt x="1824" y="224"/>
                </a:cubicBezTo>
                <a:cubicBezTo>
                  <a:pt x="1824" y="224"/>
                  <a:pt x="1824" y="224"/>
                  <a:pt x="1824" y="224"/>
                </a:cubicBezTo>
                <a:cubicBezTo>
                  <a:pt x="1824" y="226"/>
                  <a:pt x="1824" y="226"/>
                  <a:pt x="1824" y="226"/>
                </a:cubicBezTo>
                <a:cubicBezTo>
                  <a:pt x="1824" y="226"/>
                  <a:pt x="1824" y="226"/>
                  <a:pt x="1824" y="226"/>
                </a:cubicBezTo>
                <a:cubicBezTo>
                  <a:pt x="1824" y="228"/>
                  <a:pt x="1824" y="228"/>
                  <a:pt x="1824" y="228"/>
                </a:cubicBezTo>
                <a:cubicBezTo>
                  <a:pt x="1824" y="228"/>
                  <a:pt x="1824" y="228"/>
                  <a:pt x="1824" y="228"/>
                </a:cubicBezTo>
                <a:cubicBezTo>
                  <a:pt x="1824" y="229"/>
                  <a:pt x="1824" y="229"/>
                  <a:pt x="1824" y="229"/>
                </a:cubicBezTo>
                <a:cubicBezTo>
                  <a:pt x="1824" y="229"/>
                  <a:pt x="1824" y="229"/>
                  <a:pt x="1824" y="229"/>
                </a:cubicBezTo>
                <a:cubicBezTo>
                  <a:pt x="1823" y="232"/>
                  <a:pt x="1823" y="232"/>
                  <a:pt x="1823" y="232"/>
                </a:cubicBezTo>
                <a:cubicBezTo>
                  <a:pt x="1823" y="232"/>
                  <a:pt x="1823" y="232"/>
                  <a:pt x="1823" y="232"/>
                </a:cubicBezTo>
                <a:cubicBezTo>
                  <a:pt x="1823" y="234"/>
                  <a:pt x="1823" y="234"/>
                  <a:pt x="1823" y="234"/>
                </a:cubicBezTo>
                <a:cubicBezTo>
                  <a:pt x="1823" y="234"/>
                  <a:pt x="1823" y="234"/>
                  <a:pt x="1823" y="234"/>
                </a:cubicBezTo>
                <a:cubicBezTo>
                  <a:pt x="1822" y="236"/>
                  <a:pt x="1822" y="236"/>
                  <a:pt x="1822" y="236"/>
                </a:cubicBezTo>
                <a:cubicBezTo>
                  <a:pt x="1822" y="236"/>
                  <a:pt x="1822" y="236"/>
                  <a:pt x="1822" y="236"/>
                </a:cubicBezTo>
                <a:cubicBezTo>
                  <a:pt x="1822" y="238"/>
                  <a:pt x="1822" y="238"/>
                  <a:pt x="1822" y="238"/>
                </a:cubicBezTo>
                <a:cubicBezTo>
                  <a:pt x="1822" y="238"/>
                  <a:pt x="1822" y="238"/>
                  <a:pt x="1822" y="238"/>
                </a:cubicBezTo>
                <a:cubicBezTo>
                  <a:pt x="1819" y="239"/>
                  <a:pt x="1819" y="239"/>
                  <a:pt x="1819" y="239"/>
                </a:cubicBezTo>
                <a:cubicBezTo>
                  <a:pt x="1819" y="239"/>
                  <a:pt x="1819" y="239"/>
                  <a:pt x="1819" y="239"/>
                </a:cubicBezTo>
                <a:cubicBezTo>
                  <a:pt x="1817" y="240"/>
                  <a:pt x="1817" y="240"/>
                  <a:pt x="1817" y="240"/>
                </a:cubicBezTo>
                <a:cubicBezTo>
                  <a:pt x="1817" y="240"/>
                  <a:pt x="1817" y="240"/>
                  <a:pt x="1817" y="240"/>
                </a:cubicBezTo>
                <a:cubicBezTo>
                  <a:pt x="1815" y="241"/>
                  <a:pt x="1815" y="241"/>
                  <a:pt x="1815" y="241"/>
                </a:cubicBezTo>
                <a:cubicBezTo>
                  <a:pt x="1815" y="241"/>
                  <a:pt x="1815" y="241"/>
                  <a:pt x="1815" y="241"/>
                </a:cubicBezTo>
                <a:cubicBezTo>
                  <a:pt x="1814" y="242"/>
                  <a:pt x="1814" y="242"/>
                  <a:pt x="1814" y="242"/>
                </a:cubicBezTo>
                <a:cubicBezTo>
                  <a:pt x="1814" y="242"/>
                  <a:pt x="1814" y="242"/>
                  <a:pt x="1814" y="242"/>
                </a:cubicBezTo>
                <a:cubicBezTo>
                  <a:pt x="1812" y="243"/>
                  <a:pt x="1812" y="243"/>
                  <a:pt x="1812" y="243"/>
                </a:cubicBezTo>
                <a:cubicBezTo>
                  <a:pt x="1812" y="243"/>
                  <a:pt x="1812" y="243"/>
                  <a:pt x="1812" y="243"/>
                </a:cubicBezTo>
                <a:cubicBezTo>
                  <a:pt x="1810" y="243"/>
                  <a:pt x="1810" y="243"/>
                  <a:pt x="1810" y="243"/>
                </a:cubicBezTo>
                <a:cubicBezTo>
                  <a:pt x="1810" y="243"/>
                  <a:pt x="1810" y="243"/>
                  <a:pt x="1810" y="243"/>
                </a:cubicBezTo>
                <a:cubicBezTo>
                  <a:pt x="1808" y="243"/>
                  <a:pt x="1808" y="243"/>
                  <a:pt x="1808" y="243"/>
                </a:cubicBezTo>
                <a:cubicBezTo>
                  <a:pt x="1808" y="243"/>
                  <a:pt x="1808" y="243"/>
                  <a:pt x="1808" y="243"/>
                </a:cubicBezTo>
                <a:cubicBezTo>
                  <a:pt x="1807" y="242"/>
                  <a:pt x="1807" y="242"/>
                  <a:pt x="1807" y="242"/>
                </a:cubicBezTo>
                <a:cubicBezTo>
                  <a:pt x="1807" y="242"/>
                  <a:pt x="1807" y="242"/>
                  <a:pt x="1807" y="242"/>
                </a:cubicBezTo>
                <a:cubicBezTo>
                  <a:pt x="1804" y="235"/>
                  <a:pt x="1804" y="235"/>
                  <a:pt x="1804" y="235"/>
                </a:cubicBezTo>
                <a:cubicBezTo>
                  <a:pt x="1804" y="235"/>
                  <a:pt x="1804" y="235"/>
                  <a:pt x="1804" y="235"/>
                </a:cubicBezTo>
                <a:cubicBezTo>
                  <a:pt x="1800" y="227"/>
                  <a:pt x="1800" y="227"/>
                  <a:pt x="1800" y="227"/>
                </a:cubicBezTo>
                <a:cubicBezTo>
                  <a:pt x="1800" y="227"/>
                  <a:pt x="1800" y="227"/>
                  <a:pt x="1800" y="227"/>
                </a:cubicBezTo>
                <a:cubicBezTo>
                  <a:pt x="1798" y="219"/>
                  <a:pt x="1798" y="219"/>
                  <a:pt x="1798" y="219"/>
                </a:cubicBezTo>
                <a:cubicBezTo>
                  <a:pt x="1798" y="219"/>
                  <a:pt x="1798" y="219"/>
                  <a:pt x="1798" y="219"/>
                </a:cubicBezTo>
                <a:cubicBezTo>
                  <a:pt x="1794" y="211"/>
                  <a:pt x="1794" y="211"/>
                  <a:pt x="1794" y="211"/>
                </a:cubicBezTo>
                <a:cubicBezTo>
                  <a:pt x="1794" y="211"/>
                  <a:pt x="1794" y="211"/>
                  <a:pt x="1794" y="211"/>
                </a:cubicBezTo>
                <a:cubicBezTo>
                  <a:pt x="1790" y="204"/>
                  <a:pt x="1790" y="204"/>
                  <a:pt x="1790" y="204"/>
                </a:cubicBezTo>
                <a:cubicBezTo>
                  <a:pt x="1790" y="204"/>
                  <a:pt x="1790" y="204"/>
                  <a:pt x="1790" y="204"/>
                </a:cubicBezTo>
                <a:cubicBezTo>
                  <a:pt x="1786" y="197"/>
                  <a:pt x="1786" y="197"/>
                  <a:pt x="1786" y="197"/>
                </a:cubicBezTo>
                <a:cubicBezTo>
                  <a:pt x="1786" y="197"/>
                  <a:pt x="1786" y="197"/>
                  <a:pt x="1786" y="197"/>
                </a:cubicBezTo>
                <a:cubicBezTo>
                  <a:pt x="1781" y="191"/>
                  <a:pt x="1781" y="191"/>
                  <a:pt x="1781" y="191"/>
                </a:cubicBezTo>
                <a:cubicBezTo>
                  <a:pt x="1781" y="191"/>
                  <a:pt x="1781" y="191"/>
                  <a:pt x="1781" y="191"/>
                </a:cubicBezTo>
                <a:cubicBezTo>
                  <a:pt x="1775" y="185"/>
                  <a:pt x="1775" y="185"/>
                  <a:pt x="1775" y="185"/>
                </a:cubicBezTo>
                <a:cubicBezTo>
                  <a:pt x="1775" y="185"/>
                  <a:pt x="1775" y="185"/>
                  <a:pt x="1775" y="185"/>
                </a:cubicBezTo>
                <a:cubicBezTo>
                  <a:pt x="1775" y="185"/>
                  <a:pt x="1775" y="185"/>
                  <a:pt x="1775" y="185"/>
                </a:cubicBezTo>
                <a:cubicBezTo>
                  <a:pt x="1775" y="185"/>
                  <a:pt x="1775" y="185"/>
                  <a:pt x="1775" y="185"/>
                </a:cubicBezTo>
                <a:cubicBezTo>
                  <a:pt x="1775" y="184"/>
                  <a:pt x="1775" y="184"/>
                  <a:pt x="1775" y="184"/>
                </a:cubicBezTo>
                <a:cubicBezTo>
                  <a:pt x="1775" y="184"/>
                  <a:pt x="1775" y="184"/>
                  <a:pt x="1775" y="184"/>
                </a:cubicBezTo>
                <a:cubicBezTo>
                  <a:pt x="1775" y="183"/>
                  <a:pt x="1775" y="183"/>
                  <a:pt x="1775" y="183"/>
                </a:cubicBezTo>
                <a:cubicBezTo>
                  <a:pt x="1775" y="183"/>
                  <a:pt x="1775" y="183"/>
                  <a:pt x="1775" y="183"/>
                </a:cubicBezTo>
                <a:cubicBezTo>
                  <a:pt x="1775" y="183"/>
                  <a:pt x="1775" y="183"/>
                  <a:pt x="1775" y="183"/>
                </a:cubicBezTo>
                <a:cubicBezTo>
                  <a:pt x="1775" y="183"/>
                  <a:pt x="1775" y="183"/>
                  <a:pt x="1775" y="183"/>
                </a:cubicBezTo>
                <a:cubicBezTo>
                  <a:pt x="1776" y="182"/>
                  <a:pt x="1776" y="182"/>
                  <a:pt x="1776" y="182"/>
                </a:cubicBezTo>
                <a:cubicBezTo>
                  <a:pt x="1776" y="182"/>
                  <a:pt x="1776" y="182"/>
                  <a:pt x="1776" y="182"/>
                </a:cubicBezTo>
                <a:cubicBezTo>
                  <a:pt x="1777" y="181"/>
                  <a:pt x="1777" y="181"/>
                  <a:pt x="1777" y="181"/>
                </a:cubicBezTo>
                <a:cubicBezTo>
                  <a:pt x="1777" y="181"/>
                  <a:pt x="1777" y="181"/>
                  <a:pt x="1777" y="181"/>
                </a:cubicBezTo>
                <a:cubicBezTo>
                  <a:pt x="1779" y="179"/>
                  <a:pt x="1779" y="179"/>
                  <a:pt x="1779" y="179"/>
                </a:cubicBezTo>
                <a:cubicBezTo>
                  <a:pt x="1779" y="179"/>
                  <a:pt x="1779" y="179"/>
                  <a:pt x="1779" y="179"/>
                </a:cubicBezTo>
                <a:cubicBezTo>
                  <a:pt x="1780" y="179"/>
                  <a:pt x="1780" y="179"/>
                  <a:pt x="1780" y="179"/>
                </a:cubicBezTo>
                <a:cubicBezTo>
                  <a:pt x="1780" y="179"/>
                  <a:pt x="1780" y="179"/>
                  <a:pt x="1780" y="179"/>
                </a:cubicBezTo>
                <a:cubicBezTo>
                  <a:pt x="1782" y="179"/>
                  <a:pt x="1782" y="179"/>
                  <a:pt x="1782" y="179"/>
                </a:cubicBezTo>
                <a:cubicBezTo>
                  <a:pt x="1782" y="179"/>
                  <a:pt x="1782" y="179"/>
                  <a:pt x="1782" y="179"/>
                </a:cubicBezTo>
                <a:cubicBezTo>
                  <a:pt x="1784" y="179"/>
                  <a:pt x="1784" y="179"/>
                  <a:pt x="1784" y="179"/>
                </a:cubicBezTo>
                <a:cubicBezTo>
                  <a:pt x="1784" y="179"/>
                  <a:pt x="1784" y="179"/>
                  <a:pt x="1784" y="179"/>
                </a:cubicBezTo>
                <a:cubicBezTo>
                  <a:pt x="1786" y="178"/>
                  <a:pt x="1786" y="178"/>
                  <a:pt x="1786" y="178"/>
                </a:cubicBezTo>
                <a:cubicBezTo>
                  <a:pt x="1786" y="178"/>
                  <a:pt x="1786" y="178"/>
                  <a:pt x="1786" y="178"/>
                </a:cubicBezTo>
                <a:cubicBezTo>
                  <a:pt x="1788" y="179"/>
                  <a:pt x="1788" y="179"/>
                  <a:pt x="1788" y="179"/>
                </a:cubicBezTo>
                <a:cubicBezTo>
                  <a:pt x="1788" y="179"/>
                  <a:pt x="1788" y="179"/>
                  <a:pt x="1788" y="179"/>
                </a:cubicBezTo>
                <a:cubicBezTo>
                  <a:pt x="1790" y="179"/>
                  <a:pt x="1790" y="179"/>
                  <a:pt x="1790" y="179"/>
                </a:cubicBezTo>
                <a:cubicBezTo>
                  <a:pt x="1790" y="179"/>
                  <a:pt x="1790" y="179"/>
                  <a:pt x="1790" y="179"/>
                </a:cubicBezTo>
                <a:cubicBezTo>
                  <a:pt x="1792" y="179"/>
                  <a:pt x="1792" y="179"/>
                  <a:pt x="1792" y="179"/>
                </a:cubicBezTo>
                <a:cubicBezTo>
                  <a:pt x="1792" y="179"/>
                  <a:pt x="1792" y="179"/>
                  <a:pt x="1792" y="179"/>
                </a:cubicBezTo>
                <a:cubicBezTo>
                  <a:pt x="1795" y="179"/>
                  <a:pt x="1795" y="179"/>
                  <a:pt x="1795" y="179"/>
                </a:cubicBezTo>
                <a:cubicBezTo>
                  <a:pt x="1795" y="179"/>
                  <a:pt x="1795" y="179"/>
                  <a:pt x="1795" y="179"/>
                </a:cubicBezTo>
                <a:cubicBezTo>
                  <a:pt x="1821" y="209"/>
                  <a:pt x="1821" y="209"/>
                  <a:pt x="1821" y="209"/>
                </a:cubicBezTo>
                <a:cubicBezTo>
                  <a:pt x="1821" y="209"/>
                  <a:pt x="1821" y="209"/>
                  <a:pt x="1821" y="209"/>
                </a:cubicBezTo>
                <a:cubicBezTo>
                  <a:pt x="1822" y="209"/>
                  <a:pt x="1822" y="209"/>
                  <a:pt x="1822" y="209"/>
                </a:cubicBezTo>
                <a:cubicBezTo>
                  <a:pt x="1822" y="209"/>
                  <a:pt x="1822" y="209"/>
                  <a:pt x="1822" y="209"/>
                </a:cubicBezTo>
                <a:cubicBezTo>
                  <a:pt x="1824" y="209"/>
                  <a:pt x="1824" y="209"/>
                  <a:pt x="1824" y="209"/>
                </a:cubicBezTo>
                <a:cubicBezTo>
                  <a:pt x="1824" y="209"/>
                  <a:pt x="1824" y="209"/>
                  <a:pt x="1824" y="209"/>
                </a:cubicBezTo>
                <a:cubicBezTo>
                  <a:pt x="1825" y="209"/>
                  <a:pt x="1825" y="209"/>
                  <a:pt x="1825" y="209"/>
                </a:cubicBezTo>
                <a:cubicBezTo>
                  <a:pt x="1825" y="209"/>
                  <a:pt x="1825" y="209"/>
                  <a:pt x="1825" y="209"/>
                </a:cubicBezTo>
                <a:cubicBezTo>
                  <a:pt x="1827" y="208"/>
                  <a:pt x="1827" y="208"/>
                  <a:pt x="1827" y="208"/>
                </a:cubicBezTo>
                <a:cubicBezTo>
                  <a:pt x="1827" y="208"/>
                  <a:pt x="1827" y="208"/>
                  <a:pt x="1827" y="208"/>
                </a:cubicBezTo>
                <a:cubicBezTo>
                  <a:pt x="1828" y="208"/>
                  <a:pt x="1828" y="208"/>
                  <a:pt x="1828" y="208"/>
                </a:cubicBezTo>
                <a:cubicBezTo>
                  <a:pt x="1828" y="208"/>
                  <a:pt x="1828" y="208"/>
                  <a:pt x="1828" y="208"/>
                </a:cubicBezTo>
                <a:cubicBezTo>
                  <a:pt x="1829" y="206"/>
                  <a:pt x="1829" y="206"/>
                  <a:pt x="1829" y="206"/>
                </a:cubicBezTo>
                <a:cubicBezTo>
                  <a:pt x="1829" y="206"/>
                  <a:pt x="1829" y="206"/>
                  <a:pt x="1829" y="206"/>
                </a:cubicBezTo>
                <a:cubicBezTo>
                  <a:pt x="1830" y="205"/>
                  <a:pt x="1830" y="205"/>
                  <a:pt x="1830" y="205"/>
                </a:cubicBezTo>
                <a:cubicBezTo>
                  <a:pt x="1830" y="205"/>
                  <a:pt x="1830" y="205"/>
                  <a:pt x="1830" y="205"/>
                </a:cubicBezTo>
                <a:cubicBezTo>
                  <a:pt x="1832" y="202"/>
                  <a:pt x="1832" y="202"/>
                  <a:pt x="1832" y="202"/>
                </a:cubicBezTo>
                <a:cubicBezTo>
                  <a:pt x="1832" y="202"/>
                  <a:pt x="1832" y="202"/>
                  <a:pt x="1832" y="202"/>
                </a:cubicBezTo>
                <a:cubicBezTo>
                  <a:pt x="1821" y="171"/>
                  <a:pt x="1821" y="171"/>
                  <a:pt x="1821" y="171"/>
                </a:cubicBezTo>
                <a:cubicBezTo>
                  <a:pt x="1821" y="171"/>
                  <a:pt x="1821" y="171"/>
                  <a:pt x="1821" y="171"/>
                </a:cubicBezTo>
                <a:cubicBezTo>
                  <a:pt x="1798" y="130"/>
                  <a:pt x="1798" y="130"/>
                  <a:pt x="1798" y="130"/>
                </a:cubicBezTo>
                <a:cubicBezTo>
                  <a:pt x="1798" y="130"/>
                  <a:pt x="1798" y="130"/>
                  <a:pt x="1798" y="130"/>
                </a:cubicBezTo>
                <a:cubicBezTo>
                  <a:pt x="1796" y="130"/>
                  <a:pt x="1796" y="130"/>
                  <a:pt x="1796" y="130"/>
                </a:cubicBezTo>
                <a:cubicBezTo>
                  <a:pt x="1796" y="130"/>
                  <a:pt x="1796" y="130"/>
                  <a:pt x="1796" y="130"/>
                </a:cubicBezTo>
                <a:cubicBezTo>
                  <a:pt x="1796" y="128"/>
                  <a:pt x="1796" y="128"/>
                  <a:pt x="1796" y="128"/>
                </a:cubicBezTo>
                <a:cubicBezTo>
                  <a:pt x="1796" y="128"/>
                  <a:pt x="1796" y="128"/>
                  <a:pt x="1796" y="128"/>
                </a:cubicBezTo>
                <a:cubicBezTo>
                  <a:pt x="1796" y="128"/>
                  <a:pt x="1796" y="128"/>
                  <a:pt x="1796" y="128"/>
                </a:cubicBezTo>
                <a:cubicBezTo>
                  <a:pt x="1796" y="128"/>
                  <a:pt x="1796" y="128"/>
                  <a:pt x="1796" y="128"/>
                </a:cubicBezTo>
                <a:cubicBezTo>
                  <a:pt x="1796" y="127"/>
                  <a:pt x="1796" y="127"/>
                  <a:pt x="1796" y="127"/>
                </a:cubicBezTo>
                <a:cubicBezTo>
                  <a:pt x="1796" y="127"/>
                  <a:pt x="1796" y="127"/>
                  <a:pt x="1796" y="127"/>
                </a:cubicBezTo>
                <a:cubicBezTo>
                  <a:pt x="1795" y="126"/>
                  <a:pt x="1795" y="126"/>
                  <a:pt x="1795" y="126"/>
                </a:cubicBezTo>
                <a:cubicBezTo>
                  <a:pt x="1795" y="126"/>
                  <a:pt x="1795" y="126"/>
                  <a:pt x="1795" y="126"/>
                </a:cubicBezTo>
                <a:cubicBezTo>
                  <a:pt x="1795" y="124"/>
                  <a:pt x="1795" y="124"/>
                  <a:pt x="1795" y="124"/>
                </a:cubicBezTo>
                <a:cubicBezTo>
                  <a:pt x="1795" y="124"/>
                  <a:pt x="1795" y="124"/>
                  <a:pt x="1795" y="124"/>
                </a:cubicBezTo>
                <a:cubicBezTo>
                  <a:pt x="1795" y="123"/>
                  <a:pt x="1795" y="123"/>
                  <a:pt x="1795" y="123"/>
                </a:cubicBezTo>
                <a:cubicBezTo>
                  <a:pt x="1795" y="123"/>
                  <a:pt x="1795" y="123"/>
                  <a:pt x="1795" y="123"/>
                </a:cubicBezTo>
                <a:cubicBezTo>
                  <a:pt x="1795" y="121"/>
                  <a:pt x="1795" y="121"/>
                  <a:pt x="1795" y="121"/>
                </a:cubicBezTo>
                <a:cubicBezTo>
                  <a:pt x="1795" y="121"/>
                  <a:pt x="1795" y="121"/>
                  <a:pt x="1795" y="121"/>
                </a:cubicBezTo>
                <a:cubicBezTo>
                  <a:pt x="1792" y="121"/>
                  <a:pt x="1792" y="121"/>
                  <a:pt x="1792" y="121"/>
                </a:cubicBezTo>
                <a:cubicBezTo>
                  <a:pt x="1792" y="121"/>
                  <a:pt x="1792" y="121"/>
                  <a:pt x="1792" y="121"/>
                </a:cubicBezTo>
                <a:cubicBezTo>
                  <a:pt x="1789" y="118"/>
                  <a:pt x="1789" y="118"/>
                  <a:pt x="1789" y="118"/>
                </a:cubicBezTo>
                <a:cubicBezTo>
                  <a:pt x="1789" y="118"/>
                  <a:pt x="1789" y="118"/>
                  <a:pt x="1789" y="118"/>
                </a:cubicBezTo>
                <a:cubicBezTo>
                  <a:pt x="1786" y="115"/>
                  <a:pt x="1786" y="115"/>
                  <a:pt x="1786" y="115"/>
                </a:cubicBezTo>
                <a:cubicBezTo>
                  <a:pt x="1786" y="115"/>
                  <a:pt x="1786" y="115"/>
                  <a:pt x="1786" y="115"/>
                </a:cubicBezTo>
                <a:cubicBezTo>
                  <a:pt x="1786" y="113"/>
                  <a:pt x="1786" y="113"/>
                  <a:pt x="1786" y="113"/>
                </a:cubicBezTo>
                <a:cubicBezTo>
                  <a:pt x="1786" y="113"/>
                  <a:pt x="1786" y="113"/>
                  <a:pt x="1786" y="113"/>
                </a:cubicBezTo>
                <a:cubicBezTo>
                  <a:pt x="1784" y="110"/>
                  <a:pt x="1784" y="110"/>
                  <a:pt x="1784" y="110"/>
                </a:cubicBezTo>
                <a:cubicBezTo>
                  <a:pt x="1784" y="110"/>
                  <a:pt x="1784" y="110"/>
                  <a:pt x="1784" y="110"/>
                </a:cubicBezTo>
                <a:cubicBezTo>
                  <a:pt x="1784" y="107"/>
                  <a:pt x="1784" y="107"/>
                  <a:pt x="1784" y="107"/>
                </a:cubicBezTo>
                <a:cubicBezTo>
                  <a:pt x="1784" y="107"/>
                  <a:pt x="1784" y="107"/>
                  <a:pt x="1784" y="107"/>
                </a:cubicBezTo>
                <a:cubicBezTo>
                  <a:pt x="1784" y="103"/>
                  <a:pt x="1784" y="103"/>
                  <a:pt x="1784" y="103"/>
                </a:cubicBezTo>
                <a:cubicBezTo>
                  <a:pt x="1784" y="103"/>
                  <a:pt x="1784" y="103"/>
                  <a:pt x="1784" y="103"/>
                </a:cubicBezTo>
                <a:cubicBezTo>
                  <a:pt x="1786" y="99"/>
                  <a:pt x="1786" y="99"/>
                  <a:pt x="1786" y="99"/>
                </a:cubicBezTo>
                <a:cubicBezTo>
                  <a:pt x="1786" y="99"/>
                  <a:pt x="1786" y="99"/>
                  <a:pt x="1786" y="99"/>
                </a:cubicBezTo>
                <a:cubicBezTo>
                  <a:pt x="1793" y="99"/>
                  <a:pt x="1793" y="99"/>
                  <a:pt x="1793" y="99"/>
                </a:cubicBezTo>
                <a:cubicBezTo>
                  <a:pt x="1793" y="99"/>
                  <a:pt x="1793" y="99"/>
                  <a:pt x="1793" y="99"/>
                </a:cubicBezTo>
                <a:cubicBezTo>
                  <a:pt x="1795" y="100"/>
                  <a:pt x="1795" y="100"/>
                  <a:pt x="1795" y="100"/>
                </a:cubicBezTo>
                <a:cubicBezTo>
                  <a:pt x="1795" y="100"/>
                  <a:pt x="1795" y="100"/>
                  <a:pt x="1795" y="100"/>
                </a:cubicBezTo>
                <a:cubicBezTo>
                  <a:pt x="1798" y="101"/>
                  <a:pt x="1798" y="101"/>
                  <a:pt x="1798" y="101"/>
                </a:cubicBezTo>
                <a:cubicBezTo>
                  <a:pt x="1798" y="101"/>
                  <a:pt x="1798" y="101"/>
                  <a:pt x="1798" y="101"/>
                </a:cubicBezTo>
                <a:cubicBezTo>
                  <a:pt x="1802" y="103"/>
                  <a:pt x="1802" y="103"/>
                  <a:pt x="1802" y="103"/>
                </a:cubicBezTo>
                <a:cubicBezTo>
                  <a:pt x="1802" y="103"/>
                  <a:pt x="1802" y="103"/>
                  <a:pt x="1802" y="103"/>
                </a:cubicBezTo>
                <a:cubicBezTo>
                  <a:pt x="1805" y="104"/>
                  <a:pt x="1805" y="104"/>
                  <a:pt x="1805" y="104"/>
                </a:cubicBezTo>
                <a:cubicBezTo>
                  <a:pt x="1805" y="104"/>
                  <a:pt x="1805" y="104"/>
                  <a:pt x="1805" y="104"/>
                </a:cubicBezTo>
                <a:cubicBezTo>
                  <a:pt x="1807" y="107"/>
                  <a:pt x="1807" y="107"/>
                  <a:pt x="1807" y="107"/>
                </a:cubicBezTo>
                <a:cubicBezTo>
                  <a:pt x="1807" y="107"/>
                  <a:pt x="1807" y="107"/>
                  <a:pt x="1807" y="107"/>
                </a:cubicBezTo>
                <a:cubicBezTo>
                  <a:pt x="1810" y="109"/>
                  <a:pt x="1810" y="109"/>
                  <a:pt x="1810" y="109"/>
                </a:cubicBezTo>
                <a:cubicBezTo>
                  <a:pt x="1810" y="109"/>
                  <a:pt x="1810" y="109"/>
                  <a:pt x="1810" y="109"/>
                </a:cubicBezTo>
                <a:cubicBezTo>
                  <a:pt x="1812" y="112"/>
                  <a:pt x="1812" y="112"/>
                  <a:pt x="1812" y="112"/>
                </a:cubicBezTo>
                <a:cubicBezTo>
                  <a:pt x="1812" y="112"/>
                  <a:pt x="1812" y="112"/>
                  <a:pt x="1812" y="112"/>
                </a:cubicBezTo>
                <a:cubicBezTo>
                  <a:pt x="1814" y="114"/>
                  <a:pt x="1814" y="114"/>
                  <a:pt x="1814" y="114"/>
                </a:cubicBezTo>
                <a:cubicBezTo>
                  <a:pt x="1814" y="114"/>
                  <a:pt x="1814" y="114"/>
                  <a:pt x="1814" y="114"/>
                </a:cubicBezTo>
                <a:cubicBezTo>
                  <a:pt x="1815" y="116"/>
                  <a:pt x="1815" y="116"/>
                  <a:pt x="1815" y="116"/>
                </a:cubicBezTo>
                <a:cubicBezTo>
                  <a:pt x="1815" y="116"/>
                  <a:pt x="1815" y="116"/>
                  <a:pt x="1815" y="116"/>
                </a:cubicBezTo>
                <a:cubicBezTo>
                  <a:pt x="1816" y="117"/>
                  <a:pt x="1816" y="117"/>
                  <a:pt x="1816" y="117"/>
                </a:cubicBezTo>
                <a:cubicBezTo>
                  <a:pt x="1816" y="117"/>
                  <a:pt x="1816" y="117"/>
                  <a:pt x="1816" y="117"/>
                </a:cubicBezTo>
                <a:cubicBezTo>
                  <a:pt x="1817" y="119"/>
                  <a:pt x="1817" y="119"/>
                  <a:pt x="1817" y="119"/>
                </a:cubicBezTo>
                <a:cubicBezTo>
                  <a:pt x="1817" y="119"/>
                  <a:pt x="1817" y="119"/>
                  <a:pt x="1817" y="119"/>
                </a:cubicBezTo>
                <a:cubicBezTo>
                  <a:pt x="1818" y="120"/>
                  <a:pt x="1818" y="120"/>
                  <a:pt x="1818" y="120"/>
                </a:cubicBezTo>
                <a:cubicBezTo>
                  <a:pt x="1818" y="120"/>
                  <a:pt x="1818" y="120"/>
                  <a:pt x="1818" y="120"/>
                </a:cubicBezTo>
                <a:cubicBezTo>
                  <a:pt x="1818" y="122"/>
                  <a:pt x="1818" y="122"/>
                  <a:pt x="1818" y="122"/>
                </a:cubicBezTo>
                <a:cubicBezTo>
                  <a:pt x="1818" y="122"/>
                  <a:pt x="1818" y="122"/>
                  <a:pt x="1818" y="122"/>
                </a:cubicBezTo>
                <a:cubicBezTo>
                  <a:pt x="1819" y="124"/>
                  <a:pt x="1819" y="124"/>
                  <a:pt x="1819" y="124"/>
                </a:cubicBezTo>
                <a:cubicBezTo>
                  <a:pt x="1819" y="124"/>
                  <a:pt x="1819" y="124"/>
                  <a:pt x="1819" y="124"/>
                </a:cubicBezTo>
                <a:cubicBezTo>
                  <a:pt x="1821" y="126"/>
                  <a:pt x="1821" y="126"/>
                  <a:pt x="1821" y="126"/>
                </a:cubicBezTo>
                <a:cubicBezTo>
                  <a:pt x="1821" y="126"/>
                  <a:pt x="1821" y="126"/>
                  <a:pt x="1821" y="126"/>
                </a:cubicBezTo>
                <a:cubicBezTo>
                  <a:pt x="1823" y="126"/>
                  <a:pt x="1823" y="126"/>
                  <a:pt x="1823" y="126"/>
                </a:cubicBezTo>
                <a:cubicBezTo>
                  <a:pt x="1823" y="126"/>
                  <a:pt x="1823" y="126"/>
                  <a:pt x="1823" y="126"/>
                </a:cubicBezTo>
                <a:cubicBezTo>
                  <a:pt x="1822" y="131"/>
                  <a:pt x="1822" y="131"/>
                  <a:pt x="1822" y="131"/>
                </a:cubicBezTo>
                <a:cubicBezTo>
                  <a:pt x="1822" y="131"/>
                  <a:pt x="1822" y="131"/>
                  <a:pt x="1822" y="131"/>
                </a:cubicBezTo>
                <a:cubicBezTo>
                  <a:pt x="1822" y="135"/>
                  <a:pt x="1822" y="135"/>
                  <a:pt x="1822" y="135"/>
                </a:cubicBezTo>
                <a:cubicBezTo>
                  <a:pt x="1822" y="135"/>
                  <a:pt x="1822" y="135"/>
                  <a:pt x="1822" y="135"/>
                </a:cubicBezTo>
                <a:cubicBezTo>
                  <a:pt x="1823" y="140"/>
                  <a:pt x="1823" y="140"/>
                  <a:pt x="1823" y="140"/>
                </a:cubicBezTo>
                <a:cubicBezTo>
                  <a:pt x="1823" y="140"/>
                  <a:pt x="1823" y="140"/>
                  <a:pt x="1823" y="140"/>
                </a:cubicBezTo>
                <a:cubicBezTo>
                  <a:pt x="1826" y="142"/>
                  <a:pt x="1826" y="142"/>
                  <a:pt x="1826" y="142"/>
                </a:cubicBezTo>
                <a:cubicBezTo>
                  <a:pt x="1826" y="142"/>
                  <a:pt x="1826" y="142"/>
                  <a:pt x="1826" y="142"/>
                </a:cubicBezTo>
                <a:cubicBezTo>
                  <a:pt x="1828" y="146"/>
                  <a:pt x="1828" y="146"/>
                  <a:pt x="1828" y="146"/>
                </a:cubicBezTo>
                <a:cubicBezTo>
                  <a:pt x="1828" y="146"/>
                  <a:pt x="1828" y="146"/>
                  <a:pt x="1828" y="146"/>
                </a:cubicBezTo>
                <a:cubicBezTo>
                  <a:pt x="1831" y="150"/>
                  <a:pt x="1831" y="150"/>
                  <a:pt x="1831" y="150"/>
                </a:cubicBezTo>
                <a:cubicBezTo>
                  <a:pt x="1831" y="150"/>
                  <a:pt x="1831" y="150"/>
                  <a:pt x="1831" y="150"/>
                </a:cubicBezTo>
                <a:cubicBezTo>
                  <a:pt x="1834" y="154"/>
                  <a:pt x="1834" y="154"/>
                  <a:pt x="1834" y="154"/>
                </a:cubicBezTo>
                <a:cubicBezTo>
                  <a:pt x="1834" y="154"/>
                  <a:pt x="1834" y="154"/>
                  <a:pt x="1834" y="154"/>
                </a:cubicBezTo>
                <a:cubicBezTo>
                  <a:pt x="1837" y="157"/>
                  <a:pt x="1837" y="157"/>
                  <a:pt x="1837" y="157"/>
                </a:cubicBezTo>
                <a:cubicBezTo>
                  <a:pt x="1837" y="157"/>
                  <a:pt x="1837" y="157"/>
                  <a:pt x="1837" y="157"/>
                </a:cubicBezTo>
                <a:cubicBezTo>
                  <a:pt x="1837" y="157"/>
                  <a:pt x="1837" y="157"/>
                  <a:pt x="1837" y="157"/>
                </a:cubicBezTo>
                <a:cubicBezTo>
                  <a:pt x="1837" y="157"/>
                  <a:pt x="1837" y="157"/>
                  <a:pt x="1837" y="157"/>
                </a:cubicBezTo>
                <a:cubicBezTo>
                  <a:pt x="1838" y="157"/>
                  <a:pt x="1838" y="157"/>
                  <a:pt x="1838" y="157"/>
                </a:cubicBezTo>
                <a:cubicBezTo>
                  <a:pt x="1838" y="157"/>
                  <a:pt x="1838" y="157"/>
                  <a:pt x="1838" y="157"/>
                </a:cubicBezTo>
                <a:cubicBezTo>
                  <a:pt x="1840" y="157"/>
                  <a:pt x="1840" y="157"/>
                  <a:pt x="1840" y="157"/>
                </a:cubicBezTo>
                <a:cubicBezTo>
                  <a:pt x="1840" y="157"/>
                  <a:pt x="1840" y="157"/>
                  <a:pt x="1840" y="157"/>
                </a:cubicBezTo>
                <a:cubicBezTo>
                  <a:pt x="1841" y="157"/>
                  <a:pt x="1841" y="157"/>
                  <a:pt x="1841" y="157"/>
                </a:cubicBezTo>
                <a:cubicBezTo>
                  <a:pt x="1841" y="157"/>
                  <a:pt x="1841" y="157"/>
                  <a:pt x="1841" y="157"/>
                </a:cubicBezTo>
                <a:cubicBezTo>
                  <a:pt x="1842" y="157"/>
                  <a:pt x="1842" y="157"/>
                  <a:pt x="1842" y="157"/>
                </a:cubicBezTo>
                <a:cubicBezTo>
                  <a:pt x="1842" y="157"/>
                  <a:pt x="1842" y="157"/>
                  <a:pt x="1842" y="157"/>
                </a:cubicBezTo>
                <a:cubicBezTo>
                  <a:pt x="1843" y="157"/>
                  <a:pt x="1843" y="157"/>
                  <a:pt x="1843" y="157"/>
                </a:cubicBezTo>
                <a:cubicBezTo>
                  <a:pt x="1843" y="157"/>
                  <a:pt x="1843" y="157"/>
                  <a:pt x="1843" y="157"/>
                </a:cubicBezTo>
                <a:cubicBezTo>
                  <a:pt x="1844" y="157"/>
                  <a:pt x="1844" y="157"/>
                  <a:pt x="1844" y="157"/>
                </a:cubicBezTo>
                <a:cubicBezTo>
                  <a:pt x="1844" y="157"/>
                  <a:pt x="1844" y="157"/>
                  <a:pt x="1844" y="157"/>
                </a:cubicBezTo>
                <a:cubicBezTo>
                  <a:pt x="1846" y="157"/>
                  <a:pt x="1846" y="157"/>
                  <a:pt x="1846" y="157"/>
                </a:cubicBezTo>
                <a:cubicBezTo>
                  <a:pt x="1846" y="157"/>
                  <a:pt x="1846" y="157"/>
                  <a:pt x="1846" y="157"/>
                </a:cubicBezTo>
                <a:cubicBezTo>
                  <a:pt x="1846" y="156"/>
                  <a:pt x="1846" y="156"/>
                  <a:pt x="1846" y="156"/>
                </a:cubicBezTo>
                <a:cubicBezTo>
                  <a:pt x="1846" y="156"/>
                  <a:pt x="1846" y="156"/>
                  <a:pt x="1846" y="156"/>
                </a:cubicBezTo>
                <a:cubicBezTo>
                  <a:pt x="1848" y="154"/>
                  <a:pt x="1848" y="154"/>
                  <a:pt x="1848" y="154"/>
                </a:cubicBezTo>
                <a:cubicBezTo>
                  <a:pt x="1848" y="154"/>
                  <a:pt x="1848" y="154"/>
                  <a:pt x="1848" y="154"/>
                </a:cubicBezTo>
                <a:cubicBezTo>
                  <a:pt x="1849" y="153"/>
                  <a:pt x="1849" y="153"/>
                  <a:pt x="1849" y="153"/>
                </a:cubicBezTo>
                <a:cubicBezTo>
                  <a:pt x="1849" y="153"/>
                  <a:pt x="1849" y="153"/>
                  <a:pt x="1849" y="153"/>
                </a:cubicBezTo>
                <a:cubicBezTo>
                  <a:pt x="1851" y="150"/>
                  <a:pt x="1851" y="150"/>
                  <a:pt x="1851" y="150"/>
                </a:cubicBezTo>
                <a:cubicBezTo>
                  <a:pt x="1851" y="150"/>
                  <a:pt x="1851" y="150"/>
                  <a:pt x="1851" y="150"/>
                </a:cubicBezTo>
                <a:cubicBezTo>
                  <a:pt x="1851" y="148"/>
                  <a:pt x="1851" y="148"/>
                  <a:pt x="1851" y="148"/>
                </a:cubicBezTo>
                <a:cubicBezTo>
                  <a:pt x="1851" y="148"/>
                  <a:pt x="1851" y="148"/>
                  <a:pt x="1851" y="148"/>
                </a:cubicBezTo>
                <a:cubicBezTo>
                  <a:pt x="1852" y="145"/>
                  <a:pt x="1852" y="145"/>
                  <a:pt x="1852" y="145"/>
                </a:cubicBezTo>
                <a:cubicBezTo>
                  <a:pt x="1852" y="145"/>
                  <a:pt x="1852" y="145"/>
                  <a:pt x="1852" y="145"/>
                </a:cubicBezTo>
                <a:cubicBezTo>
                  <a:pt x="1852" y="143"/>
                  <a:pt x="1852" y="143"/>
                  <a:pt x="1852" y="143"/>
                </a:cubicBezTo>
                <a:cubicBezTo>
                  <a:pt x="1852" y="143"/>
                  <a:pt x="1852" y="143"/>
                  <a:pt x="1852" y="143"/>
                </a:cubicBezTo>
                <a:cubicBezTo>
                  <a:pt x="1853" y="141"/>
                  <a:pt x="1853" y="141"/>
                  <a:pt x="1853" y="141"/>
                </a:cubicBezTo>
                <a:cubicBezTo>
                  <a:pt x="1853" y="141"/>
                  <a:pt x="1853" y="141"/>
                  <a:pt x="1853" y="141"/>
                </a:cubicBezTo>
                <a:cubicBezTo>
                  <a:pt x="1850" y="142"/>
                  <a:pt x="1850" y="142"/>
                  <a:pt x="1850" y="142"/>
                </a:cubicBezTo>
                <a:cubicBezTo>
                  <a:pt x="1850" y="142"/>
                  <a:pt x="1850" y="142"/>
                  <a:pt x="1850" y="142"/>
                </a:cubicBezTo>
                <a:cubicBezTo>
                  <a:pt x="1848" y="142"/>
                  <a:pt x="1848" y="142"/>
                  <a:pt x="1848" y="142"/>
                </a:cubicBezTo>
                <a:cubicBezTo>
                  <a:pt x="1848" y="142"/>
                  <a:pt x="1848" y="142"/>
                  <a:pt x="1848" y="142"/>
                </a:cubicBezTo>
                <a:cubicBezTo>
                  <a:pt x="1845" y="142"/>
                  <a:pt x="1845" y="142"/>
                  <a:pt x="1845" y="142"/>
                </a:cubicBezTo>
                <a:cubicBezTo>
                  <a:pt x="1845" y="142"/>
                  <a:pt x="1845" y="142"/>
                  <a:pt x="1845" y="142"/>
                </a:cubicBezTo>
                <a:cubicBezTo>
                  <a:pt x="1844" y="142"/>
                  <a:pt x="1844" y="142"/>
                  <a:pt x="1844" y="142"/>
                </a:cubicBezTo>
                <a:cubicBezTo>
                  <a:pt x="1844" y="142"/>
                  <a:pt x="1844" y="142"/>
                  <a:pt x="1844" y="142"/>
                </a:cubicBezTo>
                <a:cubicBezTo>
                  <a:pt x="1842" y="143"/>
                  <a:pt x="1842" y="143"/>
                  <a:pt x="1842" y="143"/>
                </a:cubicBezTo>
                <a:cubicBezTo>
                  <a:pt x="1842" y="143"/>
                  <a:pt x="1842" y="143"/>
                  <a:pt x="1842" y="143"/>
                </a:cubicBezTo>
                <a:cubicBezTo>
                  <a:pt x="1840" y="143"/>
                  <a:pt x="1840" y="143"/>
                  <a:pt x="1840" y="143"/>
                </a:cubicBezTo>
                <a:cubicBezTo>
                  <a:pt x="1840" y="143"/>
                  <a:pt x="1840" y="143"/>
                  <a:pt x="1840" y="143"/>
                </a:cubicBezTo>
                <a:cubicBezTo>
                  <a:pt x="1837" y="143"/>
                  <a:pt x="1837" y="143"/>
                  <a:pt x="1837" y="143"/>
                </a:cubicBezTo>
                <a:cubicBezTo>
                  <a:pt x="1837" y="143"/>
                  <a:pt x="1837" y="143"/>
                  <a:pt x="1837" y="143"/>
                </a:cubicBezTo>
                <a:cubicBezTo>
                  <a:pt x="1835" y="142"/>
                  <a:pt x="1835" y="142"/>
                  <a:pt x="1835" y="142"/>
                </a:cubicBezTo>
                <a:cubicBezTo>
                  <a:pt x="1835" y="142"/>
                  <a:pt x="1835" y="142"/>
                  <a:pt x="1835" y="142"/>
                </a:cubicBezTo>
                <a:cubicBezTo>
                  <a:pt x="1834" y="142"/>
                  <a:pt x="1834" y="142"/>
                  <a:pt x="1834" y="142"/>
                </a:cubicBezTo>
                <a:cubicBezTo>
                  <a:pt x="1834" y="142"/>
                  <a:pt x="1834" y="142"/>
                  <a:pt x="1834" y="142"/>
                </a:cubicBezTo>
                <a:cubicBezTo>
                  <a:pt x="1833" y="141"/>
                  <a:pt x="1833" y="141"/>
                  <a:pt x="1833" y="141"/>
                </a:cubicBezTo>
                <a:cubicBezTo>
                  <a:pt x="1833" y="141"/>
                  <a:pt x="1833" y="141"/>
                  <a:pt x="1833" y="141"/>
                </a:cubicBezTo>
                <a:cubicBezTo>
                  <a:pt x="1832" y="140"/>
                  <a:pt x="1832" y="140"/>
                  <a:pt x="1832" y="140"/>
                </a:cubicBezTo>
                <a:cubicBezTo>
                  <a:pt x="1832" y="140"/>
                  <a:pt x="1832" y="140"/>
                  <a:pt x="1832" y="140"/>
                </a:cubicBezTo>
                <a:cubicBezTo>
                  <a:pt x="1832" y="138"/>
                  <a:pt x="1832" y="138"/>
                  <a:pt x="1832" y="138"/>
                </a:cubicBezTo>
                <a:cubicBezTo>
                  <a:pt x="1832" y="138"/>
                  <a:pt x="1832" y="138"/>
                  <a:pt x="1832" y="138"/>
                </a:cubicBezTo>
                <a:cubicBezTo>
                  <a:pt x="1832" y="137"/>
                  <a:pt x="1832" y="137"/>
                  <a:pt x="1832" y="137"/>
                </a:cubicBezTo>
                <a:cubicBezTo>
                  <a:pt x="1832" y="137"/>
                  <a:pt x="1832" y="137"/>
                  <a:pt x="1832" y="137"/>
                </a:cubicBezTo>
                <a:cubicBezTo>
                  <a:pt x="1832" y="134"/>
                  <a:pt x="1832" y="134"/>
                  <a:pt x="1832" y="134"/>
                </a:cubicBezTo>
                <a:cubicBezTo>
                  <a:pt x="1832" y="134"/>
                  <a:pt x="1832" y="134"/>
                  <a:pt x="1832" y="134"/>
                </a:cubicBezTo>
                <a:cubicBezTo>
                  <a:pt x="1832" y="133"/>
                  <a:pt x="1832" y="133"/>
                  <a:pt x="1832" y="133"/>
                </a:cubicBezTo>
                <a:cubicBezTo>
                  <a:pt x="1832" y="133"/>
                  <a:pt x="1832" y="133"/>
                  <a:pt x="1832" y="133"/>
                </a:cubicBezTo>
                <a:cubicBezTo>
                  <a:pt x="1834" y="130"/>
                  <a:pt x="1834" y="130"/>
                  <a:pt x="1834" y="130"/>
                </a:cubicBezTo>
                <a:cubicBezTo>
                  <a:pt x="1834" y="130"/>
                  <a:pt x="1834" y="130"/>
                  <a:pt x="1834" y="130"/>
                </a:cubicBezTo>
                <a:cubicBezTo>
                  <a:pt x="1837" y="129"/>
                  <a:pt x="1837" y="129"/>
                  <a:pt x="1837" y="129"/>
                </a:cubicBezTo>
                <a:cubicBezTo>
                  <a:pt x="1837" y="129"/>
                  <a:pt x="1837" y="129"/>
                  <a:pt x="1837" y="129"/>
                </a:cubicBezTo>
                <a:cubicBezTo>
                  <a:pt x="1841" y="128"/>
                  <a:pt x="1841" y="128"/>
                  <a:pt x="1841" y="128"/>
                </a:cubicBezTo>
                <a:cubicBezTo>
                  <a:pt x="1841" y="128"/>
                  <a:pt x="1841" y="128"/>
                  <a:pt x="1841" y="128"/>
                </a:cubicBezTo>
                <a:cubicBezTo>
                  <a:pt x="1845" y="128"/>
                  <a:pt x="1845" y="128"/>
                  <a:pt x="1845" y="128"/>
                </a:cubicBezTo>
                <a:cubicBezTo>
                  <a:pt x="1845" y="128"/>
                  <a:pt x="1845" y="128"/>
                  <a:pt x="1845" y="128"/>
                </a:cubicBezTo>
                <a:cubicBezTo>
                  <a:pt x="1850" y="126"/>
                  <a:pt x="1850" y="126"/>
                  <a:pt x="1850" y="126"/>
                </a:cubicBezTo>
                <a:cubicBezTo>
                  <a:pt x="1850" y="126"/>
                  <a:pt x="1850" y="126"/>
                  <a:pt x="1850" y="126"/>
                </a:cubicBezTo>
                <a:cubicBezTo>
                  <a:pt x="1854" y="126"/>
                  <a:pt x="1854" y="126"/>
                  <a:pt x="1854" y="126"/>
                </a:cubicBezTo>
                <a:cubicBezTo>
                  <a:pt x="1854" y="126"/>
                  <a:pt x="1854" y="126"/>
                  <a:pt x="1854" y="126"/>
                </a:cubicBezTo>
                <a:cubicBezTo>
                  <a:pt x="1859" y="124"/>
                  <a:pt x="1859" y="124"/>
                  <a:pt x="1859" y="124"/>
                </a:cubicBezTo>
                <a:cubicBezTo>
                  <a:pt x="1859" y="124"/>
                  <a:pt x="1859" y="124"/>
                  <a:pt x="1859" y="124"/>
                </a:cubicBezTo>
                <a:cubicBezTo>
                  <a:pt x="1864" y="123"/>
                  <a:pt x="1864" y="123"/>
                  <a:pt x="1864" y="123"/>
                </a:cubicBezTo>
                <a:cubicBezTo>
                  <a:pt x="1864" y="123"/>
                  <a:pt x="1864" y="123"/>
                  <a:pt x="1864" y="123"/>
                </a:cubicBezTo>
                <a:cubicBezTo>
                  <a:pt x="1869" y="121"/>
                  <a:pt x="1869" y="121"/>
                  <a:pt x="1869" y="121"/>
                </a:cubicBezTo>
                <a:cubicBezTo>
                  <a:pt x="1869" y="121"/>
                  <a:pt x="1869" y="121"/>
                  <a:pt x="1869" y="121"/>
                </a:cubicBezTo>
                <a:cubicBezTo>
                  <a:pt x="1869" y="121"/>
                  <a:pt x="1869" y="121"/>
                  <a:pt x="1869" y="121"/>
                </a:cubicBezTo>
                <a:cubicBezTo>
                  <a:pt x="1869" y="121"/>
                  <a:pt x="1869" y="121"/>
                  <a:pt x="1869" y="121"/>
                </a:cubicBezTo>
                <a:cubicBezTo>
                  <a:pt x="1869" y="119"/>
                  <a:pt x="1869" y="119"/>
                  <a:pt x="1869" y="119"/>
                </a:cubicBezTo>
                <a:cubicBezTo>
                  <a:pt x="1869" y="119"/>
                  <a:pt x="1869" y="119"/>
                  <a:pt x="1869" y="119"/>
                </a:cubicBezTo>
                <a:cubicBezTo>
                  <a:pt x="1869" y="118"/>
                  <a:pt x="1869" y="118"/>
                  <a:pt x="1869" y="118"/>
                </a:cubicBezTo>
                <a:cubicBezTo>
                  <a:pt x="1869" y="118"/>
                  <a:pt x="1869" y="118"/>
                  <a:pt x="1869" y="118"/>
                </a:cubicBezTo>
                <a:cubicBezTo>
                  <a:pt x="1870" y="116"/>
                  <a:pt x="1870" y="116"/>
                  <a:pt x="1870" y="116"/>
                </a:cubicBezTo>
                <a:cubicBezTo>
                  <a:pt x="1870" y="116"/>
                  <a:pt x="1870" y="116"/>
                  <a:pt x="1870" y="116"/>
                </a:cubicBezTo>
                <a:cubicBezTo>
                  <a:pt x="1870" y="115"/>
                  <a:pt x="1870" y="115"/>
                  <a:pt x="1870" y="115"/>
                </a:cubicBezTo>
                <a:cubicBezTo>
                  <a:pt x="1870" y="115"/>
                  <a:pt x="1870" y="115"/>
                  <a:pt x="1870" y="115"/>
                </a:cubicBezTo>
                <a:cubicBezTo>
                  <a:pt x="1871" y="114"/>
                  <a:pt x="1871" y="114"/>
                  <a:pt x="1871" y="114"/>
                </a:cubicBezTo>
                <a:cubicBezTo>
                  <a:pt x="1871" y="114"/>
                  <a:pt x="1871" y="114"/>
                  <a:pt x="1871" y="114"/>
                </a:cubicBezTo>
                <a:cubicBezTo>
                  <a:pt x="1872" y="113"/>
                  <a:pt x="1872" y="113"/>
                  <a:pt x="1872" y="113"/>
                </a:cubicBezTo>
                <a:cubicBezTo>
                  <a:pt x="1872" y="113"/>
                  <a:pt x="1872" y="113"/>
                  <a:pt x="1872" y="113"/>
                </a:cubicBezTo>
                <a:cubicBezTo>
                  <a:pt x="1873" y="111"/>
                  <a:pt x="1873" y="111"/>
                  <a:pt x="1873" y="111"/>
                </a:cubicBezTo>
                <a:cubicBezTo>
                  <a:pt x="1873" y="111"/>
                  <a:pt x="1873" y="111"/>
                  <a:pt x="1873" y="111"/>
                </a:cubicBezTo>
                <a:cubicBezTo>
                  <a:pt x="1907" y="54"/>
                  <a:pt x="1907" y="54"/>
                  <a:pt x="1907" y="54"/>
                </a:cubicBezTo>
                <a:cubicBezTo>
                  <a:pt x="1907" y="54"/>
                  <a:pt x="1907" y="54"/>
                  <a:pt x="1907" y="54"/>
                </a:cubicBezTo>
                <a:cubicBezTo>
                  <a:pt x="1908" y="48"/>
                  <a:pt x="1908" y="48"/>
                  <a:pt x="1908" y="48"/>
                </a:cubicBezTo>
                <a:cubicBezTo>
                  <a:pt x="1908" y="48"/>
                  <a:pt x="1908" y="48"/>
                  <a:pt x="1908" y="48"/>
                </a:cubicBezTo>
                <a:cubicBezTo>
                  <a:pt x="1909" y="43"/>
                  <a:pt x="1909" y="43"/>
                  <a:pt x="1909" y="43"/>
                </a:cubicBezTo>
                <a:cubicBezTo>
                  <a:pt x="1909" y="43"/>
                  <a:pt x="1909" y="43"/>
                  <a:pt x="1909" y="43"/>
                </a:cubicBezTo>
                <a:cubicBezTo>
                  <a:pt x="1909" y="37"/>
                  <a:pt x="1909" y="37"/>
                  <a:pt x="1909" y="37"/>
                </a:cubicBezTo>
                <a:cubicBezTo>
                  <a:pt x="1909" y="37"/>
                  <a:pt x="1909" y="37"/>
                  <a:pt x="1909" y="37"/>
                </a:cubicBezTo>
                <a:cubicBezTo>
                  <a:pt x="1910" y="32"/>
                  <a:pt x="1910" y="32"/>
                  <a:pt x="1910" y="32"/>
                </a:cubicBezTo>
                <a:cubicBezTo>
                  <a:pt x="1910" y="32"/>
                  <a:pt x="1910" y="32"/>
                  <a:pt x="1910" y="32"/>
                </a:cubicBezTo>
                <a:cubicBezTo>
                  <a:pt x="1909" y="26"/>
                  <a:pt x="1909" y="26"/>
                  <a:pt x="1909" y="26"/>
                </a:cubicBezTo>
                <a:cubicBezTo>
                  <a:pt x="1909" y="26"/>
                  <a:pt x="1909" y="26"/>
                  <a:pt x="1909" y="26"/>
                </a:cubicBezTo>
                <a:cubicBezTo>
                  <a:pt x="1909" y="19"/>
                  <a:pt x="1909" y="19"/>
                  <a:pt x="1909" y="19"/>
                </a:cubicBezTo>
                <a:cubicBezTo>
                  <a:pt x="1909" y="19"/>
                  <a:pt x="1909" y="19"/>
                  <a:pt x="1909" y="19"/>
                </a:cubicBezTo>
                <a:cubicBezTo>
                  <a:pt x="1908" y="14"/>
                  <a:pt x="1908" y="14"/>
                  <a:pt x="1908" y="14"/>
                </a:cubicBezTo>
                <a:cubicBezTo>
                  <a:pt x="1908" y="14"/>
                  <a:pt x="1908" y="14"/>
                  <a:pt x="1908" y="14"/>
                </a:cubicBezTo>
                <a:cubicBezTo>
                  <a:pt x="1907" y="7"/>
                  <a:pt x="1907" y="7"/>
                  <a:pt x="1907" y="7"/>
                </a:cubicBezTo>
                <a:cubicBezTo>
                  <a:pt x="1907" y="7"/>
                  <a:pt x="1907" y="7"/>
                  <a:pt x="1907" y="7"/>
                </a:cubicBezTo>
                <a:cubicBezTo>
                  <a:pt x="1910" y="2"/>
                  <a:pt x="1910" y="2"/>
                  <a:pt x="1910" y="2"/>
                </a:cubicBezTo>
                <a:cubicBezTo>
                  <a:pt x="1910" y="2"/>
                  <a:pt x="1910" y="2"/>
                  <a:pt x="1910" y="2"/>
                </a:cubicBezTo>
                <a:cubicBezTo>
                  <a:pt x="1911" y="1"/>
                  <a:pt x="1911" y="1"/>
                  <a:pt x="1911" y="1"/>
                </a:cubicBezTo>
                <a:cubicBezTo>
                  <a:pt x="1911" y="1"/>
                  <a:pt x="1911" y="1"/>
                  <a:pt x="1911" y="1"/>
                </a:cubicBezTo>
                <a:cubicBezTo>
                  <a:pt x="1913" y="0"/>
                  <a:pt x="1913" y="0"/>
                  <a:pt x="1913" y="0"/>
                </a:cubicBezTo>
                <a:cubicBezTo>
                  <a:pt x="1913" y="0"/>
                  <a:pt x="1913" y="0"/>
                  <a:pt x="1913" y="0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18" y="0"/>
                  <a:pt x="1918" y="0"/>
                  <a:pt x="1918" y="0"/>
                </a:cubicBezTo>
                <a:cubicBezTo>
                  <a:pt x="1918" y="0"/>
                  <a:pt x="1918" y="0"/>
                  <a:pt x="1918" y="0"/>
                </a:cubicBezTo>
                <a:cubicBezTo>
                  <a:pt x="1920" y="1"/>
                  <a:pt x="1920" y="1"/>
                  <a:pt x="1920" y="1"/>
                </a:cubicBezTo>
                <a:cubicBezTo>
                  <a:pt x="1920" y="1"/>
                  <a:pt x="1920" y="1"/>
                  <a:pt x="1920" y="1"/>
                </a:cubicBezTo>
                <a:cubicBezTo>
                  <a:pt x="1924" y="2"/>
                  <a:pt x="1924" y="2"/>
                  <a:pt x="1924" y="2"/>
                </a:cubicBezTo>
                <a:cubicBezTo>
                  <a:pt x="1924" y="2"/>
                  <a:pt x="1924" y="2"/>
                  <a:pt x="1924" y="2"/>
                </a:cubicBezTo>
                <a:cubicBezTo>
                  <a:pt x="1927" y="3"/>
                  <a:pt x="1927" y="3"/>
                  <a:pt x="1927" y="3"/>
                </a:cubicBezTo>
                <a:cubicBezTo>
                  <a:pt x="1927" y="3"/>
                  <a:pt x="1927" y="3"/>
                  <a:pt x="1927" y="3"/>
                </a:cubicBezTo>
                <a:cubicBezTo>
                  <a:pt x="1930" y="3"/>
                  <a:pt x="1930" y="3"/>
                  <a:pt x="1930" y="3"/>
                </a:cubicBezTo>
                <a:cubicBezTo>
                  <a:pt x="1930" y="3"/>
                  <a:pt x="1930" y="3"/>
                  <a:pt x="1930" y="3"/>
                </a:cubicBezTo>
                <a:cubicBezTo>
                  <a:pt x="1933" y="7"/>
                  <a:pt x="1933" y="7"/>
                  <a:pt x="1933" y="7"/>
                </a:cubicBezTo>
                <a:cubicBezTo>
                  <a:pt x="1933" y="7"/>
                  <a:pt x="1933" y="7"/>
                  <a:pt x="1933" y="7"/>
                </a:cubicBezTo>
                <a:cubicBezTo>
                  <a:pt x="1936" y="12"/>
                  <a:pt x="1936" y="12"/>
                  <a:pt x="1936" y="12"/>
                </a:cubicBezTo>
                <a:cubicBezTo>
                  <a:pt x="1936" y="12"/>
                  <a:pt x="1936" y="12"/>
                  <a:pt x="1936" y="12"/>
                </a:cubicBezTo>
                <a:cubicBezTo>
                  <a:pt x="1939" y="17"/>
                  <a:pt x="1939" y="17"/>
                  <a:pt x="1939" y="17"/>
                </a:cubicBezTo>
                <a:cubicBezTo>
                  <a:pt x="1939" y="17"/>
                  <a:pt x="1939" y="17"/>
                  <a:pt x="1939" y="17"/>
                </a:cubicBezTo>
                <a:cubicBezTo>
                  <a:pt x="1944" y="20"/>
                  <a:pt x="1944" y="20"/>
                  <a:pt x="1944" y="20"/>
                </a:cubicBezTo>
                <a:cubicBezTo>
                  <a:pt x="1944" y="20"/>
                  <a:pt x="1944" y="20"/>
                  <a:pt x="1944" y="20"/>
                </a:cubicBezTo>
                <a:cubicBezTo>
                  <a:pt x="1946" y="26"/>
                  <a:pt x="1946" y="26"/>
                  <a:pt x="1946" y="26"/>
                </a:cubicBezTo>
                <a:cubicBezTo>
                  <a:pt x="1946" y="26"/>
                  <a:pt x="1946" y="26"/>
                  <a:pt x="1946" y="26"/>
                </a:cubicBezTo>
                <a:cubicBezTo>
                  <a:pt x="1948" y="32"/>
                  <a:pt x="1948" y="32"/>
                  <a:pt x="1948" y="32"/>
                </a:cubicBezTo>
                <a:cubicBezTo>
                  <a:pt x="1948" y="32"/>
                  <a:pt x="1948" y="32"/>
                  <a:pt x="1948" y="32"/>
                </a:cubicBezTo>
                <a:cubicBezTo>
                  <a:pt x="1947" y="37"/>
                  <a:pt x="1947" y="37"/>
                  <a:pt x="1947" y="37"/>
                </a:cubicBezTo>
                <a:cubicBezTo>
                  <a:pt x="1947" y="37"/>
                  <a:pt x="1947" y="37"/>
                  <a:pt x="1947" y="37"/>
                </a:cubicBezTo>
                <a:cubicBezTo>
                  <a:pt x="1946" y="43"/>
                  <a:pt x="1946" y="43"/>
                  <a:pt x="1946" y="43"/>
                </a:cubicBezTo>
                <a:cubicBezTo>
                  <a:pt x="1946" y="43"/>
                  <a:pt x="1946" y="43"/>
                  <a:pt x="1946" y="43"/>
                </a:cubicBezTo>
                <a:cubicBezTo>
                  <a:pt x="1944" y="44"/>
                  <a:pt x="1944" y="44"/>
                  <a:pt x="1944" y="44"/>
                </a:cubicBezTo>
                <a:cubicBezTo>
                  <a:pt x="1944" y="44"/>
                  <a:pt x="1944" y="44"/>
                  <a:pt x="1944" y="44"/>
                </a:cubicBezTo>
                <a:cubicBezTo>
                  <a:pt x="1944" y="45"/>
                  <a:pt x="1944" y="45"/>
                  <a:pt x="1944" y="45"/>
                </a:cubicBezTo>
                <a:cubicBezTo>
                  <a:pt x="1944" y="45"/>
                  <a:pt x="1944" y="45"/>
                  <a:pt x="1944" y="45"/>
                </a:cubicBezTo>
                <a:cubicBezTo>
                  <a:pt x="1944" y="46"/>
                  <a:pt x="1944" y="46"/>
                  <a:pt x="1944" y="46"/>
                </a:cubicBezTo>
                <a:cubicBezTo>
                  <a:pt x="1944" y="46"/>
                  <a:pt x="1944" y="46"/>
                  <a:pt x="1944" y="46"/>
                </a:cubicBezTo>
                <a:cubicBezTo>
                  <a:pt x="1944" y="46"/>
                  <a:pt x="1944" y="46"/>
                  <a:pt x="1944" y="46"/>
                </a:cubicBezTo>
                <a:cubicBezTo>
                  <a:pt x="1944" y="46"/>
                  <a:pt x="1944" y="46"/>
                  <a:pt x="1944" y="46"/>
                </a:cubicBezTo>
                <a:cubicBezTo>
                  <a:pt x="1944" y="47"/>
                  <a:pt x="1944" y="47"/>
                  <a:pt x="1944" y="47"/>
                </a:cubicBezTo>
                <a:cubicBezTo>
                  <a:pt x="1944" y="47"/>
                  <a:pt x="1944" y="47"/>
                  <a:pt x="1944" y="47"/>
                </a:cubicBezTo>
                <a:cubicBezTo>
                  <a:pt x="1944" y="47"/>
                  <a:pt x="1944" y="47"/>
                  <a:pt x="1944" y="47"/>
                </a:cubicBezTo>
                <a:cubicBezTo>
                  <a:pt x="1944" y="47"/>
                  <a:pt x="1944" y="47"/>
                  <a:pt x="1944" y="47"/>
                </a:cubicBezTo>
                <a:cubicBezTo>
                  <a:pt x="1943" y="48"/>
                  <a:pt x="1943" y="48"/>
                  <a:pt x="1943" y="48"/>
                </a:cubicBezTo>
                <a:cubicBezTo>
                  <a:pt x="1943" y="48"/>
                  <a:pt x="1943" y="48"/>
                  <a:pt x="1943" y="48"/>
                </a:cubicBezTo>
                <a:cubicBezTo>
                  <a:pt x="1943" y="48"/>
                  <a:pt x="1943" y="48"/>
                  <a:pt x="1943" y="48"/>
                </a:cubicBezTo>
                <a:cubicBezTo>
                  <a:pt x="1939" y="50"/>
                  <a:pt x="1939" y="50"/>
                  <a:pt x="1939" y="50"/>
                </a:cubicBezTo>
                <a:cubicBezTo>
                  <a:pt x="1933" y="55"/>
                  <a:pt x="1933" y="55"/>
                  <a:pt x="1933" y="55"/>
                </a:cubicBezTo>
                <a:cubicBezTo>
                  <a:pt x="1933" y="55"/>
                  <a:pt x="1933" y="55"/>
                  <a:pt x="1933" y="55"/>
                </a:cubicBezTo>
                <a:cubicBezTo>
                  <a:pt x="1929" y="60"/>
                  <a:pt x="1929" y="60"/>
                  <a:pt x="1929" y="60"/>
                </a:cubicBezTo>
                <a:cubicBezTo>
                  <a:pt x="1929" y="60"/>
                  <a:pt x="1929" y="60"/>
                  <a:pt x="1929" y="60"/>
                </a:cubicBezTo>
                <a:cubicBezTo>
                  <a:pt x="1926" y="65"/>
                  <a:pt x="1926" y="65"/>
                  <a:pt x="1926" y="65"/>
                </a:cubicBezTo>
                <a:cubicBezTo>
                  <a:pt x="1926" y="65"/>
                  <a:pt x="1926" y="65"/>
                  <a:pt x="1926" y="65"/>
                </a:cubicBezTo>
                <a:cubicBezTo>
                  <a:pt x="1923" y="71"/>
                  <a:pt x="1923" y="71"/>
                  <a:pt x="1923" y="71"/>
                </a:cubicBezTo>
                <a:cubicBezTo>
                  <a:pt x="1923" y="71"/>
                  <a:pt x="1923" y="71"/>
                  <a:pt x="1923" y="71"/>
                </a:cubicBezTo>
                <a:cubicBezTo>
                  <a:pt x="1918" y="77"/>
                  <a:pt x="1918" y="77"/>
                  <a:pt x="1918" y="77"/>
                </a:cubicBezTo>
                <a:cubicBezTo>
                  <a:pt x="1918" y="77"/>
                  <a:pt x="1918" y="77"/>
                  <a:pt x="1918" y="77"/>
                </a:cubicBezTo>
                <a:cubicBezTo>
                  <a:pt x="1914" y="83"/>
                  <a:pt x="1914" y="83"/>
                  <a:pt x="1914" y="83"/>
                </a:cubicBezTo>
                <a:cubicBezTo>
                  <a:pt x="1914" y="83"/>
                  <a:pt x="1914" y="83"/>
                  <a:pt x="1914" y="83"/>
                </a:cubicBezTo>
                <a:cubicBezTo>
                  <a:pt x="1910" y="88"/>
                  <a:pt x="1910" y="88"/>
                  <a:pt x="1910" y="88"/>
                </a:cubicBezTo>
                <a:cubicBezTo>
                  <a:pt x="1910" y="88"/>
                  <a:pt x="1910" y="88"/>
                  <a:pt x="1910" y="88"/>
                </a:cubicBezTo>
                <a:cubicBezTo>
                  <a:pt x="1906" y="92"/>
                  <a:pt x="1906" y="92"/>
                  <a:pt x="1906" y="92"/>
                </a:cubicBezTo>
                <a:cubicBezTo>
                  <a:pt x="1906" y="92"/>
                  <a:pt x="1906" y="92"/>
                  <a:pt x="1906" y="92"/>
                </a:cubicBezTo>
                <a:cubicBezTo>
                  <a:pt x="1888" y="120"/>
                  <a:pt x="1888" y="120"/>
                  <a:pt x="1888" y="120"/>
                </a:cubicBezTo>
                <a:cubicBezTo>
                  <a:pt x="1888" y="120"/>
                  <a:pt x="1888" y="120"/>
                  <a:pt x="1888" y="120"/>
                </a:cubicBezTo>
                <a:cubicBezTo>
                  <a:pt x="1888" y="123"/>
                  <a:pt x="1888" y="123"/>
                  <a:pt x="1888" y="123"/>
                </a:cubicBezTo>
                <a:cubicBezTo>
                  <a:pt x="1888" y="123"/>
                  <a:pt x="1888" y="123"/>
                  <a:pt x="1888" y="123"/>
                </a:cubicBezTo>
                <a:cubicBezTo>
                  <a:pt x="1892" y="125"/>
                  <a:pt x="1892" y="125"/>
                  <a:pt x="1892" y="125"/>
                </a:cubicBezTo>
                <a:cubicBezTo>
                  <a:pt x="1892" y="125"/>
                  <a:pt x="1892" y="125"/>
                  <a:pt x="1892" y="125"/>
                </a:cubicBezTo>
                <a:cubicBezTo>
                  <a:pt x="1897" y="127"/>
                  <a:pt x="1897" y="127"/>
                  <a:pt x="1897" y="127"/>
                </a:cubicBezTo>
                <a:cubicBezTo>
                  <a:pt x="1897" y="127"/>
                  <a:pt x="1897" y="127"/>
                  <a:pt x="1897" y="127"/>
                </a:cubicBezTo>
                <a:cubicBezTo>
                  <a:pt x="1901" y="129"/>
                  <a:pt x="1901" y="129"/>
                  <a:pt x="1901" y="129"/>
                </a:cubicBezTo>
                <a:cubicBezTo>
                  <a:pt x="1901" y="129"/>
                  <a:pt x="1901" y="129"/>
                  <a:pt x="1901" y="129"/>
                </a:cubicBezTo>
                <a:cubicBezTo>
                  <a:pt x="1908" y="131"/>
                  <a:pt x="1908" y="131"/>
                  <a:pt x="1908" y="131"/>
                </a:cubicBezTo>
                <a:cubicBezTo>
                  <a:pt x="1908" y="131"/>
                  <a:pt x="1908" y="131"/>
                  <a:pt x="1908" y="131"/>
                </a:cubicBezTo>
                <a:cubicBezTo>
                  <a:pt x="1913" y="134"/>
                  <a:pt x="1913" y="134"/>
                  <a:pt x="1913" y="134"/>
                </a:cubicBezTo>
                <a:cubicBezTo>
                  <a:pt x="1913" y="134"/>
                  <a:pt x="1913" y="134"/>
                  <a:pt x="1913" y="134"/>
                </a:cubicBezTo>
                <a:cubicBezTo>
                  <a:pt x="1919" y="134"/>
                  <a:pt x="1919" y="134"/>
                  <a:pt x="1919" y="134"/>
                </a:cubicBezTo>
                <a:cubicBezTo>
                  <a:pt x="1919" y="134"/>
                  <a:pt x="1919" y="134"/>
                  <a:pt x="1919" y="134"/>
                </a:cubicBezTo>
                <a:cubicBezTo>
                  <a:pt x="1926" y="133"/>
                  <a:pt x="1926" y="133"/>
                  <a:pt x="1926" y="133"/>
                </a:cubicBezTo>
                <a:cubicBezTo>
                  <a:pt x="1926" y="133"/>
                  <a:pt x="1926" y="133"/>
                  <a:pt x="1926" y="133"/>
                </a:cubicBezTo>
                <a:cubicBezTo>
                  <a:pt x="1932" y="128"/>
                  <a:pt x="1932" y="128"/>
                  <a:pt x="1932" y="128"/>
                </a:cubicBezTo>
                <a:cubicBezTo>
                  <a:pt x="1932" y="128"/>
                  <a:pt x="1932" y="128"/>
                  <a:pt x="1932" y="128"/>
                </a:cubicBezTo>
                <a:cubicBezTo>
                  <a:pt x="1955" y="108"/>
                  <a:pt x="1955" y="108"/>
                  <a:pt x="1955" y="108"/>
                </a:cubicBezTo>
                <a:cubicBezTo>
                  <a:pt x="1955" y="108"/>
                  <a:pt x="1955" y="108"/>
                  <a:pt x="1955" y="108"/>
                </a:cubicBezTo>
                <a:cubicBezTo>
                  <a:pt x="1956" y="108"/>
                  <a:pt x="1956" y="108"/>
                  <a:pt x="1956" y="108"/>
                </a:cubicBezTo>
                <a:cubicBezTo>
                  <a:pt x="1956" y="108"/>
                  <a:pt x="1956" y="108"/>
                  <a:pt x="1956" y="108"/>
                </a:cubicBezTo>
                <a:cubicBezTo>
                  <a:pt x="1957" y="107"/>
                  <a:pt x="1957" y="107"/>
                  <a:pt x="1957" y="107"/>
                </a:cubicBezTo>
                <a:cubicBezTo>
                  <a:pt x="1957" y="107"/>
                  <a:pt x="1957" y="107"/>
                  <a:pt x="1957" y="107"/>
                </a:cubicBezTo>
                <a:cubicBezTo>
                  <a:pt x="1958" y="107"/>
                  <a:pt x="1958" y="107"/>
                  <a:pt x="1958" y="107"/>
                </a:cubicBezTo>
                <a:cubicBezTo>
                  <a:pt x="1958" y="107"/>
                  <a:pt x="1958" y="107"/>
                  <a:pt x="1958" y="107"/>
                </a:cubicBezTo>
                <a:cubicBezTo>
                  <a:pt x="1959" y="105"/>
                  <a:pt x="1959" y="105"/>
                  <a:pt x="1959" y="105"/>
                </a:cubicBezTo>
                <a:cubicBezTo>
                  <a:pt x="1959" y="105"/>
                  <a:pt x="1959" y="105"/>
                  <a:pt x="1959" y="105"/>
                </a:cubicBezTo>
                <a:cubicBezTo>
                  <a:pt x="1959" y="104"/>
                  <a:pt x="1959" y="104"/>
                  <a:pt x="1959" y="104"/>
                </a:cubicBezTo>
                <a:cubicBezTo>
                  <a:pt x="1959" y="104"/>
                  <a:pt x="1959" y="104"/>
                  <a:pt x="1959" y="104"/>
                </a:cubicBezTo>
                <a:cubicBezTo>
                  <a:pt x="1960" y="102"/>
                  <a:pt x="1960" y="102"/>
                  <a:pt x="1960" y="102"/>
                </a:cubicBezTo>
                <a:cubicBezTo>
                  <a:pt x="1960" y="102"/>
                  <a:pt x="1960" y="102"/>
                  <a:pt x="1960" y="102"/>
                </a:cubicBezTo>
                <a:cubicBezTo>
                  <a:pt x="1961" y="101"/>
                  <a:pt x="1961" y="101"/>
                  <a:pt x="1961" y="101"/>
                </a:cubicBezTo>
                <a:cubicBezTo>
                  <a:pt x="1961" y="101"/>
                  <a:pt x="1961" y="101"/>
                  <a:pt x="1961" y="101"/>
                </a:cubicBezTo>
                <a:cubicBezTo>
                  <a:pt x="1963" y="99"/>
                  <a:pt x="1963" y="99"/>
                  <a:pt x="1963" y="99"/>
                </a:cubicBezTo>
                <a:cubicBezTo>
                  <a:pt x="1963" y="99"/>
                  <a:pt x="1963" y="99"/>
                  <a:pt x="1963" y="99"/>
                </a:cubicBezTo>
                <a:cubicBezTo>
                  <a:pt x="1999" y="77"/>
                  <a:pt x="1999" y="77"/>
                  <a:pt x="1999" y="77"/>
                </a:cubicBezTo>
                <a:cubicBezTo>
                  <a:pt x="1999" y="77"/>
                  <a:pt x="1999" y="77"/>
                  <a:pt x="1999" y="77"/>
                </a:cubicBezTo>
                <a:cubicBezTo>
                  <a:pt x="2003" y="77"/>
                  <a:pt x="2003" y="77"/>
                  <a:pt x="2003" y="77"/>
                </a:cubicBezTo>
                <a:cubicBezTo>
                  <a:pt x="2003" y="77"/>
                  <a:pt x="2003" y="77"/>
                  <a:pt x="2003" y="77"/>
                </a:cubicBezTo>
                <a:cubicBezTo>
                  <a:pt x="2007" y="76"/>
                  <a:pt x="2007" y="76"/>
                  <a:pt x="2007" y="76"/>
                </a:cubicBezTo>
                <a:cubicBezTo>
                  <a:pt x="2007" y="76"/>
                  <a:pt x="2007" y="76"/>
                  <a:pt x="2007" y="76"/>
                </a:cubicBezTo>
                <a:cubicBezTo>
                  <a:pt x="2011" y="78"/>
                  <a:pt x="2011" y="78"/>
                  <a:pt x="2011" y="78"/>
                </a:cubicBezTo>
                <a:cubicBezTo>
                  <a:pt x="2011" y="78"/>
                  <a:pt x="2011" y="78"/>
                  <a:pt x="2011" y="78"/>
                </a:cubicBezTo>
                <a:cubicBezTo>
                  <a:pt x="2015" y="79"/>
                  <a:pt x="2015" y="79"/>
                  <a:pt x="2015" y="79"/>
                </a:cubicBezTo>
                <a:cubicBezTo>
                  <a:pt x="2015" y="79"/>
                  <a:pt x="2015" y="79"/>
                  <a:pt x="2015" y="79"/>
                </a:cubicBezTo>
                <a:cubicBezTo>
                  <a:pt x="2018" y="82"/>
                  <a:pt x="2018" y="82"/>
                  <a:pt x="2018" y="82"/>
                </a:cubicBezTo>
                <a:cubicBezTo>
                  <a:pt x="2018" y="82"/>
                  <a:pt x="2018" y="82"/>
                  <a:pt x="2018" y="82"/>
                </a:cubicBezTo>
                <a:cubicBezTo>
                  <a:pt x="2022" y="84"/>
                  <a:pt x="2022" y="84"/>
                  <a:pt x="2022" y="84"/>
                </a:cubicBezTo>
                <a:cubicBezTo>
                  <a:pt x="2022" y="84"/>
                  <a:pt x="2022" y="84"/>
                  <a:pt x="2022" y="84"/>
                </a:cubicBezTo>
                <a:cubicBezTo>
                  <a:pt x="2027" y="86"/>
                  <a:pt x="2027" y="86"/>
                  <a:pt x="2027" y="86"/>
                </a:cubicBezTo>
                <a:cubicBezTo>
                  <a:pt x="2027" y="86"/>
                  <a:pt x="2027" y="86"/>
                  <a:pt x="2027" y="86"/>
                </a:cubicBezTo>
                <a:cubicBezTo>
                  <a:pt x="2033" y="86"/>
                  <a:pt x="2033" y="86"/>
                  <a:pt x="2033" y="86"/>
                </a:cubicBezTo>
                <a:cubicBezTo>
                  <a:pt x="2033" y="86"/>
                  <a:pt x="2033" y="86"/>
                  <a:pt x="2033" y="86"/>
                </a:cubicBezTo>
                <a:cubicBezTo>
                  <a:pt x="2032" y="92"/>
                  <a:pt x="2032" y="92"/>
                  <a:pt x="2032" y="92"/>
                </a:cubicBezTo>
                <a:cubicBezTo>
                  <a:pt x="2032" y="92"/>
                  <a:pt x="2032" y="92"/>
                  <a:pt x="2032" y="92"/>
                </a:cubicBezTo>
                <a:cubicBezTo>
                  <a:pt x="2032" y="98"/>
                  <a:pt x="2032" y="98"/>
                  <a:pt x="2032" y="98"/>
                </a:cubicBezTo>
                <a:cubicBezTo>
                  <a:pt x="2032" y="98"/>
                  <a:pt x="2032" y="98"/>
                  <a:pt x="2032" y="98"/>
                </a:cubicBezTo>
                <a:cubicBezTo>
                  <a:pt x="2031" y="103"/>
                  <a:pt x="2031" y="103"/>
                  <a:pt x="2031" y="103"/>
                </a:cubicBezTo>
                <a:cubicBezTo>
                  <a:pt x="2031" y="103"/>
                  <a:pt x="2031" y="103"/>
                  <a:pt x="2031" y="103"/>
                </a:cubicBezTo>
                <a:cubicBezTo>
                  <a:pt x="2031" y="108"/>
                  <a:pt x="2031" y="108"/>
                  <a:pt x="2031" y="108"/>
                </a:cubicBezTo>
                <a:cubicBezTo>
                  <a:pt x="2031" y="108"/>
                  <a:pt x="2031" y="108"/>
                  <a:pt x="2031" y="108"/>
                </a:cubicBezTo>
                <a:cubicBezTo>
                  <a:pt x="2029" y="114"/>
                  <a:pt x="2029" y="114"/>
                  <a:pt x="2029" y="114"/>
                </a:cubicBezTo>
                <a:cubicBezTo>
                  <a:pt x="2029" y="114"/>
                  <a:pt x="2029" y="114"/>
                  <a:pt x="2029" y="114"/>
                </a:cubicBezTo>
                <a:cubicBezTo>
                  <a:pt x="2028" y="119"/>
                  <a:pt x="2028" y="119"/>
                  <a:pt x="2028" y="119"/>
                </a:cubicBezTo>
                <a:cubicBezTo>
                  <a:pt x="2028" y="119"/>
                  <a:pt x="2028" y="119"/>
                  <a:pt x="2028" y="119"/>
                </a:cubicBezTo>
                <a:cubicBezTo>
                  <a:pt x="2024" y="124"/>
                  <a:pt x="2024" y="124"/>
                  <a:pt x="2024" y="124"/>
                </a:cubicBezTo>
                <a:cubicBezTo>
                  <a:pt x="2024" y="124"/>
                  <a:pt x="2024" y="124"/>
                  <a:pt x="2024" y="124"/>
                </a:cubicBezTo>
                <a:cubicBezTo>
                  <a:pt x="2021" y="127"/>
                  <a:pt x="2021" y="127"/>
                  <a:pt x="2021" y="127"/>
                </a:cubicBezTo>
                <a:cubicBezTo>
                  <a:pt x="2021" y="127"/>
                  <a:pt x="2021" y="127"/>
                  <a:pt x="2021" y="127"/>
                </a:cubicBezTo>
                <a:cubicBezTo>
                  <a:pt x="2018" y="128"/>
                  <a:pt x="2018" y="128"/>
                  <a:pt x="2018" y="128"/>
                </a:cubicBezTo>
                <a:cubicBezTo>
                  <a:pt x="2018" y="128"/>
                  <a:pt x="2018" y="128"/>
                  <a:pt x="2018" y="128"/>
                </a:cubicBezTo>
                <a:cubicBezTo>
                  <a:pt x="2016" y="130"/>
                  <a:pt x="2016" y="130"/>
                  <a:pt x="2016" y="130"/>
                </a:cubicBezTo>
                <a:cubicBezTo>
                  <a:pt x="2016" y="130"/>
                  <a:pt x="2016" y="130"/>
                  <a:pt x="2016" y="130"/>
                </a:cubicBezTo>
                <a:cubicBezTo>
                  <a:pt x="2014" y="133"/>
                  <a:pt x="2014" y="133"/>
                  <a:pt x="2014" y="133"/>
                </a:cubicBezTo>
                <a:cubicBezTo>
                  <a:pt x="2014" y="133"/>
                  <a:pt x="2014" y="133"/>
                  <a:pt x="2014" y="133"/>
                </a:cubicBezTo>
                <a:cubicBezTo>
                  <a:pt x="2013" y="135"/>
                  <a:pt x="2013" y="135"/>
                  <a:pt x="2013" y="135"/>
                </a:cubicBezTo>
                <a:cubicBezTo>
                  <a:pt x="2013" y="135"/>
                  <a:pt x="2013" y="135"/>
                  <a:pt x="2013" y="135"/>
                </a:cubicBezTo>
                <a:cubicBezTo>
                  <a:pt x="2011" y="138"/>
                  <a:pt x="2011" y="138"/>
                  <a:pt x="2011" y="138"/>
                </a:cubicBezTo>
                <a:cubicBezTo>
                  <a:pt x="2011" y="138"/>
                  <a:pt x="2011" y="138"/>
                  <a:pt x="2011" y="138"/>
                </a:cubicBezTo>
                <a:cubicBezTo>
                  <a:pt x="2009" y="140"/>
                  <a:pt x="2009" y="140"/>
                  <a:pt x="2009" y="140"/>
                </a:cubicBezTo>
                <a:cubicBezTo>
                  <a:pt x="2009" y="140"/>
                  <a:pt x="2009" y="140"/>
                  <a:pt x="2009" y="140"/>
                </a:cubicBezTo>
                <a:cubicBezTo>
                  <a:pt x="2005" y="142"/>
                  <a:pt x="2005" y="142"/>
                  <a:pt x="2005" y="142"/>
                </a:cubicBezTo>
                <a:cubicBezTo>
                  <a:pt x="2005" y="142"/>
                  <a:pt x="2005" y="142"/>
                  <a:pt x="2005" y="142"/>
                </a:cubicBezTo>
                <a:cubicBezTo>
                  <a:pt x="2006" y="144"/>
                  <a:pt x="2006" y="144"/>
                  <a:pt x="2006" y="144"/>
                </a:cubicBezTo>
                <a:cubicBezTo>
                  <a:pt x="2003" y="142"/>
                  <a:pt x="2003" y="142"/>
                  <a:pt x="2003" y="142"/>
                </a:cubicBezTo>
                <a:cubicBezTo>
                  <a:pt x="1971" y="194"/>
                  <a:pt x="1971" y="194"/>
                  <a:pt x="1971" y="194"/>
                </a:cubicBezTo>
                <a:cubicBezTo>
                  <a:pt x="1967" y="195"/>
                  <a:pt x="1967" y="195"/>
                  <a:pt x="1967" y="195"/>
                </a:cubicBezTo>
                <a:cubicBezTo>
                  <a:pt x="1950" y="219"/>
                  <a:pt x="1950" y="219"/>
                  <a:pt x="1950" y="219"/>
                </a:cubicBezTo>
                <a:cubicBezTo>
                  <a:pt x="1948" y="221"/>
                  <a:pt x="1948" y="221"/>
                  <a:pt x="1948" y="221"/>
                </a:cubicBezTo>
                <a:cubicBezTo>
                  <a:pt x="1952" y="225"/>
                  <a:pt x="1952" y="225"/>
                  <a:pt x="1952" y="225"/>
                </a:cubicBezTo>
                <a:cubicBezTo>
                  <a:pt x="1952" y="225"/>
                  <a:pt x="1952" y="225"/>
                  <a:pt x="1952" y="225"/>
                </a:cubicBezTo>
                <a:cubicBezTo>
                  <a:pt x="1953" y="225"/>
                  <a:pt x="1953" y="225"/>
                  <a:pt x="1953" y="225"/>
                </a:cubicBezTo>
                <a:cubicBezTo>
                  <a:pt x="1953" y="225"/>
                  <a:pt x="1953" y="225"/>
                  <a:pt x="1953" y="225"/>
                </a:cubicBezTo>
                <a:cubicBezTo>
                  <a:pt x="1956" y="224"/>
                  <a:pt x="1956" y="224"/>
                  <a:pt x="1956" y="224"/>
                </a:cubicBezTo>
                <a:cubicBezTo>
                  <a:pt x="1956" y="224"/>
                  <a:pt x="1956" y="224"/>
                  <a:pt x="1956" y="224"/>
                </a:cubicBezTo>
                <a:cubicBezTo>
                  <a:pt x="1957" y="223"/>
                  <a:pt x="1957" y="223"/>
                  <a:pt x="1957" y="223"/>
                </a:cubicBezTo>
                <a:cubicBezTo>
                  <a:pt x="1957" y="223"/>
                  <a:pt x="1957" y="223"/>
                  <a:pt x="1957" y="223"/>
                </a:cubicBezTo>
                <a:cubicBezTo>
                  <a:pt x="1960" y="222"/>
                  <a:pt x="1960" y="222"/>
                  <a:pt x="1960" y="222"/>
                </a:cubicBezTo>
                <a:cubicBezTo>
                  <a:pt x="1960" y="222"/>
                  <a:pt x="1960" y="222"/>
                  <a:pt x="1960" y="222"/>
                </a:cubicBezTo>
                <a:cubicBezTo>
                  <a:pt x="1962" y="222"/>
                  <a:pt x="1962" y="222"/>
                  <a:pt x="1962" y="222"/>
                </a:cubicBezTo>
                <a:cubicBezTo>
                  <a:pt x="1962" y="222"/>
                  <a:pt x="1962" y="222"/>
                  <a:pt x="1962" y="222"/>
                </a:cubicBezTo>
                <a:cubicBezTo>
                  <a:pt x="1965" y="221"/>
                  <a:pt x="1965" y="221"/>
                  <a:pt x="1965" y="221"/>
                </a:cubicBezTo>
                <a:cubicBezTo>
                  <a:pt x="1965" y="221"/>
                  <a:pt x="1965" y="221"/>
                  <a:pt x="1965" y="221"/>
                </a:cubicBezTo>
                <a:cubicBezTo>
                  <a:pt x="1968" y="221"/>
                  <a:pt x="1968" y="221"/>
                  <a:pt x="1968" y="221"/>
                </a:cubicBezTo>
                <a:cubicBezTo>
                  <a:pt x="1968" y="221"/>
                  <a:pt x="1968" y="221"/>
                  <a:pt x="1968" y="221"/>
                </a:cubicBezTo>
                <a:cubicBezTo>
                  <a:pt x="1971" y="220"/>
                  <a:pt x="1971" y="220"/>
                  <a:pt x="1971" y="220"/>
                </a:cubicBezTo>
                <a:cubicBezTo>
                  <a:pt x="1971" y="220"/>
                  <a:pt x="1971" y="220"/>
                  <a:pt x="1971" y="220"/>
                </a:cubicBezTo>
                <a:cubicBezTo>
                  <a:pt x="1972" y="224"/>
                  <a:pt x="1972" y="224"/>
                  <a:pt x="1972" y="224"/>
                </a:cubicBezTo>
                <a:cubicBezTo>
                  <a:pt x="1972" y="224"/>
                  <a:pt x="1972" y="224"/>
                  <a:pt x="1972" y="224"/>
                </a:cubicBezTo>
                <a:cubicBezTo>
                  <a:pt x="1973" y="227"/>
                  <a:pt x="1973" y="227"/>
                  <a:pt x="1973" y="227"/>
                </a:cubicBezTo>
                <a:cubicBezTo>
                  <a:pt x="1973" y="227"/>
                  <a:pt x="1973" y="227"/>
                  <a:pt x="1973" y="227"/>
                </a:cubicBezTo>
                <a:cubicBezTo>
                  <a:pt x="1974" y="229"/>
                  <a:pt x="1974" y="229"/>
                  <a:pt x="1974" y="229"/>
                </a:cubicBezTo>
                <a:cubicBezTo>
                  <a:pt x="1974" y="229"/>
                  <a:pt x="1974" y="229"/>
                  <a:pt x="1974" y="229"/>
                </a:cubicBezTo>
                <a:cubicBezTo>
                  <a:pt x="1976" y="232"/>
                  <a:pt x="1976" y="232"/>
                  <a:pt x="1976" y="232"/>
                </a:cubicBezTo>
                <a:cubicBezTo>
                  <a:pt x="1976" y="232"/>
                  <a:pt x="1976" y="232"/>
                  <a:pt x="1976" y="232"/>
                </a:cubicBezTo>
                <a:cubicBezTo>
                  <a:pt x="1976" y="236"/>
                  <a:pt x="1976" y="236"/>
                  <a:pt x="1976" y="236"/>
                </a:cubicBezTo>
                <a:cubicBezTo>
                  <a:pt x="1976" y="236"/>
                  <a:pt x="1976" y="236"/>
                  <a:pt x="1976" y="236"/>
                </a:cubicBezTo>
                <a:cubicBezTo>
                  <a:pt x="1977" y="240"/>
                  <a:pt x="1977" y="240"/>
                  <a:pt x="1977" y="240"/>
                </a:cubicBezTo>
                <a:cubicBezTo>
                  <a:pt x="1977" y="240"/>
                  <a:pt x="1977" y="240"/>
                  <a:pt x="1977" y="240"/>
                </a:cubicBezTo>
                <a:cubicBezTo>
                  <a:pt x="1977" y="243"/>
                  <a:pt x="1977" y="243"/>
                  <a:pt x="1977" y="243"/>
                </a:cubicBezTo>
                <a:cubicBezTo>
                  <a:pt x="1977" y="243"/>
                  <a:pt x="1977" y="243"/>
                  <a:pt x="1977" y="243"/>
                </a:cubicBezTo>
                <a:cubicBezTo>
                  <a:pt x="1977" y="245"/>
                  <a:pt x="1977" y="245"/>
                  <a:pt x="1977" y="245"/>
                </a:cubicBezTo>
                <a:cubicBezTo>
                  <a:pt x="1977" y="245"/>
                  <a:pt x="1977" y="245"/>
                  <a:pt x="1977" y="245"/>
                </a:cubicBezTo>
                <a:cubicBezTo>
                  <a:pt x="1947" y="267"/>
                  <a:pt x="1947" y="267"/>
                  <a:pt x="1947" y="267"/>
                </a:cubicBezTo>
                <a:cubicBezTo>
                  <a:pt x="1947" y="267"/>
                  <a:pt x="1947" y="267"/>
                  <a:pt x="1947" y="267"/>
                </a:cubicBezTo>
                <a:cubicBezTo>
                  <a:pt x="1892" y="315"/>
                  <a:pt x="1892" y="315"/>
                  <a:pt x="1892" y="315"/>
                </a:cubicBezTo>
                <a:cubicBezTo>
                  <a:pt x="1892" y="315"/>
                  <a:pt x="1892" y="315"/>
                  <a:pt x="1892" y="315"/>
                </a:cubicBezTo>
                <a:cubicBezTo>
                  <a:pt x="1894" y="319"/>
                  <a:pt x="1894" y="319"/>
                  <a:pt x="1894" y="319"/>
                </a:cubicBezTo>
                <a:cubicBezTo>
                  <a:pt x="1894" y="319"/>
                  <a:pt x="1894" y="319"/>
                  <a:pt x="1894" y="319"/>
                </a:cubicBezTo>
                <a:cubicBezTo>
                  <a:pt x="1923" y="307"/>
                  <a:pt x="1923" y="307"/>
                  <a:pt x="1923" y="307"/>
                </a:cubicBezTo>
                <a:cubicBezTo>
                  <a:pt x="1923" y="307"/>
                  <a:pt x="1923" y="307"/>
                  <a:pt x="1923" y="307"/>
                </a:cubicBezTo>
                <a:cubicBezTo>
                  <a:pt x="1925" y="306"/>
                  <a:pt x="1925" y="306"/>
                  <a:pt x="1925" y="306"/>
                </a:cubicBezTo>
                <a:cubicBezTo>
                  <a:pt x="1925" y="306"/>
                  <a:pt x="1925" y="306"/>
                  <a:pt x="1925" y="306"/>
                </a:cubicBezTo>
                <a:cubicBezTo>
                  <a:pt x="1928" y="305"/>
                  <a:pt x="1928" y="305"/>
                  <a:pt x="1928" y="305"/>
                </a:cubicBezTo>
                <a:cubicBezTo>
                  <a:pt x="1928" y="305"/>
                  <a:pt x="1928" y="305"/>
                  <a:pt x="1928" y="305"/>
                </a:cubicBezTo>
                <a:cubicBezTo>
                  <a:pt x="1931" y="304"/>
                  <a:pt x="1931" y="304"/>
                  <a:pt x="1931" y="304"/>
                </a:cubicBezTo>
                <a:cubicBezTo>
                  <a:pt x="1931" y="304"/>
                  <a:pt x="1931" y="304"/>
                  <a:pt x="1931" y="304"/>
                </a:cubicBezTo>
                <a:cubicBezTo>
                  <a:pt x="1934" y="303"/>
                  <a:pt x="1934" y="303"/>
                  <a:pt x="1934" y="303"/>
                </a:cubicBezTo>
                <a:cubicBezTo>
                  <a:pt x="1934" y="303"/>
                  <a:pt x="1934" y="303"/>
                  <a:pt x="1934" y="303"/>
                </a:cubicBezTo>
                <a:cubicBezTo>
                  <a:pt x="1937" y="304"/>
                  <a:pt x="1937" y="304"/>
                  <a:pt x="1937" y="304"/>
                </a:cubicBezTo>
                <a:cubicBezTo>
                  <a:pt x="1937" y="304"/>
                  <a:pt x="1937" y="304"/>
                  <a:pt x="1937" y="304"/>
                </a:cubicBezTo>
                <a:cubicBezTo>
                  <a:pt x="1940" y="304"/>
                  <a:pt x="1940" y="304"/>
                  <a:pt x="1940" y="304"/>
                </a:cubicBezTo>
                <a:cubicBezTo>
                  <a:pt x="1940" y="304"/>
                  <a:pt x="1940" y="304"/>
                  <a:pt x="1940" y="304"/>
                </a:cubicBezTo>
                <a:cubicBezTo>
                  <a:pt x="1944" y="305"/>
                  <a:pt x="1944" y="305"/>
                  <a:pt x="1944" y="305"/>
                </a:cubicBezTo>
                <a:cubicBezTo>
                  <a:pt x="1944" y="305"/>
                  <a:pt x="1944" y="305"/>
                  <a:pt x="1944" y="305"/>
                </a:cubicBezTo>
                <a:cubicBezTo>
                  <a:pt x="1949" y="305"/>
                  <a:pt x="1949" y="305"/>
                  <a:pt x="1949" y="305"/>
                </a:cubicBezTo>
                <a:cubicBezTo>
                  <a:pt x="1949" y="305"/>
                  <a:pt x="1949" y="305"/>
                  <a:pt x="1949" y="305"/>
                </a:cubicBezTo>
                <a:cubicBezTo>
                  <a:pt x="1950" y="306"/>
                  <a:pt x="1950" y="306"/>
                  <a:pt x="1950" y="306"/>
                </a:cubicBezTo>
                <a:cubicBezTo>
                  <a:pt x="1950" y="306"/>
                  <a:pt x="1950" y="306"/>
                  <a:pt x="1950" y="306"/>
                </a:cubicBezTo>
                <a:cubicBezTo>
                  <a:pt x="1951" y="307"/>
                  <a:pt x="1951" y="307"/>
                  <a:pt x="1951" y="307"/>
                </a:cubicBezTo>
                <a:cubicBezTo>
                  <a:pt x="1951" y="307"/>
                  <a:pt x="1951" y="307"/>
                  <a:pt x="1951" y="307"/>
                </a:cubicBezTo>
                <a:cubicBezTo>
                  <a:pt x="1952" y="308"/>
                  <a:pt x="1952" y="308"/>
                  <a:pt x="1952" y="308"/>
                </a:cubicBezTo>
                <a:cubicBezTo>
                  <a:pt x="1952" y="308"/>
                  <a:pt x="1952" y="308"/>
                  <a:pt x="1952" y="308"/>
                </a:cubicBezTo>
                <a:cubicBezTo>
                  <a:pt x="1953" y="308"/>
                  <a:pt x="1953" y="308"/>
                  <a:pt x="1953" y="308"/>
                </a:cubicBezTo>
                <a:cubicBezTo>
                  <a:pt x="1953" y="308"/>
                  <a:pt x="1953" y="308"/>
                  <a:pt x="1953" y="308"/>
                </a:cubicBezTo>
                <a:cubicBezTo>
                  <a:pt x="1954" y="309"/>
                  <a:pt x="1954" y="309"/>
                  <a:pt x="1954" y="309"/>
                </a:cubicBezTo>
                <a:cubicBezTo>
                  <a:pt x="1954" y="309"/>
                  <a:pt x="1954" y="309"/>
                  <a:pt x="1954" y="309"/>
                </a:cubicBezTo>
                <a:cubicBezTo>
                  <a:pt x="1955" y="310"/>
                  <a:pt x="1955" y="310"/>
                  <a:pt x="1955" y="310"/>
                </a:cubicBezTo>
                <a:cubicBezTo>
                  <a:pt x="1955" y="310"/>
                  <a:pt x="1955" y="310"/>
                  <a:pt x="1955" y="310"/>
                </a:cubicBezTo>
                <a:cubicBezTo>
                  <a:pt x="1956" y="310"/>
                  <a:pt x="1956" y="310"/>
                  <a:pt x="1956" y="310"/>
                </a:cubicBezTo>
                <a:cubicBezTo>
                  <a:pt x="1956" y="310"/>
                  <a:pt x="1956" y="310"/>
                  <a:pt x="1956" y="310"/>
                </a:cubicBezTo>
                <a:cubicBezTo>
                  <a:pt x="1959" y="310"/>
                  <a:pt x="1959" y="310"/>
                  <a:pt x="1959" y="310"/>
                </a:cubicBezTo>
                <a:cubicBezTo>
                  <a:pt x="1959" y="310"/>
                  <a:pt x="1959" y="310"/>
                  <a:pt x="1959" y="310"/>
                </a:cubicBezTo>
                <a:cubicBezTo>
                  <a:pt x="1959" y="313"/>
                  <a:pt x="1959" y="313"/>
                  <a:pt x="1959" y="313"/>
                </a:cubicBezTo>
                <a:cubicBezTo>
                  <a:pt x="1959" y="313"/>
                  <a:pt x="1959" y="313"/>
                  <a:pt x="1959" y="313"/>
                </a:cubicBezTo>
                <a:cubicBezTo>
                  <a:pt x="1960" y="316"/>
                  <a:pt x="1960" y="316"/>
                  <a:pt x="1960" y="316"/>
                </a:cubicBezTo>
                <a:cubicBezTo>
                  <a:pt x="1960" y="316"/>
                  <a:pt x="1960" y="316"/>
                  <a:pt x="1960" y="316"/>
                </a:cubicBezTo>
                <a:cubicBezTo>
                  <a:pt x="1960" y="319"/>
                  <a:pt x="1960" y="319"/>
                  <a:pt x="1960" y="319"/>
                </a:cubicBezTo>
                <a:cubicBezTo>
                  <a:pt x="1960" y="319"/>
                  <a:pt x="1960" y="319"/>
                  <a:pt x="1960" y="319"/>
                </a:cubicBezTo>
                <a:cubicBezTo>
                  <a:pt x="1960" y="322"/>
                  <a:pt x="1960" y="322"/>
                  <a:pt x="1960" y="322"/>
                </a:cubicBezTo>
                <a:cubicBezTo>
                  <a:pt x="1960" y="322"/>
                  <a:pt x="1960" y="322"/>
                  <a:pt x="1960" y="322"/>
                </a:cubicBezTo>
                <a:cubicBezTo>
                  <a:pt x="1958" y="324"/>
                  <a:pt x="1958" y="324"/>
                  <a:pt x="1958" y="324"/>
                </a:cubicBezTo>
                <a:cubicBezTo>
                  <a:pt x="1958" y="324"/>
                  <a:pt x="1958" y="324"/>
                  <a:pt x="1958" y="324"/>
                </a:cubicBezTo>
                <a:cubicBezTo>
                  <a:pt x="1957" y="326"/>
                  <a:pt x="1957" y="326"/>
                  <a:pt x="1957" y="326"/>
                </a:cubicBezTo>
                <a:cubicBezTo>
                  <a:pt x="1957" y="326"/>
                  <a:pt x="1957" y="326"/>
                  <a:pt x="1957" y="326"/>
                </a:cubicBezTo>
                <a:cubicBezTo>
                  <a:pt x="1955" y="329"/>
                  <a:pt x="1955" y="329"/>
                  <a:pt x="1955" y="329"/>
                </a:cubicBezTo>
                <a:cubicBezTo>
                  <a:pt x="1955" y="329"/>
                  <a:pt x="1955" y="329"/>
                  <a:pt x="1955" y="329"/>
                </a:cubicBezTo>
                <a:cubicBezTo>
                  <a:pt x="1954" y="331"/>
                  <a:pt x="1954" y="331"/>
                  <a:pt x="1954" y="331"/>
                </a:cubicBezTo>
                <a:cubicBezTo>
                  <a:pt x="1954" y="331"/>
                  <a:pt x="1954" y="331"/>
                  <a:pt x="1954" y="331"/>
                </a:cubicBezTo>
                <a:cubicBezTo>
                  <a:pt x="1948" y="335"/>
                  <a:pt x="1948" y="335"/>
                  <a:pt x="1948" y="335"/>
                </a:cubicBezTo>
                <a:cubicBezTo>
                  <a:pt x="1948" y="335"/>
                  <a:pt x="1948" y="335"/>
                  <a:pt x="1948" y="335"/>
                </a:cubicBezTo>
                <a:cubicBezTo>
                  <a:pt x="1944" y="338"/>
                  <a:pt x="1944" y="338"/>
                  <a:pt x="1944" y="338"/>
                </a:cubicBezTo>
                <a:cubicBezTo>
                  <a:pt x="1944" y="338"/>
                  <a:pt x="1944" y="338"/>
                  <a:pt x="1944" y="338"/>
                </a:cubicBezTo>
                <a:cubicBezTo>
                  <a:pt x="1940" y="341"/>
                  <a:pt x="1940" y="341"/>
                  <a:pt x="1940" y="341"/>
                </a:cubicBezTo>
                <a:cubicBezTo>
                  <a:pt x="1940" y="341"/>
                  <a:pt x="1940" y="341"/>
                  <a:pt x="1940" y="341"/>
                </a:cubicBezTo>
                <a:cubicBezTo>
                  <a:pt x="1937" y="345"/>
                  <a:pt x="1937" y="345"/>
                  <a:pt x="1937" y="345"/>
                </a:cubicBezTo>
                <a:cubicBezTo>
                  <a:pt x="1937" y="345"/>
                  <a:pt x="1937" y="345"/>
                  <a:pt x="1937" y="345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0" y="353"/>
                  <a:pt x="1930" y="353"/>
                  <a:pt x="1930" y="353"/>
                </a:cubicBezTo>
                <a:cubicBezTo>
                  <a:pt x="1930" y="353"/>
                  <a:pt x="1930" y="353"/>
                  <a:pt x="1930" y="353"/>
                </a:cubicBezTo>
                <a:cubicBezTo>
                  <a:pt x="1925" y="356"/>
                  <a:pt x="1925" y="356"/>
                  <a:pt x="1925" y="356"/>
                </a:cubicBezTo>
                <a:cubicBezTo>
                  <a:pt x="1925" y="356"/>
                  <a:pt x="1925" y="356"/>
                  <a:pt x="1925" y="356"/>
                </a:cubicBezTo>
                <a:cubicBezTo>
                  <a:pt x="1919" y="356"/>
                  <a:pt x="1919" y="356"/>
                  <a:pt x="1919" y="356"/>
                </a:cubicBezTo>
                <a:cubicBezTo>
                  <a:pt x="1919" y="356"/>
                  <a:pt x="1919" y="356"/>
                  <a:pt x="1919" y="356"/>
                </a:cubicBezTo>
                <a:cubicBezTo>
                  <a:pt x="1917" y="353"/>
                  <a:pt x="1917" y="353"/>
                  <a:pt x="1917" y="353"/>
                </a:cubicBezTo>
                <a:cubicBezTo>
                  <a:pt x="1917" y="353"/>
                  <a:pt x="1917" y="353"/>
                  <a:pt x="1917" y="353"/>
                </a:cubicBezTo>
                <a:cubicBezTo>
                  <a:pt x="1918" y="348"/>
                  <a:pt x="1918" y="348"/>
                  <a:pt x="1918" y="348"/>
                </a:cubicBezTo>
                <a:cubicBezTo>
                  <a:pt x="1918" y="348"/>
                  <a:pt x="1918" y="348"/>
                  <a:pt x="1918" y="348"/>
                </a:cubicBezTo>
                <a:cubicBezTo>
                  <a:pt x="1921" y="344"/>
                  <a:pt x="1921" y="344"/>
                  <a:pt x="1921" y="344"/>
                </a:cubicBezTo>
                <a:cubicBezTo>
                  <a:pt x="1921" y="344"/>
                  <a:pt x="1921" y="344"/>
                  <a:pt x="1921" y="344"/>
                </a:cubicBezTo>
                <a:cubicBezTo>
                  <a:pt x="1925" y="340"/>
                  <a:pt x="1925" y="340"/>
                  <a:pt x="1925" y="340"/>
                </a:cubicBezTo>
                <a:cubicBezTo>
                  <a:pt x="1925" y="340"/>
                  <a:pt x="1925" y="340"/>
                  <a:pt x="1925" y="340"/>
                </a:cubicBezTo>
                <a:cubicBezTo>
                  <a:pt x="1927" y="338"/>
                  <a:pt x="1927" y="338"/>
                  <a:pt x="1927" y="338"/>
                </a:cubicBezTo>
                <a:cubicBezTo>
                  <a:pt x="1927" y="338"/>
                  <a:pt x="1927" y="338"/>
                  <a:pt x="1927" y="338"/>
                </a:cubicBezTo>
                <a:cubicBezTo>
                  <a:pt x="1930" y="334"/>
                  <a:pt x="1930" y="334"/>
                  <a:pt x="1930" y="334"/>
                </a:cubicBezTo>
                <a:cubicBezTo>
                  <a:pt x="1930" y="334"/>
                  <a:pt x="1930" y="334"/>
                  <a:pt x="1930" y="334"/>
                </a:cubicBezTo>
                <a:cubicBezTo>
                  <a:pt x="1932" y="330"/>
                  <a:pt x="1932" y="330"/>
                  <a:pt x="1932" y="330"/>
                </a:cubicBezTo>
                <a:cubicBezTo>
                  <a:pt x="1932" y="330"/>
                  <a:pt x="1932" y="330"/>
                  <a:pt x="1932" y="330"/>
                </a:cubicBezTo>
                <a:cubicBezTo>
                  <a:pt x="1933" y="324"/>
                  <a:pt x="1933" y="324"/>
                  <a:pt x="1933" y="324"/>
                </a:cubicBezTo>
                <a:cubicBezTo>
                  <a:pt x="1933" y="324"/>
                  <a:pt x="1933" y="324"/>
                  <a:pt x="1933" y="324"/>
                </a:cubicBezTo>
                <a:cubicBezTo>
                  <a:pt x="1931" y="324"/>
                  <a:pt x="1931" y="324"/>
                  <a:pt x="1931" y="324"/>
                </a:cubicBezTo>
                <a:cubicBezTo>
                  <a:pt x="1931" y="324"/>
                  <a:pt x="1931" y="324"/>
                  <a:pt x="1931" y="324"/>
                </a:cubicBezTo>
                <a:cubicBezTo>
                  <a:pt x="1929" y="324"/>
                  <a:pt x="1929" y="324"/>
                  <a:pt x="1929" y="324"/>
                </a:cubicBezTo>
                <a:cubicBezTo>
                  <a:pt x="1929" y="324"/>
                  <a:pt x="1929" y="324"/>
                  <a:pt x="1929" y="324"/>
                </a:cubicBezTo>
                <a:cubicBezTo>
                  <a:pt x="1927" y="324"/>
                  <a:pt x="1927" y="324"/>
                  <a:pt x="1927" y="324"/>
                </a:cubicBezTo>
                <a:cubicBezTo>
                  <a:pt x="1927" y="324"/>
                  <a:pt x="1927" y="324"/>
                  <a:pt x="1927" y="324"/>
                </a:cubicBezTo>
                <a:cubicBezTo>
                  <a:pt x="1926" y="323"/>
                  <a:pt x="1926" y="323"/>
                  <a:pt x="1926" y="323"/>
                </a:cubicBezTo>
                <a:cubicBezTo>
                  <a:pt x="1926" y="323"/>
                  <a:pt x="1926" y="323"/>
                  <a:pt x="1926" y="323"/>
                </a:cubicBezTo>
                <a:cubicBezTo>
                  <a:pt x="1924" y="324"/>
                  <a:pt x="1924" y="324"/>
                  <a:pt x="1924" y="324"/>
                </a:cubicBezTo>
                <a:cubicBezTo>
                  <a:pt x="1924" y="324"/>
                  <a:pt x="1924" y="324"/>
                  <a:pt x="1924" y="324"/>
                </a:cubicBezTo>
                <a:cubicBezTo>
                  <a:pt x="1921" y="324"/>
                  <a:pt x="1921" y="324"/>
                  <a:pt x="1921" y="324"/>
                </a:cubicBezTo>
                <a:cubicBezTo>
                  <a:pt x="1921" y="324"/>
                  <a:pt x="1921" y="324"/>
                  <a:pt x="1921" y="324"/>
                </a:cubicBezTo>
                <a:cubicBezTo>
                  <a:pt x="1919" y="324"/>
                  <a:pt x="1919" y="324"/>
                  <a:pt x="1919" y="324"/>
                </a:cubicBezTo>
                <a:cubicBezTo>
                  <a:pt x="1919" y="324"/>
                  <a:pt x="1919" y="324"/>
                  <a:pt x="1919" y="324"/>
                </a:cubicBezTo>
                <a:cubicBezTo>
                  <a:pt x="1918" y="324"/>
                  <a:pt x="1918" y="324"/>
                  <a:pt x="1918" y="324"/>
                </a:cubicBezTo>
                <a:cubicBezTo>
                  <a:pt x="1918" y="324"/>
                  <a:pt x="1918" y="324"/>
                  <a:pt x="1918" y="324"/>
                </a:cubicBezTo>
                <a:cubicBezTo>
                  <a:pt x="1900" y="344"/>
                  <a:pt x="1900" y="344"/>
                  <a:pt x="1900" y="344"/>
                </a:cubicBezTo>
                <a:cubicBezTo>
                  <a:pt x="1900" y="344"/>
                  <a:pt x="1900" y="344"/>
                  <a:pt x="1900" y="344"/>
                </a:cubicBezTo>
                <a:cubicBezTo>
                  <a:pt x="1901" y="361"/>
                  <a:pt x="1901" y="361"/>
                  <a:pt x="1901" y="361"/>
                </a:cubicBezTo>
                <a:cubicBezTo>
                  <a:pt x="1901" y="361"/>
                  <a:pt x="1901" y="361"/>
                  <a:pt x="1901" y="361"/>
                </a:cubicBezTo>
                <a:cubicBezTo>
                  <a:pt x="1905" y="377"/>
                  <a:pt x="1905" y="377"/>
                  <a:pt x="1905" y="377"/>
                </a:cubicBezTo>
                <a:cubicBezTo>
                  <a:pt x="1905" y="377"/>
                  <a:pt x="1905" y="377"/>
                  <a:pt x="1905" y="377"/>
                </a:cubicBezTo>
                <a:cubicBezTo>
                  <a:pt x="1905" y="394"/>
                  <a:pt x="1905" y="394"/>
                  <a:pt x="1905" y="394"/>
                </a:cubicBezTo>
                <a:cubicBezTo>
                  <a:pt x="1905" y="394"/>
                  <a:pt x="1905" y="394"/>
                  <a:pt x="1905" y="394"/>
                </a:cubicBezTo>
                <a:cubicBezTo>
                  <a:pt x="1906" y="410"/>
                  <a:pt x="1906" y="410"/>
                  <a:pt x="1906" y="410"/>
                </a:cubicBezTo>
                <a:cubicBezTo>
                  <a:pt x="1906" y="410"/>
                  <a:pt x="1906" y="410"/>
                  <a:pt x="1906" y="410"/>
                </a:cubicBezTo>
                <a:cubicBezTo>
                  <a:pt x="1904" y="426"/>
                  <a:pt x="1904" y="426"/>
                  <a:pt x="1904" y="426"/>
                </a:cubicBezTo>
                <a:cubicBezTo>
                  <a:pt x="1904" y="426"/>
                  <a:pt x="1904" y="426"/>
                  <a:pt x="1904" y="426"/>
                </a:cubicBezTo>
                <a:cubicBezTo>
                  <a:pt x="1902" y="442"/>
                  <a:pt x="1902" y="442"/>
                  <a:pt x="1902" y="442"/>
                </a:cubicBezTo>
                <a:cubicBezTo>
                  <a:pt x="1902" y="442"/>
                  <a:pt x="1902" y="442"/>
                  <a:pt x="1902" y="442"/>
                </a:cubicBezTo>
                <a:cubicBezTo>
                  <a:pt x="1900" y="459"/>
                  <a:pt x="1900" y="459"/>
                  <a:pt x="1900" y="459"/>
                </a:cubicBezTo>
                <a:cubicBezTo>
                  <a:pt x="1900" y="459"/>
                  <a:pt x="1900" y="459"/>
                  <a:pt x="1900" y="459"/>
                </a:cubicBezTo>
                <a:cubicBezTo>
                  <a:pt x="1900" y="475"/>
                  <a:pt x="1900" y="475"/>
                  <a:pt x="1900" y="475"/>
                </a:cubicBezTo>
                <a:cubicBezTo>
                  <a:pt x="1900" y="475"/>
                  <a:pt x="1900" y="475"/>
                  <a:pt x="1900" y="475"/>
                </a:cubicBezTo>
                <a:cubicBezTo>
                  <a:pt x="1898" y="476"/>
                  <a:pt x="1898" y="476"/>
                  <a:pt x="1898" y="476"/>
                </a:cubicBezTo>
                <a:cubicBezTo>
                  <a:pt x="1898" y="476"/>
                  <a:pt x="1898" y="476"/>
                  <a:pt x="1898" y="476"/>
                </a:cubicBezTo>
                <a:cubicBezTo>
                  <a:pt x="1897" y="477"/>
                  <a:pt x="1897" y="477"/>
                  <a:pt x="1897" y="477"/>
                </a:cubicBezTo>
                <a:cubicBezTo>
                  <a:pt x="1897" y="477"/>
                  <a:pt x="1897" y="477"/>
                  <a:pt x="1897" y="477"/>
                </a:cubicBezTo>
                <a:cubicBezTo>
                  <a:pt x="1896" y="477"/>
                  <a:pt x="1896" y="477"/>
                  <a:pt x="1896" y="477"/>
                </a:cubicBezTo>
                <a:cubicBezTo>
                  <a:pt x="1896" y="477"/>
                  <a:pt x="1896" y="477"/>
                  <a:pt x="1896" y="477"/>
                </a:cubicBezTo>
                <a:cubicBezTo>
                  <a:pt x="1895" y="477"/>
                  <a:pt x="1895" y="477"/>
                  <a:pt x="1895" y="477"/>
                </a:cubicBezTo>
                <a:cubicBezTo>
                  <a:pt x="1895" y="477"/>
                  <a:pt x="1895" y="477"/>
                  <a:pt x="1895" y="477"/>
                </a:cubicBezTo>
                <a:cubicBezTo>
                  <a:pt x="1893" y="478"/>
                  <a:pt x="1893" y="478"/>
                  <a:pt x="1893" y="478"/>
                </a:cubicBezTo>
                <a:cubicBezTo>
                  <a:pt x="1893" y="478"/>
                  <a:pt x="1893" y="478"/>
                  <a:pt x="1893" y="478"/>
                </a:cubicBezTo>
                <a:cubicBezTo>
                  <a:pt x="1892" y="478"/>
                  <a:pt x="1892" y="478"/>
                  <a:pt x="1892" y="478"/>
                </a:cubicBezTo>
                <a:cubicBezTo>
                  <a:pt x="1892" y="478"/>
                  <a:pt x="1892" y="478"/>
                  <a:pt x="1892" y="478"/>
                </a:cubicBezTo>
                <a:cubicBezTo>
                  <a:pt x="1890" y="478"/>
                  <a:pt x="1890" y="478"/>
                  <a:pt x="1890" y="478"/>
                </a:cubicBezTo>
                <a:cubicBezTo>
                  <a:pt x="1890" y="478"/>
                  <a:pt x="1890" y="478"/>
                  <a:pt x="1890" y="478"/>
                </a:cubicBezTo>
                <a:cubicBezTo>
                  <a:pt x="1889" y="478"/>
                  <a:pt x="1889" y="478"/>
                  <a:pt x="1889" y="478"/>
                </a:cubicBezTo>
                <a:lnTo>
                  <a:pt x="1888" y="478"/>
                </a:lnTo>
                <a:close/>
                <a:moveTo>
                  <a:pt x="19" y="460"/>
                </a:moveTo>
                <a:cubicBezTo>
                  <a:pt x="16" y="460"/>
                  <a:pt x="16" y="460"/>
                  <a:pt x="16" y="460"/>
                </a:cubicBezTo>
                <a:cubicBezTo>
                  <a:pt x="16" y="460"/>
                  <a:pt x="16" y="460"/>
                  <a:pt x="16" y="460"/>
                </a:cubicBezTo>
                <a:cubicBezTo>
                  <a:pt x="15" y="459"/>
                  <a:pt x="15" y="459"/>
                  <a:pt x="15" y="459"/>
                </a:cubicBezTo>
                <a:cubicBezTo>
                  <a:pt x="15" y="459"/>
                  <a:pt x="15" y="459"/>
                  <a:pt x="15" y="459"/>
                </a:cubicBezTo>
                <a:cubicBezTo>
                  <a:pt x="13" y="459"/>
                  <a:pt x="13" y="459"/>
                  <a:pt x="13" y="459"/>
                </a:cubicBezTo>
                <a:cubicBezTo>
                  <a:pt x="13" y="459"/>
                  <a:pt x="13" y="459"/>
                  <a:pt x="13" y="459"/>
                </a:cubicBezTo>
                <a:cubicBezTo>
                  <a:pt x="12" y="458"/>
                  <a:pt x="12" y="458"/>
                  <a:pt x="12" y="458"/>
                </a:cubicBezTo>
                <a:cubicBezTo>
                  <a:pt x="12" y="458"/>
                  <a:pt x="12" y="458"/>
                  <a:pt x="12" y="458"/>
                </a:cubicBezTo>
                <a:cubicBezTo>
                  <a:pt x="10" y="458"/>
                  <a:pt x="10" y="458"/>
                  <a:pt x="10" y="458"/>
                </a:cubicBezTo>
                <a:cubicBezTo>
                  <a:pt x="10" y="458"/>
                  <a:pt x="10" y="458"/>
                  <a:pt x="10" y="458"/>
                </a:cubicBezTo>
                <a:cubicBezTo>
                  <a:pt x="9" y="458"/>
                  <a:pt x="9" y="458"/>
                  <a:pt x="9" y="458"/>
                </a:cubicBezTo>
                <a:cubicBezTo>
                  <a:pt x="9" y="458"/>
                  <a:pt x="9" y="458"/>
                  <a:pt x="9" y="458"/>
                </a:cubicBezTo>
                <a:cubicBezTo>
                  <a:pt x="8" y="457"/>
                  <a:pt x="8" y="457"/>
                  <a:pt x="8" y="457"/>
                </a:cubicBezTo>
                <a:cubicBezTo>
                  <a:pt x="8" y="457"/>
                  <a:pt x="8" y="457"/>
                  <a:pt x="8" y="457"/>
                </a:cubicBezTo>
                <a:cubicBezTo>
                  <a:pt x="7" y="455"/>
                  <a:pt x="7" y="455"/>
                  <a:pt x="7" y="455"/>
                </a:cubicBezTo>
                <a:cubicBezTo>
                  <a:pt x="7" y="455"/>
                  <a:pt x="7" y="455"/>
                  <a:pt x="7" y="455"/>
                </a:cubicBezTo>
                <a:cubicBezTo>
                  <a:pt x="5" y="453"/>
                  <a:pt x="5" y="453"/>
                  <a:pt x="5" y="453"/>
                </a:cubicBezTo>
                <a:cubicBezTo>
                  <a:pt x="5" y="453"/>
                  <a:pt x="5" y="453"/>
                  <a:pt x="5" y="453"/>
                </a:cubicBezTo>
                <a:cubicBezTo>
                  <a:pt x="4" y="452"/>
                  <a:pt x="4" y="452"/>
                  <a:pt x="4" y="452"/>
                </a:cubicBezTo>
                <a:cubicBezTo>
                  <a:pt x="4" y="452"/>
                  <a:pt x="4" y="452"/>
                  <a:pt x="4" y="452"/>
                </a:cubicBezTo>
                <a:cubicBezTo>
                  <a:pt x="2" y="449"/>
                  <a:pt x="2" y="449"/>
                  <a:pt x="2" y="449"/>
                </a:cubicBezTo>
                <a:cubicBezTo>
                  <a:pt x="2" y="449"/>
                  <a:pt x="2" y="449"/>
                  <a:pt x="2" y="449"/>
                </a:cubicBezTo>
                <a:cubicBezTo>
                  <a:pt x="2" y="446"/>
                  <a:pt x="2" y="446"/>
                  <a:pt x="2" y="446"/>
                </a:cubicBezTo>
                <a:cubicBezTo>
                  <a:pt x="2" y="446"/>
                  <a:pt x="2" y="446"/>
                  <a:pt x="2" y="446"/>
                </a:cubicBezTo>
                <a:cubicBezTo>
                  <a:pt x="0" y="443"/>
                  <a:pt x="0" y="443"/>
                  <a:pt x="0" y="443"/>
                </a:cubicBezTo>
                <a:cubicBezTo>
                  <a:pt x="0" y="443"/>
                  <a:pt x="0" y="443"/>
                  <a:pt x="0" y="443"/>
                </a:cubicBezTo>
                <a:cubicBezTo>
                  <a:pt x="0" y="439"/>
                  <a:pt x="0" y="439"/>
                  <a:pt x="0" y="439"/>
                </a:cubicBezTo>
                <a:cubicBezTo>
                  <a:pt x="0" y="439"/>
                  <a:pt x="0" y="439"/>
                  <a:pt x="0" y="439"/>
                </a:cubicBezTo>
                <a:cubicBezTo>
                  <a:pt x="0" y="437"/>
                  <a:pt x="0" y="437"/>
                  <a:pt x="0" y="437"/>
                </a:cubicBezTo>
                <a:cubicBezTo>
                  <a:pt x="0" y="437"/>
                  <a:pt x="0" y="437"/>
                  <a:pt x="0" y="437"/>
                </a:cubicBezTo>
                <a:cubicBezTo>
                  <a:pt x="2" y="433"/>
                  <a:pt x="2" y="433"/>
                  <a:pt x="2" y="433"/>
                </a:cubicBezTo>
                <a:cubicBezTo>
                  <a:pt x="2" y="433"/>
                  <a:pt x="2" y="433"/>
                  <a:pt x="2" y="433"/>
                </a:cubicBezTo>
                <a:cubicBezTo>
                  <a:pt x="13" y="416"/>
                  <a:pt x="13" y="416"/>
                  <a:pt x="13" y="416"/>
                </a:cubicBezTo>
                <a:cubicBezTo>
                  <a:pt x="13" y="416"/>
                  <a:pt x="13" y="416"/>
                  <a:pt x="13" y="416"/>
                </a:cubicBezTo>
                <a:cubicBezTo>
                  <a:pt x="26" y="399"/>
                  <a:pt x="26" y="399"/>
                  <a:pt x="26" y="399"/>
                </a:cubicBezTo>
                <a:cubicBezTo>
                  <a:pt x="26" y="399"/>
                  <a:pt x="26" y="399"/>
                  <a:pt x="26" y="399"/>
                </a:cubicBezTo>
                <a:cubicBezTo>
                  <a:pt x="37" y="381"/>
                  <a:pt x="37" y="381"/>
                  <a:pt x="37" y="381"/>
                </a:cubicBezTo>
                <a:cubicBezTo>
                  <a:pt x="37" y="381"/>
                  <a:pt x="37" y="381"/>
                  <a:pt x="37" y="381"/>
                </a:cubicBezTo>
                <a:cubicBezTo>
                  <a:pt x="49" y="363"/>
                  <a:pt x="49" y="363"/>
                  <a:pt x="49" y="363"/>
                </a:cubicBezTo>
                <a:cubicBezTo>
                  <a:pt x="49" y="363"/>
                  <a:pt x="49" y="363"/>
                  <a:pt x="49" y="363"/>
                </a:cubicBezTo>
                <a:cubicBezTo>
                  <a:pt x="60" y="345"/>
                  <a:pt x="60" y="345"/>
                  <a:pt x="60" y="345"/>
                </a:cubicBezTo>
                <a:cubicBezTo>
                  <a:pt x="60" y="345"/>
                  <a:pt x="60" y="345"/>
                  <a:pt x="60" y="345"/>
                </a:cubicBezTo>
                <a:cubicBezTo>
                  <a:pt x="71" y="326"/>
                  <a:pt x="71" y="326"/>
                  <a:pt x="71" y="326"/>
                </a:cubicBezTo>
                <a:cubicBezTo>
                  <a:pt x="71" y="326"/>
                  <a:pt x="71" y="326"/>
                  <a:pt x="71" y="326"/>
                </a:cubicBezTo>
                <a:cubicBezTo>
                  <a:pt x="83" y="308"/>
                  <a:pt x="83" y="308"/>
                  <a:pt x="83" y="308"/>
                </a:cubicBezTo>
                <a:cubicBezTo>
                  <a:pt x="83" y="308"/>
                  <a:pt x="83" y="308"/>
                  <a:pt x="83" y="308"/>
                </a:cubicBezTo>
                <a:cubicBezTo>
                  <a:pt x="94" y="288"/>
                  <a:pt x="94" y="288"/>
                  <a:pt x="94" y="288"/>
                </a:cubicBezTo>
                <a:cubicBezTo>
                  <a:pt x="94" y="288"/>
                  <a:pt x="94" y="288"/>
                  <a:pt x="94" y="288"/>
                </a:cubicBezTo>
                <a:cubicBezTo>
                  <a:pt x="95" y="288"/>
                  <a:pt x="95" y="288"/>
                  <a:pt x="96" y="288"/>
                </a:cubicBezTo>
                <a:cubicBezTo>
                  <a:pt x="96" y="288"/>
                  <a:pt x="96" y="288"/>
                  <a:pt x="96" y="288"/>
                </a:cubicBezTo>
                <a:cubicBezTo>
                  <a:pt x="97" y="288"/>
                  <a:pt x="98" y="287"/>
                  <a:pt x="98" y="287"/>
                </a:cubicBezTo>
                <a:cubicBezTo>
                  <a:pt x="98" y="287"/>
                  <a:pt x="98" y="287"/>
                  <a:pt x="98" y="287"/>
                </a:cubicBezTo>
                <a:cubicBezTo>
                  <a:pt x="99" y="287"/>
                  <a:pt x="99" y="286"/>
                  <a:pt x="99" y="285"/>
                </a:cubicBezTo>
                <a:cubicBezTo>
                  <a:pt x="99" y="285"/>
                  <a:pt x="99" y="285"/>
                  <a:pt x="99" y="285"/>
                </a:cubicBezTo>
                <a:cubicBezTo>
                  <a:pt x="101" y="283"/>
                  <a:pt x="103" y="282"/>
                  <a:pt x="105" y="280"/>
                </a:cubicBezTo>
                <a:cubicBezTo>
                  <a:pt x="105" y="280"/>
                  <a:pt x="105" y="280"/>
                  <a:pt x="105" y="280"/>
                </a:cubicBezTo>
                <a:cubicBezTo>
                  <a:pt x="105" y="279"/>
                  <a:pt x="105" y="279"/>
                  <a:pt x="106" y="278"/>
                </a:cubicBezTo>
                <a:cubicBezTo>
                  <a:pt x="106" y="278"/>
                  <a:pt x="106" y="278"/>
                  <a:pt x="106" y="278"/>
                </a:cubicBezTo>
                <a:cubicBezTo>
                  <a:pt x="107" y="277"/>
                  <a:pt x="108" y="276"/>
                  <a:pt x="109" y="275"/>
                </a:cubicBezTo>
                <a:cubicBezTo>
                  <a:pt x="109" y="275"/>
                  <a:pt x="109" y="275"/>
                  <a:pt x="109" y="275"/>
                </a:cubicBezTo>
                <a:cubicBezTo>
                  <a:pt x="113" y="268"/>
                  <a:pt x="117" y="261"/>
                  <a:pt x="121" y="254"/>
                </a:cubicBezTo>
                <a:cubicBezTo>
                  <a:pt x="121" y="254"/>
                  <a:pt x="121" y="254"/>
                  <a:pt x="121" y="254"/>
                </a:cubicBezTo>
                <a:cubicBezTo>
                  <a:pt x="120" y="254"/>
                  <a:pt x="120" y="254"/>
                  <a:pt x="119" y="254"/>
                </a:cubicBezTo>
                <a:cubicBezTo>
                  <a:pt x="119" y="254"/>
                  <a:pt x="119" y="254"/>
                  <a:pt x="119" y="254"/>
                </a:cubicBezTo>
                <a:cubicBezTo>
                  <a:pt x="118" y="253"/>
                  <a:pt x="118" y="253"/>
                  <a:pt x="118" y="253"/>
                </a:cubicBezTo>
                <a:cubicBezTo>
                  <a:pt x="118" y="253"/>
                  <a:pt x="118" y="253"/>
                  <a:pt x="118" y="253"/>
                </a:cubicBezTo>
                <a:cubicBezTo>
                  <a:pt x="117" y="252"/>
                  <a:pt x="117" y="252"/>
                  <a:pt x="117" y="252"/>
                </a:cubicBezTo>
                <a:cubicBezTo>
                  <a:pt x="117" y="252"/>
                  <a:pt x="117" y="252"/>
                  <a:pt x="117" y="252"/>
                </a:cubicBezTo>
                <a:cubicBezTo>
                  <a:pt x="117" y="251"/>
                  <a:pt x="117" y="251"/>
                  <a:pt x="117" y="251"/>
                </a:cubicBezTo>
                <a:cubicBezTo>
                  <a:pt x="117" y="251"/>
                  <a:pt x="117" y="251"/>
                  <a:pt x="117" y="251"/>
                </a:cubicBezTo>
                <a:cubicBezTo>
                  <a:pt x="116" y="250"/>
                  <a:pt x="116" y="250"/>
                  <a:pt x="116" y="250"/>
                </a:cubicBezTo>
                <a:cubicBezTo>
                  <a:pt x="116" y="250"/>
                  <a:pt x="116" y="250"/>
                  <a:pt x="116" y="250"/>
                </a:cubicBezTo>
                <a:cubicBezTo>
                  <a:pt x="116" y="249"/>
                  <a:pt x="116" y="249"/>
                  <a:pt x="116" y="249"/>
                </a:cubicBezTo>
                <a:cubicBezTo>
                  <a:pt x="116" y="249"/>
                  <a:pt x="116" y="249"/>
                  <a:pt x="116" y="249"/>
                </a:cubicBezTo>
                <a:cubicBezTo>
                  <a:pt x="115" y="248"/>
                  <a:pt x="115" y="248"/>
                  <a:pt x="115" y="248"/>
                </a:cubicBezTo>
                <a:cubicBezTo>
                  <a:pt x="115" y="248"/>
                  <a:pt x="115" y="248"/>
                  <a:pt x="115" y="248"/>
                </a:cubicBezTo>
                <a:cubicBezTo>
                  <a:pt x="115" y="245"/>
                  <a:pt x="115" y="245"/>
                  <a:pt x="115" y="245"/>
                </a:cubicBezTo>
                <a:cubicBezTo>
                  <a:pt x="115" y="245"/>
                  <a:pt x="115" y="245"/>
                  <a:pt x="115" y="245"/>
                </a:cubicBezTo>
                <a:cubicBezTo>
                  <a:pt x="123" y="240"/>
                  <a:pt x="123" y="240"/>
                  <a:pt x="123" y="240"/>
                </a:cubicBezTo>
                <a:cubicBezTo>
                  <a:pt x="123" y="240"/>
                  <a:pt x="123" y="240"/>
                  <a:pt x="123" y="240"/>
                </a:cubicBezTo>
                <a:cubicBezTo>
                  <a:pt x="132" y="232"/>
                  <a:pt x="132" y="232"/>
                  <a:pt x="132" y="232"/>
                </a:cubicBezTo>
                <a:cubicBezTo>
                  <a:pt x="132" y="232"/>
                  <a:pt x="132" y="232"/>
                  <a:pt x="132" y="232"/>
                </a:cubicBezTo>
                <a:cubicBezTo>
                  <a:pt x="139" y="224"/>
                  <a:pt x="139" y="224"/>
                  <a:pt x="139" y="224"/>
                </a:cubicBezTo>
                <a:cubicBezTo>
                  <a:pt x="139" y="224"/>
                  <a:pt x="139" y="224"/>
                  <a:pt x="139" y="224"/>
                </a:cubicBezTo>
                <a:cubicBezTo>
                  <a:pt x="148" y="214"/>
                  <a:pt x="148" y="214"/>
                  <a:pt x="148" y="214"/>
                </a:cubicBezTo>
                <a:cubicBezTo>
                  <a:pt x="148" y="214"/>
                  <a:pt x="148" y="214"/>
                  <a:pt x="148" y="214"/>
                </a:cubicBezTo>
                <a:cubicBezTo>
                  <a:pt x="154" y="206"/>
                  <a:pt x="154" y="206"/>
                  <a:pt x="154" y="206"/>
                </a:cubicBezTo>
                <a:cubicBezTo>
                  <a:pt x="154" y="206"/>
                  <a:pt x="154" y="206"/>
                  <a:pt x="154" y="206"/>
                </a:cubicBezTo>
                <a:cubicBezTo>
                  <a:pt x="160" y="196"/>
                  <a:pt x="160" y="196"/>
                  <a:pt x="160" y="196"/>
                </a:cubicBezTo>
                <a:cubicBezTo>
                  <a:pt x="160" y="196"/>
                  <a:pt x="160" y="196"/>
                  <a:pt x="160" y="196"/>
                </a:cubicBezTo>
                <a:cubicBezTo>
                  <a:pt x="167" y="186"/>
                  <a:pt x="167" y="186"/>
                  <a:pt x="167" y="186"/>
                </a:cubicBezTo>
                <a:cubicBezTo>
                  <a:pt x="167" y="186"/>
                  <a:pt x="167" y="186"/>
                  <a:pt x="167" y="186"/>
                </a:cubicBezTo>
                <a:cubicBezTo>
                  <a:pt x="174" y="176"/>
                  <a:pt x="174" y="176"/>
                  <a:pt x="174" y="176"/>
                </a:cubicBezTo>
                <a:cubicBezTo>
                  <a:pt x="174" y="176"/>
                  <a:pt x="174" y="176"/>
                  <a:pt x="174" y="176"/>
                </a:cubicBezTo>
                <a:cubicBezTo>
                  <a:pt x="236" y="100"/>
                  <a:pt x="236" y="100"/>
                  <a:pt x="236" y="100"/>
                </a:cubicBezTo>
                <a:cubicBezTo>
                  <a:pt x="236" y="100"/>
                  <a:pt x="236" y="100"/>
                  <a:pt x="236" y="100"/>
                </a:cubicBezTo>
                <a:cubicBezTo>
                  <a:pt x="236" y="100"/>
                  <a:pt x="236" y="100"/>
                  <a:pt x="236" y="100"/>
                </a:cubicBezTo>
                <a:cubicBezTo>
                  <a:pt x="236" y="100"/>
                  <a:pt x="236" y="100"/>
                  <a:pt x="236" y="100"/>
                </a:cubicBezTo>
                <a:cubicBezTo>
                  <a:pt x="236" y="99"/>
                  <a:pt x="236" y="99"/>
                  <a:pt x="236" y="99"/>
                </a:cubicBezTo>
                <a:cubicBezTo>
                  <a:pt x="236" y="99"/>
                  <a:pt x="236" y="99"/>
                  <a:pt x="236" y="99"/>
                </a:cubicBezTo>
                <a:cubicBezTo>
                  <a:pt x="236" y="99"/>
                  <a:pt x="236" y="99"/>
                  <a:pt x="236" y="99"/>
                </a:cubicBezTo>
                <a:cubicBezTo>
                  <a:pt x="236" y="99"/>
                  <a:pt x="236" y="99"/>
                  <a:pt x="236" y="99"/>
                </a:cubicBezTo>
                <a:cubicBezTo>
                  <a:pt x="236" y="98"/>
                  <a:pt x="236" y="98"/>
                  <a:pt x="236" y="98"/>
                </a:cubicBezTo>
                <a:cubicBezTo>
                  <a:pt x="236" y="98"/>
                  <a:pt x="236" y="98"/>
                  <a:pt x="236" y="98"/>
                </a:cubicBezTo>
                <a:cubicBezTo>
                  <a:pt x="236" y="97"/>
                  <a:pt x="236" y="97"/>
                  <a:pt x="236" y="97"/>
                </a:cubicBezTo>
                <a:cubicBezTo>
                  <a:pt x="236" y="97"/>
                  <a:pt x="236" y="97"/>
                  <a:pt x="236" y="97"/>
                </a:cubicBezTo>
                <a:cubicBezTo>
                  <a:pt x="236" y="96"/>
                  <a:pt x="236" y="96"/>
                  <a:pt x="236" y="96"/>
                </a:cubicBezTo>
                <a:cubicBezTo>
                  <a:pt x="236" y="96"/>
                  <a:pt x="236" y="96"/>
                  <a:pt x="236" y="96"/>
                </a:cubicBezTo>
                <a:cubicBezTo>
                  <a:pt x="236" y="95"/>
                  <a:pt x="236" y="95"/>
                  <a:pt x="236" y="95"/>
                </a:cubicBezTo>
                <a:cubicBezTo>
                  <a:pt x="236" y="95"/>
                  <a:pt x="236" y="95"/>
                  <a:pt x="236" y="95"/>
                </a:cubicBezTo>
                <a:cubicBezTo>
                  <a:pt x="236" y="93"/>
                  <a:pt x="236" y="93"/>
                  <a:pt x="236" y="93"/>
                </a:cubicBezTo>
                <a:cubicBezTo>
                  <a:pt x="236" y="93"/>
                  <a:pt x="236" y="93"/>
                  <a:pt x="236" y="93"/>
                </a:cubicBezTo>
                <a:cubicBezTo>
                  <a:pt x="227" y="97"/>
                  <a:pt x="227" y="97"/>
                  <a:pt x="227" y="97"/>
                </a:cubicBezTo>
                <a:cubicBezTo>
                  <a:pt x="227" y="97"/>
                  <a:pt x="227" y="97"/>
                  <a:pt x="227" y="97"/>
                </a:cubicBezTo>
                <a:cubicBezTo>
                  <a:pt x="217" y="100"/>
                  <a:pt x="217" y="100"/>
                  <a:pt x="217" y="100"/>
                </a:cubicBezTo>
                <a:cubicBezTo>
                  <a:pt x="217" y="100"/>
                  <a:pt x="217" y="100"/>
                  <a:pt x="217" y="100"/>
                </a:cubicBezTo>
                <a:cubicBezTo>
                  <a:pt x="209" y="105"/>
                  <a:pt x="209" y="105"/>
                  <a:pt x="209" y="105"/>
                </a:cubicBezTo>
                <a:cubicBezTo>
                  <a:pt x="209" y="105"/>
                  <a:pt x="209" y="105"/>
                  <a:pt x="209" y="105"/>
                </a:cubicBezTo>
                <a:cubicBezTo>
                  <a:pt x="200" y="110"/>
                  <a:pt x="200" y="110"/>
                  <a:pt x="200" y="110"/>
                </a:cubicBezTo>
                <a:cubicBezTo>
                  <a:pt x="200" y="110"/>
                  <a:pt x="200" y="110"/>
                  <a:pt x="200" y="110"/>
                </a:cubicBezTo>
                <a:cubicBezTo>
                  <a:pt x="191" y="115"/>
                  <a:pt x="191" y="115"/>
                  <a:pt x="191" y="115"/>
                </a:cubicBezTo>
                <a:cubicBezTo>
                  <a:pt x="191" y="115"/>
                  <a:pt x="191" y="115"/>
                  <a:pt x="191" y="115"/>
                </a:cubicBezTo>
                <a:cubicBezTo>
                  <a:pt x="182" y="121"/>
                  <a:pt x="182" y="121"/>
                  <a:pt x="182" y="121"/>
                </a:cubicBezTo>
                <a:cubicBezTo>
                  <a:pt x="182" y="121"/>
                  <a:pt x="182" y="121"/>
                  <a:pt x="182" y="121"/>
                </a:cubicBezTo>
                <a:cubicBezTo>
                  <a:pt x="173" y="127"/>
                  <a:pt x="173" y="127"/>
                  <a:pt x="173" y="127"/>
                </a:cubicBezTo>
                <a:cubicBezTo>
                  <a:pt x="173" y="127"/>
                  <a:pt x="173" y="127"/>
                  <a:pt x="173" y="127"/>
                </a:cubicBezTo>
                <a:cubicBezTo>
                  <a:pt x="165" y="131"/>
                  <a:pt x="165" y="131"/>
                  <a:pt x="165" y="131"/>
                </a:cubicBezTo>
                <a:cubicBezTo>
                  <a:pt x="165" y="131"/>
                  <a:pt x="165" y="131"/>
                  <a:pt x="165" y="131"/>
                </a:cubicBezTo>
                <a:cubicBezTo>
                  <a:pt x="163" y="132"/>
                  <a:pt x="163" y="132"/>
                  <a:pt x="163" y="132"/>
                </a:cubicBezTo>
                <a:cubicBezTo>
                  <a:pt x="163" y="132"/>
                  <a:pt x="163" y="132"/>
                  <a:pt x="163" y="132"/>
                </a:cubicBezTo>
                <a:cubicBezTo>
                  <a:pt x="161" y="133"/>
                  <a:pt x="161" y="133"/>
                  <a:pt x="161" y="133"/>
                </a:cubicBezTo>
                <a:cubicBezTo>
                  <a:pt x="161" y="133"/>
                  <a:pt x="161" y="133"/>
                  <a:pt x="161" y="133"/>
                </a:cubicBezTo>
                <a:cubicBezTo>
                  <a:pt x="159" y="133"/>
                  <a:pt x="159" y="133"/>
                  <a:pt x="159" y="133"/>
                </a:cubicBezTo>
                <a:cubicBezTo>
                  <a:pt x="159" y="133"/>
                  <a:pt x="159" y="133"/>
                  <a:pt x="159" y="133"/>
                </a:cubicBezTo>
                <a:cubicBezTo>
                  <a:pt x="158" y="133"/>
                  <a:pt x="158" y="133"/>
                  <a:pt x="158" y="133"/>
                </a:cubicBezTo>
                <a:cubicBezTo>
                  <a:pt x="158" y="133"/>
                  <a:pt x="158" y="133"/>
                  <a:pt x="158" y="133"/>
                </a:cubicBezTo>
                <a:cubicBezTo>
                  <a:pt x="156" y="133"/>
                  <a:pt x="156" y="133"/>
                  <a:pt x="156" y="133"/>
                </a:cubicBezTo>
                <a:cubicBezTo>
                  <a:pt x="156" y="133"/>
                  <a:pt x="156" y="133"/>
                  <a:pt x="156" y="133"/>
                </a:cubicBezTo>
                <a:cubicBezTo>
                  <a:pt x="155" y="133"/>
                  <a:pt x="155" y="133"/>
                  <a:pt x="155" y="133"/>
                </a:cubicBezTo>
                <a:cubicBezTo>
                  <a:pt x="155" y="133"/>
                  <a:pt x="155" y="133"/>
                  <a:pt x="155" y="133"/>
                </a:cubicBezTo>
                <a:cubicBezTo>
                  <a:pt x="153" y="133"/>
                  <a:pt x="153" y="133"/>
                  <a:pt x="153" y="133"/>
                </a:cubicBezTo>
                <a:cubicBezTo>
                  <a:pt x="153" y="133"/>
                  <a:pt x="153" y="133"/>
                  <a:pt x="153" y="133"/>
                </a:cubicBezTo>
                <a:cubicBezTo>
                  <a:pt x="152" y="132"/>
                  <a:pt x="152" y="132"/>
                  <a:pt x="152" y="132"/>
                </a:cubicBezTo>
                <a:cubicBezTo>
                  <a:pt x="152" y="132"/>
                  <a:pt x="152" y="132"/>
                  <a:pt x="152" y="132"/>
                </a:cubicBezTo>
                <a:cubicBezTo>
                  <a:pt x="150" y="131"/>
                  <a:pt x="150" y="131"/>
                  <a:pt x="150" y="131"/>
                </a:cubicBezTo>
                <a:cubicBezTo>
                  <a:pt x="150" y="131"/>
                  <a:pt x="150" y="131"/>
                  <a:pt x="150" y="131"/>
                </a:cubicBezTo>
                <a:cubicBezTo>
                  <a:pt x="148" y="129"/>
                  <a:pt x="148" y="129"/>
                  <a:pt x="148" y="129"/>
                </a:cubicBezTo>
                <a:cubicBezTo>
                  <a:pt x="148" y="129"/>
                  <a:pt x="148" y="129"/>
                  <a:pt x="148" y="129"/>
                </a:cubicBezTo>
                <a:cubicBezTo>
                  <a:pt x="145" y="129"/>
                  <a:pt x="145" y="129"/>
                  <a:pt x="145" y="129"/>
                </a:cubicBezTo>
                <a:cubicBezTo>
                  <a:pt x="145" y="129"/>
                  <a:pt x="145" y="129"/>
                  <a:pt x="145" y="129"/>
                </a:cubicBezTo>
                <a:cubicBezTo>
                  <a:pt x="142" y="128"/>
                  <a:pt x="142" y="128"/>
                  <a:pt x="142" y="128"/>
                </a:cubicBezTo>
                <a:cubicBezTo>
                  <a:pt x="142" y="128"/>
                  <a:pt x="142" y="128"/>
                  <a:pt x="142" y="128"/>
                </a:cubicBezTo>
                <a:cubicBezTo>
                  <a:pt x="139" y="128"/>
                  <a:pt x="139" y="128"/>
                  <a:pt x="139" y="128"/>
                </a:cubicBezTo>
                <a:cubicBezTo>
                  <a:pt x="139" y="128"/>
                  <a:pt x="139" y="128"/>
                  <a:pt x="139" y="128"/>
                </a:cubicBezTo>
                <a:cubicBezTo>
                  <a:pt x="137" y="128"/>
                  <a:pt x="137" y="128"/>
                  <a:pt x="137" y="128"/>
                </a:cubicBezTo>
                <a:cubicBezTo>
                  <a:pt x="137" y="128"/>
                  <a:pt x="137" y="128"/>
                  <a:pt x="137" y="128"/>
                </a:cubicBezTo>
                <a:cubicBezTo>
                  <a:pt x="134" y="126"/>
                  <a:pt x="134" y="126"/>
                  <a:pt x="134" y="126"/>
                </a:cubicBezTo>
                <a:cubicBezTo>
                  <a:pt x="134" y="126"/>
                  <a:pt x="134" y="126"/>
                  <a:pt x="134" y="126"/>
                </a:cubicBezTo>
                <a:cubicBezTo>
                  <a:pt x="134" y="123"/>
                  <a:pt x="134" y="123"/>
                  <a:pt x="134" y="123"/>
                </a:cubicBezTo>
                <a:cubicBezTo>
                  <a:pt x="134" y="123"/>
                  <a:pt x="134" y="123"/>
                  <a:pt x="134" y="123"/>
                </a:cubicBezTo>
                <a:cubicBezTo>
                  <a:pt x="132" y="123"/>
                  <a:pt x="132" y="123"/>
                  <a:pt x="132" y="123"/>
                </a:cubicBezTo>
                <a:cubicBezTo>
                  <a:pt x="132" y="123"/>
                  <a:pt x="132" y="123"/>
                  <a:pt x="132" y="123"/>
                </a:cubicBezTo>
                <a:cubicBezTo>
                  <a:pt x="130" y="123"/>
                  <a:pt x="130" y="123"/>
                  <a:pt x="130" y="123"/>
                </a:cubicBezTo>
                <a:cubicBezTo>
                  <a:pt x="130" y="123"/>
                  <a:pt x="130" y="123"/>
                  <a:pt x="130" y="123"/>
                </a:cubicBezTo>
                <a:cubicBezTo>
                  <a:pt x="128" y="123"/>
                  <a:pt x="128" y="123"/>
                  <a:pt x="128" y="123"/>
                </a:cubicBezTo>
                <a:cubicBezTo>
                  <a:pt x="128" y="123"/>
                  <a:pt x="128" y="123"/>
                  <a:pt x="128" y="123"/>
                </a:cubicBezTo>
                <a:cubicBezTo>
                  <a:pt x="127" y="122"/>
                  <a:pt x="127" y="122"/>
                  <a:pt x="127" y="122"/>
                </a:cubicBezTo>
                <a:cubicBezTo>
                  <a:pt x="127" y="122"/>
                  <a:pt x="127" y="122"/>
                  <a:pt x="127" y="122"/>
                </a:cubicBezTo>
                <a:cubicBezTo>
                  <a:pt x="125" y="122"/>
                  <a:pt x="125" y="122"/>
                  <a:pt x="125" y="122"/>
                </a:cubicBezTo>
                <a:cubicBezTo>
                  <a:pt x="125" y="122"/>
                  <a:pt x="125" y="122"/>
                  <a:pt x="125" y="122"/>
                </a:cubicBezTo>
                <a:cubicBezTo>
                  <a:pt x="122" y="122"/>
                  <a:pt x="122" y="122"/>
                  <a:pt x="122" y="122"/>
                </a:cubicBezTo>
                <a:cubicBezTo>
                  <a:pt x="122" y="122"/>
                  <a:pt x="122" y="122"/>
                  <a:pt x="122" y="122"/>
                </a:cubicBezTo>
                <a:cubicBezTo>
                  <a:pt x="121" y="121"/>
                  <a:pt x="121" y="121"/>
                  <a:pt x="121" y="121"/>
                </a:cubicBezTo>
                <a:cubicBezTo>
                  <a:pt x="121" y="121"/>
                  <a:pt x="121" y="121"/>
                  <a:pt x="121" y="121"/>
                </a:cubicBezTo>
                <a:cubicBezTo>
                  <a:pt x="119" y="119"/>
                  <a:pt x="119" y="119"/>
                  <a:pt x="119" y="119"/>
                </a:cubicBezTo>
                <a:cubicBezTo>
                  <a:pt x="119" y="119"/>
                  <a:pt x="119" y="119"/>
                  <a:pt x="119" y="119"/>
                </a:cubicBezTo>
                <a:cubicBezTo>
                  <a:pt x="119" y="112"/>
                  <a:pt x="119" y="112"/>
                  <a:pt x="119" y="112"/>
                </a:cubicBezTo>
                <a:cubicBezTo>
                  <a:pt x="119" y="112"/>
                  <a:pt x="119" y="112"/>
                  <a:pt x="119" y="112"/>
                </a:cubicBezTo>
                <a:cubicBezTo>
                  <a:pt x="164" y="99"/>
                  <a:pt x="164" y="99"/>
                  <a:pt x="164" y="99"/>
                </a:cubicBezTo>
                <a:cubicBezTo>
                  <a:pt x="164" y="99"/>
                  <a:pt x="164" y="99"/>
                  <a:pt x="164" y="99"/>
                </a:cubicBezTo>
                <a:cubicBezTo>
                  <a:pt x="175" y="99"/>
                  <a:pt x="175" y="99"/>
                  <a:pt x="175" y="99"/>
                </a:cubicBezTo>
                <a:cubicBezTo>
                  <a:pt x="175" y="99"/>
                  <a:pt x="175" y="99"/>
                  <a:pt x="175" y="99"/>
                </a:cubicBezTo>
                <a:cubicBezTo>
                  <a:pt x="187" y="96"/>
                  <a:pt x="187" y="96"/>
                  <a:pt x="187" y="96"/>
                </a:cubicBezTo>
                <a:cubicBezTo>
                  <a:pt x="187" y="96"/>
                  <a:pt x="187" y="96"/>
                  <a:pt x="187" y="96"/>
                </a:cubicBezTo>
                <a:cubicBezTo>
                  <a:pt x="198" y="93"/>
                  <a:pt x="198" y="93"/>
                  <a:pt x="198" y="93"/>
                </a:cubicBezTo>
                <a:cubicBezTo>
                  <a:pt x="198" y="93"/>
                  <a:pt x="198" y="93"/>
                  <a:pt x="198" y="93"/>
                </a:cubicBezTo>
                <a:cubicBezTo>
                  <a:pt x="211" y="88"/>
                  <a:pt x="211" y="88"/>
                  <a:pt x="211" y="88"/>
                </a:cubicBezTo>
                <a:cubicBezTo>
                  <a:pt x="211" y="88"/>
                  <a:pt x="211" y="88"/>
                  <a:pt x="211" y="88"/>
                </a:cubicBezTo>
                <a:cubicBezTo>
                  <a:pt x="221" y="85"/>
                  <a:pt x="221" y="85"/>
                  <a:pt x="221" y="85"/>
                </a:cubicBezTo>
                <a:cubicBezTo>
                  <a:pt x="221" y="85"/>
                  <a:pt x="221" y="85"/>
                  <a:pt x="221" y="85"/>
                </a:cubicBezTo>
                <a:cubicBezTo>
                  <a:pt x="233" y="80"/>
                  <a:pt x="233" y="80"/>
                  <a:pt x="233" y="80"/>
                </a:cubicBezTo>
                <a:cubicBezTo>
                  <a:pt x="233" y="80"/>
                  <a:pt x="233" y="80"/>
                  <a:pt x="233" y="80"/>
                </a:cubicBezTo>
                <a:cubicBezTo>
                  <a:pt x="244" y="75"/>
                  <a:pt x="244" y="75"/>
                  <a:pt x="244" y="75"/>
                </a:cubicBezTo>
                <a:cubicBezTo>
                  <a:pt x="244" y="75"/>
                  <a:pt x="244" y="75"/>
                  <a:pt x="244" y="75"/>
                </a:cubicBezTo>
                <a:cubicBezTo>
                  <a:pt x="257" y="70"/>
                  <a:pt x="257" y="70"/>
                  <a:pt x="257" y="70"/>
                </a:cubicBezTo>
                <a:cubicBezTo>
                  <a:pt x="257" y="70"/>
                  <a:pt x="257" y="70"/>
                  <a:pt x="257" y="70"/>
                </a:cubicBezTo>
                <a:cubicBezTo>
                  <a:pt x="257" y="70"/>
                  <a:pt x="257" y="70"/>
                  <a:pt x="257" y="70"/>
                </a:cubicBezTo>
                <a:cubicBezTo>
                  <a:pt x="257" y="70"/>
                  <a:pt x="257" y="70"/>
                  <a:pt x="257" y="70"/>
                </a:cubicBezTo>
                <a:cubicBezTo>
                  <a:pt x="258" y="70"/>
                  <a:pt x="258" y="70"/>
                  <a:pt x="258" y="70"/>
                </a:cubicBezTo>
                <a:cubicBezTo>
                  <a:pt x="258" y="70"/>
                  <a:pt x="258" y="70"/>
                  <a:pt x="258" y="70"/>
                </a:cubicBezTo>
                <a:cubicBezTo>
                  <a:pt x="259" y="70"/>
                  <a:pt x="259" y="70"/>
                  <a:pt x="259" y="70"/>
                </a:cubicBezTo>
                <a:cubicBezTo>
                  <a:pt x="259" y="70"/>
                  <a:pt x="259" y="70"/>
                  <a:pt x="259" y="70"/>
                </a:cubicBezTo>
                <a:cubicBezTo>
                  <a:pt x="261" y="69"/>
                  <a:pt x="261" y="69"/>
                  <a:pt x="261" y="69"/>
                </a:cubicBezTo>
                <a:cubicBezTo>
                  <a:pt x="261" y="69"/>
                  <a:pt x="261" y="69"/>
                  <a:pt x="261" y="69"/>
                </a:cubicBezTo>
                <a:cubicBezTo>
                  <a:pt x="261" y="69"/>
                  <a:pt x="261" y="69"/>
                  <a:pt x="261" y="69"/>
                </a:cubicBezTo>
                <a:cubicBezTo>
                  <a:pt x="261" y="69"/>
                  <a:pt x="261" y="69"/>
                  <a:pt x="261" y="69"/>
                </a:cubicBezTo>
                <a:cubicBezTo>
                  <a:pt x="263" y="69"/>
                  <a:pt x="263" y="69"/>
                  <a:pt x="263" y="69"/>
                </a:cubicBezTo>
                <a:cubicBezTo>
                  <a:pt x="263" y="69"/>
                  <a:pt x="263" y="69"/>
                  <a:pt x="263" y="69"/>
                </a:cubicBezTo>
                <a:cubicBezTo>
                  <a:pt x="265" y="69"/>
                  <a:pt x="265" y="69"/>
                  <a:pt x="265" y="69"/>
                </a:cubicBezTo>
                <a:cubicBezTo>
                  <a:pt x="265" y="69"/>
                  <a:pt x="265" y="69"/>
                  <a:pt x="265" y="69"/>
                </a:cubicBezTo>
                <a:cubicBezTo>
                  <a:pt x="267" y="68"/>
                  <a:pt x="267" y="68"/>
                  <a:pt x="267" y="68"/>
                </a:cubicBezTo>
                <a:cubicBezTo>
                  <a:pt x="267" y="68"/>
                  <a:pt x="267" y="68"/>
                  <a:pt x="267" y="68"/>
                </a:cubicBezTo>
                <a:cubicBezTo>
                  <a:pt x="267" y="70"/>
                  <a:pt x="267" y="70"/>
                  <a:pt x="267" y="70"/>
                </a:cubicBezTo>
                <a:cubicBezTo>
                  <a:pt x="267" y="70"/>
                  <a:pt x="267" y="70"/>
                  <a:pt x="267" y="70"/>
                </a:cubicBezTo>
                <a:cubicBezTo>
                  <a:pt x="267" y="71"/>
                  <a:pt x="267" y="71"/>
                  <a:pt x="267" y="71"/>
                </a:cubicBezTo>
                <a:cubicBezTo>
                  <a:pt x="267" y="71"/>
                  <a:pt x="267" y="71"/>
                  <a:pt x="267" y="71"/>
                </a:cubicBezTo>
                <a:cubicBezTo>
                  <a:pt x="267" y="72"/>
                  <a:pt x="267" y="72"/>
                  <a:pt x="267" y="72"/>
                </a:cubicBezTo>
                <a:cubicBezTo>
                  <a:pt x="267" y="72"/>
                  <a:pt x="267" y="72"/>
                  <a:pt x="267" y="72"/>
                </a:cubicBezTo>
                <a:cubicBezTo>
                  <a:pt x="268" y="72"/>
                  <a:pt x="268" y="72"/>
                  <a:pt x="268" y="72"/>
                </a:cubicBezTo>
                <a:cubicBezTo>
                  <a:pt x="268" y="72"/>
                  <a:pt x="268" y="72"/>
                  <a:pt x="268" y="72"/>
                </a:cubicBezTo>
                <a:cubicBezTo>
                  <a:pt x="268" y="73"/>
                  <a:pt x="268" y="73"/>
                  <a:pt x="268" y="73"/>
                </a:cubicBezTo>
                <a:cubicBezTo>
                  <a:pt x="268" y="73"/>
                  <a:pt x="268" y="73"/>
                  <a:pt x="268" y="73"/>
                </a:cubicBezTo>
                <a:cubicBezTo>
                  <a:pt x="270" y="73"/>
                  <a:pt x="270" y="73"/>
                  <a:pt x="270" y="73"/>
                </a:cubicBezTo>
                <a:cubicBezTo>
                  <a:pt x="270" y="73"/>
                  <a:pt x="270" y="73"/>
                  <a:pt x="270" y="73"/>
                </a:cubicBezTo>
                <a:cubicBezTo>
                  <a:pt x="271" y="74"/>
                  <a:pt x="271" y="74"/>
                  <a:pt x="271" y="74"/>
                </a:cubicBezTo>
                <a:cubicBezTo>
                  <a:pt x="271" y="74"/>
                  <a:pt x="271" y="74"/>
                  <a:pt x="271" y="74"/>
                </a:cubicBezTo>
                <a:cubicBezTo>
                  <a:pt x="273" y="74"/>
                  <a:pt x="273" y="74"/>
                  <a:pt x="273" y="74"/>
                </a:cubicBezTo>
                <a:cubicBezTo>
                  <a:pt x="273" y="74"/>
                  <a:pt x="273" y="74"/>
                  <a:pt x="273" y="74"/>
                </a:cubicBezTo>
                <a:cubicBezTo>
                  <a:pt x="273" y="76"/>
                  <a:pt x="273" y="76"/>
                  <a:pt x="273" y="76"/>
                </a:cubicBezTo>
                <a:cubicBezTo>
                  <a:pt x="273" y="76"/>
                  <a:pt x="273" y="76"/>
                  <a:pt x="273" y="76"/>
                </a:cubicBezTo>
                <a:cubicBezTo>
                  <a:pt x="273" y="77"/>
                  <a:pt x="273" y="77"/>
                  <a:pt x="273" y="77"/>
                </a:cubicBezTo>
                <a:cubicBezTo>
                  <a:pt x="273" y="77"/>
                  <a:pt x="273" y="77"/>
                  <a:pt x="273" y="77"/>
                </a:cubicBezTo>
                <a:cubicBezTo>
                  <a:pt x="273" y="78"/>
                  <a:pt x="273" y="78"/>
                  <a:pt x="273" y="78"/>
                </a:cubicBezTo>
                <a:cubicBezTo>
                  <a:pt x="273" y="78"/>
                  <a:pt x="273" y="78"/>
                  <a:pt x="273" y="78"/>
                </a:cubicBezTo>
                <a:cubicBezTo>
                  <a:pt x="273" y="79"/>
                  <a:pt x="273" y="79"/>
                  <a:pt x="273" y="79"/>
                </a:cubicBezTo>
                <a:cubicBezTo>
                  <a:pt x="273" y="79"/>
                  <a:pt x="273" y="79"/>
                  <a:pt x="273" y="79"/>
                </a:cubicBezTo>
                <a:cubicBezTo>
                  <a:pt x="273" y="81"/>
                  <a:pt x="273" y="81"/>
                  <a:pt x="273" y="81"/>
                </a:cubicBezTo>
                <a:cubicBezTo>
                  <a:pt x="273" y="81"/>
                  <a:pt x="273" y="81"/>
                  <a:pt x="273" y="81"/>
                </a:cubicBezTo>
                <a:cubicBezTo>
                  <a:pt x="273" y="82"/>
                  <a:pt x="273" y="82"/>
                  <a:pt x="273" y="82"/>
                </a:cubicBezTo>
                <a:cubicBezTo>
                  <a:pt x="273" y="82"/>
                  <a:pt x="273" y="82"/>
                  <a:pt x="273" y="82"/>
                </a:cubicBezTo>
                <a:cubicBezTo>
                  <a:pt x="273" y="83"/>
                  <a:pt x="273" y="83"/>
                  <a:pt x="273" y="83"/>
                </a:cubicBezTo>
                <a:cubicBezTo>
                  <a:pt x="273" y="83"/>
                  <a:pt x="273" y="83"/>
                  <a:pt x="273" y="83"/>
                </a:cubicBezTo>
                <a:cubicBezTo>
                  <a:pt x="274" y="84"/>
                  <a:pt x="274" y="84"/>
                  <a:pt x="274" y="84"/>
                </a:cubicBezTo>
                <a:cubicBezTo>
                  <a:pt x="274" y="84"/>
                  <a:pt x="274" y="84"/>
                  <a:pt x="274" y="84"/>
                </a:cubicBezTo>
                <a:cubicBezTo>
                  <a:pt x="274" y="85"/>
                  <a:pt x="274" y="85"/>
                  <a:pt x="274" y="85"/>
                </a:cubicBezTo>
                <a:cubicBezTo>
                  <a:pt x="274" y="85"/>
                  <a:pt x="274" y="85"/>
                  <a:pt x="274" y="85"/>
                </a:cubicBezTo>
                <a:cubicBezTo>
                  <a:pt x="274" y="86"/>
                  <a:pt x="274" y="86"/>
                  <a:pt x="274" y="86"/>
                </a:cubicBezTo>
                <a:cubicBezTo>
                  <a:pt x="274" y="86"/>
                  <a:pt x="274" y="86"/>
                  <a:pt x="274" y="86"/>
                </a:cubicBezTo>
                <a:cubicBezTo>
                  <a:pt x="274" y="86"/>
                  <a:pt x="274" y="86"/>
                  <a:pt x="274" y="86"/>
                </a:cubicBezTo>
                <a:cubicBezTo>
                  <a:pt x="274" y="86"/>
                  <a:pt x="274" y="86"/>
                  <a:pt x="274" y="86"/>
                </a:cubicBezTo>
                <a:cubicBezTo>
                  <a:pt x="275" y="86"/>
                  <a:pt x="275" y="86"/>
                  <a:pt x="275" y="86"/>
                </a:cubicBezTo>
                <a:cubicBezTo>
                  <a:pt x="275" y="86"/>
                  <a:pt x="275" y="86"/>
                  <a:pt x="275" y="86"/>
                </a:cubicBezTo>
                <a:cubicBezTo>
                  <a:pt x="275" y="88"/>
                  <a:pt x="275" y="88"/>
                  <a:pt x="275" y="88"/>
                </a:cubicBezTo>
                <a:cubicBezTo>
                  <a:pt x="275" y="88"/>
                  <a:pt x="275" y="88"/>
                  <a:pt x="275" y="88"/>
                </a:cubicBezTo>
                <a:cubicBezTo>
                  <a:pt x="276" y="88"/>
                  <a:pt x="276" y="88"/>
                  <a:pt x="276" y="88"/>
                </a:cubicBezTo>
                <a:cubicBezTo>
                  <a:pt x="276" y="88"/>
                  <a:pt x="276" y="88"/>
                  <a:pt x="276" y="88"/>
                </a:cubicBezTo>
                <a:cubicBezTo>
                  <a:pt x="277" y="90"/>
                  <a:pt x="277" y="90"/>
                  <a:pt x="277" y="90"/>
                </a:cubicBezTo>
                <a:cubicBezTo>
                  <a:pt x="277" y="90"/>
                  <a:pt x="277" y="90"/>
                  <a:pt x="277" y="90"/>
                </a:cubicBezTo>
                <a:cubicBezTo>
                  <a:pt x="278" y="90"/>
                  <a:pt x="278" y="90"/>
                  <a:pt x="278" y="90"/>
                </a:cubicBezTo>
                <a:cubicBezTo>
                  <a:pt x="278" y="90"/>
                  <a:pt x="278" y="90"/>
                  <a:pt x="278" y="90"/>
                </a:cubicBezTo>
                <a:cubicBezTo>
                  <a:pt x="277" y="94"/>
                  <a:pt x="277" y="94"/>
                  <a:pt x="277" y="94"/>
                </a:cubicBezTo>
                <a:cubicBezTo>
                  <a:pt x="277" y="94"/>
                  <a:pt x="277" y="94"/>
                  <a:pt x="277" y="94"/>
                </a:cubicBezTo>
                <a:cubicBezTo>
                  <a:pt x="275" y="95"/>
                  <a:pt x="275" y="95"/>
                  <a:pt x="275" y="95"/>
                </a:cubicBezTo>
                <a:cubicBezTo>
                  <a:pt x="275" y="95"/>
                  <a:pt x="275" y="95"/>
                  <a:pt x="275" y="95"/>
                </a:cubicBezTo>
                <a:cubicBezTo>
                  <a:pt x="274" y="96"/>
                  <a:pt x="274" y="96"/>
                  <a:pt x="274" y="96"/>
                </a:cubicBezTo>
                <a:cubicBezTo>
                  <a:pt x="274" y="96"/>
                  <a:pt x="274" y="96"/>
                  <a:pt x="274" y="96"/>
                </a:cubicBezTo>
                <a:cubicBezTo>
                  <a:pt x="273" y="97"/>
                  <a:pt x="273" y="97"/>
                  <a:pt x="273" y="97"/>
                </a:cubicBezTo>
                <a:cubicBezTo>
                  <a:pt x="273" y="97"/>
                  <a:pt x="273" y="97"/>
                  <a:pt x="273" y="97"/>
                </a:cubicBezTo>
                <a:cubicBezTo>
                  <a:pt x="272" y="98"/>
                  <a:pt x="272" y="98"/>
                  <a:pt x="272" y="98"/>
                </a:cubicBezTo>
                <a:cubicBezTo>
                  <a:pt x="272" y="98"/>
                  <a:pt x="272" y="98"/>
                  <a:pt x="272" y="98"/>
                </a:cubicBezTo>
                <a:cubicBezTo>
                  <a:pt x="270" y="99"/>
                  <a:pt x="270" y="99"/>
                  <a:pt x="270" y="99"/>
                </a:cubicBezTo>
                <a:cubicBezTo>
                  <a:pt x="270" y="99"/>
                  <a:pt x="270" y="99"/>
                  <a:pt x="270" y="99"/>
                </a:cubicBezTo>
                <a:cubicBezTo>
                  <a:pt x="269" y="100"/>
                  <a:pt x="269" y="100"/>
                  <a:pt x="269" y="100"/>
                </a:cubicBezTo>
                <a:cubicBezTo>
                  <a:pt x="269" y="100"/>
                  <a:pt x="269" y="100"/>
                  <a:pt x="269" y="100"/>
                </a:cubicBezTo>
                <a:cubicBezTo>
                  <a:pt x="268" y="101"/>
                  <a:pt x="268" y="101"/>
                  <a:pt x="268" y="101"/>
                </a:cubicBezTo>
                <a:cubicBezTo>
                  <a:pt x="268" y="101"/>
                  <a:pt x="268" y="101"/>
                  <a:pt x="268" y="101"/>
                </a:cubicBezTo>
                <a:cubicBezTo>
                  <a:pt x="268" y="102"/>
                  <a:pt x="268" y="102"/>
                  <a:pt x="268" y="102"/>
                </a:cubicBezTo>
                <a:cubicBezTo>
                  <a:pt x="268" y="102"/>
                  <a:pt x="268" y="102"/>
                  <a:pt x="268" y="102"/>
                </a:cubicBezTo>
                <a:cubicBezTo>
                  <a:pt x="249" y="111"/>
                  <a:pt x="249" y="111"/>
                  <a:pt x="249" y="111"/>
                </a:cubicBezTo>
                <a:cubicBezTo>
                  <a:pt x="249" y="111"/>
                  <a:pt x="249" y="111"/>
                  <a:pt x="249" y="111"/>
                </a:cubicBezTo>
                <a:cubicBezTo>
                  <a:pt x="234" y="122"/>
                  <a:pt x="234" y="122"/>
                  <a:pt x="234" y="122"/>
                </a:cubicBezTo>
                <a:cubicBezTo>
                  <a:pt x="234" y="122"/>
                  <a:pt x="234" y="122"/>
                  <a:pt x="234" y="122"/>
                </a:cubicBezTo>
                <a:cubicBezTo>
                  <a:pt x="220" y="136"/>
                  <a:pt x="220" y="136"/>
                  <a:pt x="220" y="136"/>
                </a:cubicBezTo>
                <a:cubicBezTo>
                  <a:pt x="220" y="136"/>
                  <a:pt x="220" y="136"/>
                  <a:pt x="220" y="136"/>
                </a:cubicBezTo>
                <a:cubicBezTo>
                  <a:pt x="209" y="151"/>
                  <a:pt x="209" y="151"/>
                  <a:pt x="209" y="151"/>
                </a:cubicBezTo>
                <a:cubicBezTo>
                  <a:pt x="209" y="151"/>
                  <a:pt x="209" y="151"/>
                  <a:pt x="209" y="151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87" y="185"/>
                  <a:pt x="187" y="185"/>
                  <a:pt x="187" y="185"/>
                </a:cubicBezTo>
                <a:cubicBezTo>
                  <a:pt x="187" y="185"/>
                  <a:pt x="187" y="185"/>
                  <a:pt x="187" y="185"/>
                </a:cubicBezTo>
                <a:cubicBezTo>
                  <a:pt x="175" y="200"/>
                  <a:pt x="175" y="200"/>
                  <a:pt x="175" y="200"/>
                </a:cubicBezTo>
                <a:cubicBezTo>
                  <a:pt x="175" y="200"/>
                  <a:pt x="175" y="200"/>
                  <a:pt x="175" y="200"/>
                </a:cubicBezTo>
                <a:cubicBezTo>
                  <a:pt x="163" y="214"/>
                  <a:pt x="163" y="214"/>
                  <a:pt x="163" y="214"/>
                </a:cubicBezTo>
                <a:cubicBezTo>
                  <a:pt x="163" y="214"/>
                  <a:pt x="163" y="214"/>
                  <a:pt x="163" y="214"/>
                </a:cubicBezTo>
                <a:cubicBezTo>
                  <a:pt x="163" y="216"/>
                  <a:pt x="163" y="216"/>
                  <a:pt x="163" y="216"/>
                </a:cubicBezTo>
                <a:cubicBezTo>
                  <a:pt x="163" y="216"/>
                  <a:pt x="163" y="216"/>
                  <a:pt x="163" y="216"/>
                </a:cubicBezTo>
                <a:cubicBezTo>
                  <a:pt x="163" y="217"/>
                  <a:pt x="163" y="217"/>
                  <a:pt x="163" y="217"/>
                </a:cubicBezTo>
                <a:cubicBezTo>
                  <a:pt x="163" y="217"/>
                  <a:pt x="163" y="217"/>
                  <a:pt x="163" y="217"/>
                </a:cubicBezTo>
                <a:cubicBezTo>
                  <a:pt x="164" y="218"/>
                  <a:pt x="164" y="218"/>
                  <a:pt x="164" y="218"/>
                </a:cubicBezTo>
                <a:cubicBezTo>
                  <a:pt x="164" y="218"/>
                  <a:pt x="164" y="218"/>
                  <a:pt x="164" y="218"/>
                </a:cubicBezTo>
                <a:cubicBezTo>
                  <a:pt x="165" y="218"/>
                  <a:pt x="165" y="218"/>
                  <a:pt x="165" y="218"/>
                </a:cubicBezTo>
                <a:cubicBezTo>
                  <a:pt x="165" y="218"/>
                  <a:pt x="165" y="218"/>
                  <a:pt x="165" y="218"/>
                </a:cubicBezTo>
                <a:cubicBezTo>
                  <a:pt x="166" y="218"/>
                  <a:pt x="166" y="218"/>
                  <a:pt x="166" y="218"/>
                </a:cubicBezTo>
                <a:cubicBezTo>
                  <a:pt x="166" y="218"/>
                  <a:pt x="166" y="218"/>
                  <a:pt x="166" y="218"/>
                </a:cubicBezTo>
                <a:cubicBezTo>
                  <a:pt x="167" y="218"/>
                  <a:pt x="167" y="218"/>
                  <a:pt x="167" y="218"/>
                </a:cubicBezTo>
                <a:cubicBezTo>
                  <a:pt x="167" y="218"/>
                  <a:pt x="167" y="218"/>
                  <a:pt x="167" y="218"/>
                </a:cubicBezTo>
                <a:cubicBezTo>
                  <a:pt x="168" y="218"/>
                  <a:pt x="168" y="218"/>
                  <a:pt x="168" y="218"/>
                </a:cubicBezTo>
                <a:cubicBezTo>
                  <a:pt x="168" y="218"/>
                  <a:pt x="168" y="218"/>
                  <a:pt x="168" y="218"/>
                </a:cubicBezTo>
                <a:cubicBezTo>
                  <a:pt x="170" y="218"/>
                  <a:pt x="170" y="218"/>
                  <a:pt x="170" y="218"/>
                </a:cubicBezTo>
                <a:cubicBezTo>
                  <a:pt x="170" y="218"/>
                  <a:pt x="170" y="218"/>
                  <a:pt x="170" y="218"/>
                </a:cubicBezTo>
                <a:cubicBezTo>
                  <a:pt x="218" y="189"/>
                  <a:pt x="218" y="189"/>
                  <a:pt x="218" y="189"/>
                </a:cubicBezTo>
                <a:cubicBezTo>
                  <a:pt x="218" y="189"/>
                  <a:pt x="218" y="189"/>
                  <a:pt x="218" y="189"/>
                </a:cubicBezTo>
                <a:cubicBezTo>
                  <a:pt x="219" y="184"/>
                  <a:pt x="219" y="184"/>
                  <a:pt x="219" y="184"/>
                </a:cubicBezTo>
                <a:cubicBezTo>
                  <a:pt x="219" y="181"/>
                  <a:pt x="219" y="181"/>
                  <a:pt x="219" y="181"/>
                </a:cubicBezTo>
                <a:cubicBezTo>
                  <a:pt x="219" y="157"/>
                  <a:pt x="219" y="157"/>
                  <a:pt x="219" y="157"/>
                </a:cubicBezTo>
                <a:cubicBezTo>
                  <a:pt x="219" y="157"/>
                  <a:pt x="219" y="157"/>
                  <a:pt x="219" y="157"/>
                </a:cubicBezTo>
                <a:cubicBezTo>
                  <a:pt x="224" y="153"/>
                  <a:pt x="224" y="153"/>
                  <a:pt x="224" y="153"/>
                </a:cubicBezTo>
                <a:cubicBezTo>
                  <a:pt x="224" y="153"/>
                  <a:pt x="224" y="153"/>
                  <a:pt x="224" y="153"/>
                </a:cubicBezTo>
                <a:cubicBezTo>
                  <a:pt x="225" y="154"/>
                  <a:pt x="225" y="154"/>
                  <a:pt x="225" y="154"/>
                </a:cubicBezTo>
                <a:cubicBezTo>
                  <a:pt x="225" y="154"/>
                  <a:pt x="225" y="154"/>
                  <a:pt x="225" y="154"/>
                </a:cubicBezTo>
                <a:cubicBezTo>
                  <a:pt x="227" y="154"/>
                  <a:pt x="227" y="154"/>
                  <a:pt x="227" y="154"/>
                </a:cubicBezTo>
                <a:cubicBezTo>
                  <a:pt x="227" y="154"/>
                  <a:pt x="227" y="154"/>
                  <a:pt x="227" y="154"/>
                </a:cubicBezTo>
                <a:cubicBezTo>
                  <a:pt x="228" y="155"/>
                  <a:pt x="228" y="155"/>
                  <a:pt x="228" y="155"/>
                </a:cubicBezTo>
                <a:cubicBezTo>
                  <a:pt x="228" y="155"/>
                  <a:pt x="228" y="155"/>
                  <a:pt x="228" y="155"/>
                </a:cubicBezTo>
                <a:cubicBezTo>
                  <a:pt x="230" y="155"/>
                  <a:pt x="230" y="155"/>
                  <a:pt x="230" y="155"/>
                </a:cubicBezTo>
                <a:cubicBezTo>
                  <a:pt x="230" y="155"/>
                  <a:pt x="230" y="155"/>
                  <a:pt x="230" y="155"/>
                </a:cubicBezTo>
                <a:cubicBezTo>
                  <a:pt x="231" y="156"/>
                  <a:pt x="231" y="156"/>
                  <a:pt x="231" y="156"/>
                </a:cubicBezTo>
                <a:cubicBezTo>
                  <a:pt x="231" y="156"/>
                  <a:pt x="231" y="156"/>
                  <a:pt x="231" y="156"/>
                </a:cubicBezTo>
                <a:cubicBezTo>
                  <a:pt x="233" y="156"/>
                  <a:pt x="233" y="156"/>
                  <a:pt x="233" y="156"/>
                </a:cubicBezTo>
                <a:cubicBezTo>
                  <a:pt x="233" y="156"/>
                  <a:pt x="233" y="156"/>
                  <a:pt x="233" y="156"/>
                </a:cubicBezTo>
                <a:cubicBezTo>
                  <a:pt x="234" y="157"/>
                  <a:pt x="234" y="157"/>
                  <a:pt x="234" y="157"/>
                </a:cubicBezTo>
                <a:cubicBezTo>
                  <a:pt x="234" y="157"/>
                  <a:pt x="234" y="157"/>
                  <a:pt x="234" y="157"/>
                </a:cubicBezTo>
                <a:cubicBezTo>
                  <a:pt x="237" y="157"/>
                  <a:pt x="237" y="157"/>
                  <a:pt x="237" y="157"/>
                </a:cubicBezTo>
                <a:cubicBezTo>
                  <a:pt x="237" y="157"/>
                  <a:pt x="237" y="157"/>
                  <a:pt x="237" y="157"/>
                </a:cubicBezTo>
                <a:cubicBezTo>
                  <a:pt x="237" y="159"/>
                  <a:pt x="237" y="159"/>
                  <a:pt x="237" y="159"/>
                </a:cubicBezTo>
                <a:cubicBezTo>
                  <a:pt x="237" y="159"/>
                  <a:pt x="237" y="159"/>
                  <a:pt x="237" y="159"/>
                </a:cubicBezTo>
                <a:cubicBezTo>
                  <a:pt x="237" y="161"/>
                  <a:pt x="237" y="161"/>
                  <a:pt x="237" y="161"/>
                </a:cubicBezTo>
                <a:cubicBezTo>
                  <a:pt x="237" y="161"/>
                  <a:pt x="237" y="161"/>
                  <a:pt x="237" y="161"/>
                </a:cubicBezTo>
                <a:cubicBezTo>
                  <a:pt x="236" y="164"/>
                  <a:pt x="236" y="164"/>
                  <a:pt x="236" y="164"/>
                </a:cubicBezTo>
                <a:cubicBezTo>
                  <a:pt x="236" y="164"/>
                  <a:pt x="236" y="164"/>
                  <a:pt x="236" y="164"/>
                </a:cubicBezTo>
                <a:cubicBezTo>
                  <a:pt x="235" y="166"/>
                  <a:pt x="235" y="166"/>
                  <a:pt x="235" y="166"/>
                </a:cubicBezTo>
                <a:cubicBezTo>
                  <a:pt x="235" y="166"/>
                  <a:pt x="235" y="166"/>
                  <a:pt x="235" y="166"/>
                </a:cubicBezTo>
                <a:cubicBezTo>
                  <a:pt x="234" y="169"/>
                  <a:pt x="234" y="169"/>
                  <a:pt x="234" y="169"/>
                </a:cubicBezTo>
                <a:cubicBezTo>
                  <a:pt x="234" y="169"/>
                  <a:pt x="234" y="169"/>
                  <a:pt x="234" y="169"/>
                </a:cubicBezTo>
                <a:cubicBezTo>
                  <a:pt x="233" y="171"/>
                  <a:pt x="233" y="171"/>
                  <a:pt x="233" y="171"/>
                </a:cubicBezTo>
                <a:cubicBezTo>
                  <a:pt x="233" y="171"/>
                  <a:pt x="233" y="171"/>
                  <a:pt x="233" y="171"/>
                </a:cubicBezTo>
                <a:cubicBezTo>
                  <a:pt x="233" y="173"/>
                  <a:pt x="233" y="173"/>
                  <a:pt x="233" y="173"/>
                </a:cubicBezTo>
                <a:cubicBezTo>
                  <a:pt x="233" y="173"/>
                  <a:pt x="233" y="173"/>
                  <a:pt x="233" y="173"/>
                </a:cubicBezTo>
                <a:cubicBezTo>
                  <a:pt x="235" y="175"/>
                  <a:pt x="235" y="175"/>
                  <a:pt x="235" y="175"/>
                </a:cubicBezTo>
                <a:cubicBezTo>
                  <a:pt x="235" y="175"/>
                  <a:pt x="235" y="175"/>
                  <a:pt x="235" y="175"/>
                </a:cubicBezTo>
                <a:cubicBezTo>
                  <a:pt x="241" y="175"/>
                  <a:pt x="241" y="175"/>
                  <a:pt x="241" y="175"/>
                </a:cubicBezTo>
                <a:cubicBezTo>
                  <a:pt x="241" y="175"/>
                  <a:pt x="241" y="175"/>
                  <a:pt x="241" y="175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54" y="171"/>
                  <a:pt x="254" y="171"/>
                  <a:pt x="254" y="171"/>
                </a:cubicBezTo>
                <a:cubicBezTo>
                  <a:pt x="254" y="171"/>
                  <a:pt x="254" y="171"/>
                  <a:pt x="254" y="171"/>
                </a:cubicBezTo>
                <a:cubicBezTo>
                  <a:pt x="260" y="167"/>
                  <a:pt x="260" y="167"/>
                  <a:pt x="260" y="167"/>
                </a:cubicBezTo>
                <a:cubicBezTo>
                  <a:pt x="260" y="167"/>
                  <a:pt x="260" y="167"/>
                  <a:pt x="260" y="167"/>
                </a:cubicBezTo>
                <a:cubicBezTo>
                  <a:pt x="267" y="164"/>
                  <a:pt x="267" y="164"/>
                  <a:pt x="267" y="164"/>
                </a:cubicBezTo>
                <a:cubicBezTo>
                  <a:pt x="267" y="164"/>
                  <a:pt x="267" y="164"/>
                  <a:pt x="267" y="164"/>
                </a:cubicBezTo>
                <a:cubicBezTo>
                  <a:pt x="273" y="161"/>
                  <a:pt x="273" y="161"/>
                  <a:pt x="273" y="161"/>
                </a:cubicBezTo>
                <a:cubicBezTo>
                  <a:pt x="273" y="161"/>
                  <a:pt x="273" y="161"/>
                  <a:pt x="273" y="161"/>
                </a:cubicBezTo>
                <a:cubicBezTo>
                  <a:pt x="279" y="157"/>
                  <a:pt x="279" y="157"/>
                  <a:pt x="279" y="157"/>
                </a:cubicBezTo>
                <a:cubicBezTo>
                  <a:pt x="279" y="157"/>
                  <a:pt x="279" y="157"/>
                  <a:pt x="279" y="157"/>
                </a:cubicBezTo>
                <a:cubicBezTo>
                  <a:pt x="285" y="153"/>
                  <a:pt x="285" y="153"/>
                  <a:pt x="285" y="153"/>
                </a:cubicBezTo>
                <a:cubicBezTo>
                  <a:pt x="285" y="153"/>
                  <a:pt x="285" y="153"/>
                  <a:pt x="285" y="153"/>
                </a:cubicBezTo>
                <a:cubicBezTo>
                  <a:pt x="297" y="118"/>
                  <a:pt x="297" y="118"/>
                  <a:pt x="297" y="118"/>
                </a:cubicBezTo>
                <a:cubicBezTo>
                  <a:pt x="297" y="118"/>
                  <a:pt x="297" y="118"/>
                  <a:pt x="297" y="118"/>
                </a:cubicBezTo>
                <a:cubicBezTo>
                  <a:pt x="300" y="120"/>
                  <a:pt x="300" y="120"/>
                  <a:pt x="300" y="120"/>
                </a:cubicBezTo>
                <a:cubicBezTo>
                  <a:pt x="300" y="120"/>
                  <a:pt x="300" y="120"/>
                  <a:pt x="300" y="120"/>
                </a:cubicBezTo>
                <a:cubicBezTo>
                  <a:pt x="304" y="122"/>
                  <a:pt x="304" y="122"/>
                  <a:pt x="304" y="122"/>
                </a:cubicBezTo>
                <a:cubicBezTo>
                  <a:pt x="304" y="122"/>
                  <a:pt x="304" y="122"/>
                  <a:pt x="304" y="122"/>
                </a:cubicBezTo>
                <a:cubicBezTo>
                  <a:pt x="308" y="124"/>
                  <a:pt x="308" y="124"/>
                  <a:pt x="308" y="124"/>
                </a:cubicBezTo>
                <a:cubicBezTo>
                  <a:pt x="308" y="124"/>
                  <a:pt x="308" y="124"/>
                  <a:pt x="308" y="124"/>
                </a:cubicBezTo>
                <a:cubicBezTo>
                  <a:pt x="312" y="125"/>
                  <a:pt x="312" y="125"/>
                  <a:pt x="312" y="125"/>
                </a:cubicBezTo>
                <a:cubicBezTo>
                  <a:pt x="312" y="125"/>
                  <a:pt x="312" y="125"/>
                  <a:pt x="312" y="125"/>
                </a:cubicBezTo>
                <a:cubicBezTo>
                  <a:pt x="315" y="128"/>
                  <a:pt x="315" y="128"/>
                  <a:pt x="315" y="128"/>
                </a:cubicBezTo>
                <a:cubicBezTo>
                  <a:pt x="315" y="128"/>
                  <a:pt x="315" y="128"/>
                  <a:pt x="315" y="128"/>
                </a:cubicBezTo>
                <a:cubicBezTo>
                  <a:pt x="318" y="131"/>
                  <a:pt x="318" y="131"/>
                  <a:pt x="318" y="131"/>
                </a:cubicBezTo>
                <a:cubicBezTo>
                  <a:pt x="318" y="131"/>
                  <a:pt x="318" y="131"/>
                  <a:pt x="318" y="131"/>
                </a:cubicBezTo>
                <a:cubicBezTo>
                  <a:pt x="321" y="134"/>
                  <a:pt x="321" y="134"/>
                  <a:pt x="321" y="134"/>
                </a:cubicBezTo>
                <a:cubicBezTo>
                  <a:pt x="321" y="134"/>
                  <a:pt x="321" y="134"/>
                  <a:pt x="321" y="134"/>
                </a:cubicBezTo>
                <a:cubicBezTo>
                  <a:pt x="324" y="137"/>
                  <a:pt x="324" y="137"/>
                  <a:pt x="324" y="137"/>
                </a:cubicBezTo>
                <a:cubicBezTo>
                  <a:pt x="324" y="137"/>
                  <a:pt x="324" y="137"/>
                  <a:pt x="324" y="137"/>
                </a:cubicBezTo>
                <a:cubicBezTo>
                  <a:pt x="322" y="139"/>
                  <a:pt x="322" y="139"/>
                  <a:pt x="322" y="139"/>
                </a:cubicBezTo>
                <a:cubicBezTo>
                  <a:pt x="322" y="139"/>
                  <a:pt x="322" y="139"/>
                  <a:pt x="322" y="139"/>
                </a:cubicBezTo>
                <a:cubicBezTo>
                  <a:pt x="321" y="140"/>
                  <a:pt x="321" y="140"/>
                  <a:pt x="321" y="140"/>
                </a:cubicBezTo>
                <a:cubicBezTo>
                  <a:pt x="321" y="140"/>
                  <a:pt x="321" y="140"/>
                  <a:pt x="321" y="140"/>
                </a:cubicBezTo>
                <a:cubicBezTo>
                  <a:pt x="319" y="142"/>
                  <a:pt x="319" y="142"/>
                  <a:pt x="319" y="142"/>
                </a:cubicBezTo>
                <a:cubicBezTo>
                  <a:pt x="319" y="142"/>
                  <a:pt x="319" y="142"/>
                  <a:pt x="319" y="142"/>
                </a:cubicBezTo>
                <a:cubicBezTo>
                  <a:pt x="318" y="142"/>
                  <a:pt x="318" y="142"/>
                  <a:pt x="318" y="142"/>
                </a:cubicBezTo>
                <a:cubicBezTo>
                  <a:pt x="318" y="142"/>
                  <a:pt x="318" y="142"/>
                  <a:pt x="318" y="142"/>
                </a:cubicBezTo>
                <a:cubicBezTo>
                  <a:pt x="315" y="144"/>
                  <a:pt x="315" y="144"/>
                  <a:pt x="315" y="144"/>
                </a:cubicBezTo>
                <a:cubicBezTo>
                  <a:pt x="315" y="144"/>
                  <a:pt x="315" y="144"/>
                  <a:pt x="315" y="144"/>
                </a:cubicBezTo>
                <a:cubicBezTo>
                  <a:pt x="313" y="145"/>
                  <a:pt x="313" y="145"/>
                  <a:pt x="313" y="145"/>
                </a:cubicBezTo>
                <a:cubicBezTo>
                  <a:pt x="313" y="145"/>
                  <a:pt x="313" y="145"/>
                  <a:pt x="313" y="145"/>
                </a:cubicBezTo>
                <a:cubicBezTo>
                  <a:pt x="311" y="146"/>
                  <a:pt x="311" y="146"/>
                  <a:pt x="311" y="146"/>
                </a:cubicBezTo>
                <a:cubicBezTo>
                  <a:pt x="311" y="146"/>
                  <a:pt x="311" y="146"/>
                  <a:pt x="311" y="146"/>
                </a:cubicBezTo>
                <a:cubicBezTo>
                  <a:pt x="309" y="146"/>
                  <a:pt x="309" y="146"/>
                  <a:pt x="309" y="146"/>
                </a:cubicBezTo>
                <a:cubicBezTo>
                  <a:pt x="309" y="146"/>
                  <a:pt x="309" y="146"/>
                  <a:pt x="309" y="146"/>
                </a:cubicBezTo>
                <a:cubicBezTo>
                  <a:pt x="289" y="174"/>
                  <a:pt x="289" y="174"/>
                  <a:pt x="289" y="174"/>
                </a:cubicBezTo>
                <a:cubicBezTo>
                  <a:pt x="289" y="174"/>
                  <a:pt x="289" y="174"/>
                  <a:pt x="289" y="174"/>
                </a:cubicBezTo>
                <a:cubicBezTo>
                  <a:pt x="273" y="205"/>
                  <a:pt x="273" y="205"/>
                  <a:pt x="273" y="205"/>
                </a:cubicBezTo>
                <a:cubicBezTo>
                  <a:pt x="273" y="205"/>
                  <a:pt x="273" y="205"/>
                  <a:pt x="273" y="205"/>
                </a:cubicBezTo>
                <a:cubicBezTo>
                  <a:pt x="294" y="199"/>
                  <a:pt x="294" y="199"/>
                  <a:pt x="294" y="199"/>
                </a:cubicBezTo>
                <a:cubicBezTo>
                  <a:pt x="294" y="199"/>
                  <a:pt x="294" y="199"/>
                  <a:pt x="294" y="199"/>
                </a:cubicBezTo>
                <a:cubicBezTo>
                  <a:pt x="338" y="183"/>
                  <a:pt x="338" y="183"/>
                  <a:pt x="338" y="183"/>
                </a:cubicBezTo>
                <a:cubicBezTo>
                  <a:pt x="338" y="183"/>
                  <a:pt x="338" y="183"/>
                  <a:pt x="338" y="183"/>
                </a:cubicBezTo>
                <a:cubicBezTo>
                  <a:pt x="339" y="184"/>
                  <a:pt x="339" y="184"/>
                  <a:pt x="339" y="184"/>
                </a:cubicBezTo>
                <a:cubicBezTo>
                  <a:pt x="339" y="184"/>
                  <a:pt x="339" y="184"/>
                  <a:pt x="339" y="184"/>
                </a:cubicBezTo>
                <a:cubicBezTo>
                  <a:pt x="341" y="184"/>
                  <a:pt x="341" y="184"/>
                  <a:pt x="341" y="184"/>
                </a:cubicBezTo>
                <a:cubicBezTo>
                  <a:pt x="341" y="184"/>
                  <a:pt x="341" y="184"/>
                  <a:pt x="341" y="184"/>
                </a:cubicBezTo>
                <a:cubicBezTo>
                  <a:pt x="343" y="185"/>
                  <a:pt x="343" y="185"/>
                  <a:pt x="343" y="185"/>
                </a:cubicBezTo>
                <a:cubicBezTo>
                  <a:pt x="343" y="185"/>
                  <a:pt x="343" y="185"/>
                  <a:pt x="343" y="185"/>
                </a:cubicBezTo>
                <a:cubicBezTo>
                  <a:pt x="345" y="185"/>
                  <a:pt x="345" y="185"/>
                  <a:pt x="345" y="185"/>
                </a:cubicBezTo>
                <a:cubicBezTo>
                  <a:pt x="345" y="185"/>
                  <a:pt x="345" y="185"/>
                  <a:pt x="345" y="185"/>
                </a:cubicBezTo>
                <a:cubicBezTo>
                  <a:pt x="346" y="187"/>
                  <a:pt x="346" y="187"/>
                  <a:pt x="346" y="187"/>
                </a:cubicBezTo>
                <a:cubicBezTo>
                  <a:pt x="346" y="187"/>
                  <a:pt x="346" y="187"/>
                  <a:pt x="346" y="187"/>
                </a:cubicBezTo>
                <a:cubicBezTo>
                  <a:pt x="349" y="189"/>
                  <a:pt x="349" y="189"/>
                  <a:pt x="349" y="189"/>
                </a:cubicBezTo>
                <a:cubicBezTo>
                  <a:pt x="349" y="189"/>
                  <a:pt x="349" y="189"/>
                  <a:pt x="349" y="189"/>
                </a:cubicBezTo>
                <a:cubicBezTo>
                  <a:pt x="350" y="191"/>
                  <a:pt x="350" y="191"/>
                  <a:pt x="350" y="191"/>
                </a:cubicBezTo>
                <a:cubicBezTo>
                  <a:pt x="350" y="191"/>
                  <a:pt x="350" y="191"/>
                  <a:pt x="350" y="191"/>
                </a:cubicBezTo>
                <a:cubicBezTo>
                  <a:pt x="353" y="192"/>
                  <a:pt x="353" y="192"/>
                  <a:pt x="353" y="192"/>
                </a:cubicBezTo>
                <a:cubicBezTo>
                  <a:pt x="353" y="192"/>
                  <a:pt x="353" y="192"/>
                  <a:pt x="353" y="192"/>
                </a:cubicBezTo>
                <a:cubicBezTo>
                  <a:pt x="301" y="214"/>
                  <a:pt x="301" y="214"/>
                  <a:pt x="301" y="214"/>
                </a:cubicBezTo>
                <a:cubicBezTo>
                  <a:pt x="301" y="214"/>
                  <a:pt x="301" y="214"/>
                  <a:pt x="301" y="214"/>
                </a:cubicBezTo>
                <a:cubicBezTo>
                  <a:pt x="298" y="215"/>
                  <a:pt x="298" y="215"/>
                  <a:pt x="298" y="215"/>
                </a:cubicBezTo>
                <a:cubicBezTo>
                  <a:pt x="298" y="215"/>
                  <a:pt x="298" y="215"/>
                  <a:pt x="298" y="215"/>
                </a:cubicBezTo>
                <a:cubicBezTo>
                  <a:pt x="295" y="216"/>
                  <a:pt x="295" y="216"/>
                  <a:pt x="295" y="216"/>
                </a:cubicBezTo>
                <a:cubicBezTo>
                  <a:pt x="295" y="216"/>
                  <a:pt x="295" y="216"/>
                  <a:pt x="295" y="216"/>
                </a:cubicBezTo>
                <a:cubicBezTo>
                  <a:pt x="292" y="217"/>
                  <a:pt x="292" y="217"/>
                  <a:pt x="292" y="217"/>
                </a:cubicBezTo>
                <a:cubicBezTo>
                  <a:pt x="292" y="217"/>
                  <a:pt x="292" y="217"/>
                  <a:pt x="292" y="217"/>
                </a:cubicBezTo>
                <a:cubicBezTo>
                  <a:pt x="290" y="217"/>
                  <a:pt x="290" y="217"/>
                  <a:pt x="290" y="217"/>
                </a:cubicBezTo>
                <a:cubicBezTo>
                  <a:pt x="290" y="217"/>
                  <a:pt x="290" y="217"/>
                  <a:pt x="290" y="217"/>
                </a:cubicBezTo>
                <a:cubicBezTo>
                  <a:pt x="286" y="219"/>
                  <a:pt x="286" y="219"/>
                  <a:pt x="286" y="219"/>
                </a:cubicBezTo>
                <a:cubicBezTo>
                  <a:pt x="286" y="219"/>
                  <a:pt x="286" y="219"/>
                  <a:pt x="286" y="219"/>
                </a:cubicBezTo>
                <a:cubicBezTo>
                  <a:pt x="284" y="220"/>
                  <a:pt x="284" y="220"/>
                  <a:pt x="284" y="220"/>
                </a:cubicBezTo>
                <a:cubicBezTo>
                  <a:pt x="284" y="220"/>
                  <a:pt x="284" y="220"/>
                  <a:pt x="284" y="220"/>
                </a:cubicBezTo>
                <a:cubicBezTo>
                  <a:pt x="281" y="221"/>
                  <a:pt x="281" y="221"/>
                  <a:pt x="281" y="221"/>
                </a:cubicBezTo>
                <a:cubicBezTo>
                  <a:pt x="281" y="221"/>
                  <a:pt x="281" y="221"/>
                  <a:pt x="281" y="221"/>
                </a:cubicBezTo>
                <a:cubicBezTo>
                  <a:pt x="280" y="222"/>
                  <a:pt x="280" y="222"/>
                  <a:pt x="280" y="222"/>
                </a:cubicBezTo>
                <a:cubicBezTo>
                  <a:pt x="280" y="222"/>
                  <a:pt x="280" y="222"/>
                  <a:pt x="280" y="222"/>
                </a:cubicBezTo>
                <a:cubicBezTo>
                  <a:pt x="255" y="231"/>
                  <a:pt x="255" y="231"/>
                  <a:pt x="255" y="231"/>
                </a:cubicBezTo>
                <a:cubicBezTo>
                  <a:pt x="255" y="231"/>
                  <a:pt x="255" y="231"/>
                  <a:pt x="255" y="231"/>
                </a:cubicBezTo>
                <a:cubicBezTo>
                  <a:pt x="253" y="234"/>
                  <a:pt x="253" y="234"/>
                  <a:pt x="253" y="234"/>
                </a:cubicBezTo>
                <a:cubicBezTo>
                  <a:pt x="253" y="234"/>
                  <a:pt x="253" y="234"/>
                  <a:pt x="253" y="234"/>
                </a:cubicBezTo>
                <a:cubicBezTo>
                  <a:pt x="255" y="238"/>
                  <a:pt x="255" y="238"/>
                  <a:pt x="255" y="238"/>
                </a:cubicBezTo>
                <a:cubicBezTo>
                  <a:pt x="255" y="238"/>
                  <a:pt x="255" y="238"/>
                  <a:pt x="255" y="238"/>
                </a:cubicBezTo>
                <a:cubicBezTo>
                  <a:pt x="258" y="241"/>
                  <a:pt x="258" y="241"/>
                  <a:pt x="258" y="241"/>
                </a:cubicBezTo>
                <a:cubicBezTo>
                  <a:pt x="258" y="241"/>
                  <a:pt x="258" y="241"/>
                  <a:pt x="258" y="241"/>
                </a:cubicBezTo>
                <a:cubicBezTo>
                  <a:pt x="260" y="244"/>
                  <a:pt x="260" y="244"/>
                  <a:pt x="260" y="244"/>
                </a:cubicBezTo>
                <a:cubicBezTo>
                  <a:pt x="260" y="244"/>
                  <a:pt x="260" y="244"/>
                  <a:pt x="260" y="244"/>
                </a:cubicBezTo>
                <a:cubicBezTo>
                  <a:pt x="262" y="247"/>
                  <a:pt x="262" y="247"/>
                  <a:pt x="262" y="247"/>
                </a:cubicBezTo>
                <a:cubicBezTo>
                  <a:pt x="262" y="247"/>
                  <a:pt x="262" y="247"/>
                  <a:pt x="262" y="247"/>
                </a:cubicBezTo>
                <a:cubicBezTo>
                  <a:pt x="262" y="251"/>
                  <a:pt x="262" y="251"/>
                  <a:pt x="262" y="251"/>
                </a:cubicBezTo>
                <a:cubicBezTo>
                  <a:pt x="262" y="251"/>
                  <a:pt x="262" y="251"/>
                  <a:pt x="262" y="251"/>
                </a:cubicBezTo>
                <a:cubicBezTo>
                  <a:pt x="262" y="255"/>
                  <a:pt x="262" y="255"/>
                  <a:pt x="262" y="255"/>
                </a:cubicBezTo>
                <a:cubicBezTo>
                  <a:pt x="262" y="255"/>
                  <a:pt x="262" y="255"/>
                  <a:pt x="262" y="255"/>
                </a:cubicBezTo>
                <a:cubicBezTo>
                  <a:pt x="262" y="258"/>
                  <a:pt x="262" y="258"/>
                  <a:pt x="262" y="258"/>
                </a:cubicBezTo>
                <a:cubicBezTo>
                  <a:pt x="262" y="258"/>
                  <a:pt x="262" y="258"/>
                  <a:pt x="262" y="258"/>
                </a:cubicBezTo>
                <a:cubicBezTo>
                  <a:pt x="263" y="262"/>
                  <a:pt x="263" y="262"/>
                  <a:pt x="263" y="262"/>
                </a:cubicBezTo>
                <a:cubicBezTo>
                  <a:pt x="263" y="262"/>
                  <a:pt x="263" y="262"/>
                  <a:pt x="263" y="262"/>
                </a:cubicBezTo>
                <a:cubicBezTo>
                  <a:pt x="319" y="251"/>
                  <a:pt x="319" y="251"/>
                  <a:pt x="319" y="251"/>
                </a:cubicBezTo>
                <a:cubicBezTo>
                  <a:pt x="319" y="251"/>
                  <a:pt x="319" y="251"/>
                  <a:pt x="319" y="251"/>
                </a:cubicBezTo>
                <a:cubicBezTo>
                  <a:pt x="321" y="255"/>
                  <a:pt x="321" y="255"/>
                  <a:pt x="321" y="255"/>
                </a:cubicBezTo>
                <a:cubicBezTo>
                  <a:pt x="321" y="255"/>
                  <a:pt x="321" y="255"/>
                  <a:pt x="321" y="255"/>
                </a:cubicBezTo>
                <a:cubicBezTo>
                  <a:pt x="323" y="257"/>
                  <a:pt x="323" y="257"/>
                  <a:pt x="323" y="257"/>
                </a:cubicBezTo>
                <a:cubicBezTo>
                  <a:pt x="323" y="257"/>
                  <a:pt x="323" y="257"/>
                  <a:pt x="323" y="257"/>
                </a:cubicBezTo>
                <a:cubicBezTo>
                  <a:pt x="324" y="260"/>
                  <a:pt x="324" y="260"/>
                  <a:pt x="324" y="260"/>
                </a:cubicBezTo>
                <a:cubicBezTo>
                  <a:pt x="324" y="260"/>
                  <a:pt x="324" y="260"/>
                  <a:pt x="324" y="260"/>
                </a:cubicBezTo>
                <a:cubicBezTo>
                  <a:pt x="327" y="263"/>
                  <a:pt x="327" y="263"/>
                  <a:pt x="327" y="263"/>
                </a:cubicBezTo>
                <a:cubicBezTo>
                  <a:pt x="327" y="263"/>
                  <a:pt x="327" y="263"/>
                  <a:pt x="327" y="263"/>
                </a:cubicBezTo>
                <a:cubicBezTo>
                  <a:pt x="327" y="266"/>
                  <a:pt x="327" y="266"/>
                  <a:pt x="327" y="266"/>
                </a:cubicBezTo>
                <a:cubicBezTo>
                  <a:pt x="327" y="266"/>
                  <a:pt x="327" y="266"/>
                  <a:pt x="327" y="266"/>
                </a:cubicBezTo>
                <a:cubicBezTo>
                  <a:pt x="328" y="269"/>
                  <a:pt x="328" y="269"/>
                  <a:pt x="328" y="269"/>
                </a:cubicBezTo>
                <a:cubicBezTo>
                  <a:pt x="328" y="269"/>
                  <a:pt x="328" y="269"/>
                  <a:pt x="328" y="269"/>
                </a:cubicBezTo>
                <a:cubicBezTo>
                  <a:pt x="327" y="271"/>
                  <a:pt x="327" y="271"/>
                  <a:pt x="327" y="271"/>
                </a:cubicBezTo>
                <a:cubicBezTo>
                  <a:pt x="327" y="271"/>
                  <a:pt x="327" y="271"/>
                  <a:pt x="327" y="271"/>
                </a:cubicBezTo>
                <a:cubicBezTo>
                  <a:pt x="327" y="274"/>
                  <a:pt x="327" y="274"/>
                  <a:pt x="327" y="274"/>
                </a:cubicBezTo>
                <a:cubicBezTo>
                  <a:pt x="327" y="274"/>
                  <a:pt x="327" y="274"/>
                  <a:pt x="327" y="274"/>
                </a:cubicBezTo>
                <a:cubicBezTo>
                  <a:pt x="320" y="278"/>
                  <a:pt x="320" y="278"/>
                  <a:pt x="320" y="278"/>
                </a:cubicBezTo>
                <a:cubicBezTo>
                  <a:pt x="320" y="278"/>
                  <a:pt x="320" y="278"/>
                  <a:pt x="320" y="278"/>
                </a:cubicBezTo>
                <a:cubicBezTo>
                  <a:pt x="317" y="281"/>
                  <a:pt x="317" y="281"/>
                  <a:pt x="317" y="281"/>
                </a:cubicBezTo>
                <a:cubicBezTo>
                  <a:pt x="317" y="281"/>
                  <a:pt x="317" y="281"/>
                  <a:pt x="317" y="281"/>
                </a:cubicBezTo>
                <a:cubicBezTo>
                  <a:pt x="313" y="285"/>
                  <a:pt x="313" y="285"/>
                  <a:pt x="313" y="285"/>
                </a:cubicBezTo>
                <a:cubicBezTo>
                  <a:pt x="313" y="285"/>
                  <a:pt x="313" y="285"/>
                  <a:pt x="313" y="285"/>
                </a:cubicBezTo>
                <a:cubicBezTo>
                  <a:pt x="311" y="289"/>
                  <a:pt x="311" y="289"/>
                  <a:pt x="311" y="289"/>
                </a:cubicBezTo>
                <a:cubicBezTo>
                  <a:pt x="311" y="289"/>
                  <a:pt x="311" y="289"/>
                  <a:pt x="311" y="289"/>
                </a:cubicBezTo>
                <a:cubicBezTo>
                  <a:pt x="308" y="295"/>
                  <a:pt x="308" y="295"/>
                  <a:pt x="308" y="295"/>
                </a:cubicBezTo>
                <a:cubicBezTo>
                  <a:pt x="308" y="295"/>
                  <a:pt x="308" y="295"/>
                  <a:pt x="308" y="295"/>
                </a:cubicBezTo>
                <a:cubicBezTo>
                  <a:pt x="305" y="299"/>
                  <a:pt x="305" y="299"/>
                  <a:pt x="305" y="299"/>
                </a:cubicBezTo>
                <a:cubicBezTo>
                  <a:pt x="305" y="299"/>
                  <a:pt x="305" y="299"/>
                  <a:pt x="305" y="299"/>
                </a:cubicBezTo>
                <a:cubicBezTo>
                  <a:pt x="302" y="304"/>
                  <a:pt x="302" y="304"/>
                  <a:pt x="302" y="304"/>
                </a:cubicBezTo>
                <a:cubicBezTo>
                  <a:pt x="302" y="304"/>
                  <a:pt x="302" y="304"/>
                  <a:pt x="302" y="304"/>
                </a:cubicBezTo>
                <a:cubicBezTo>
                  <a:pt x="299" y="307"/>
                  <a:pt x="299" y="307"/>
                  <a:pt x="299" y="307"/>
                </a:cubicBezTo>
                <a:cubicBezTo>
                  <a:pt x="299" y="307"/>
                  <a:pt x="299" y="307"/>
                  <a:pt x="299" y="307"/>
                </a:cubicBezTo>
                <a:cubicBezTo>
                  <a:pt x="260" y="352"/>
                  <a:pt x="260" y="352"/>
                  <a:pt x="260" y="352"/>
                </a:cubicBezTo>
                <a:cubicBezTo>
                  <a:pt x="260" y="352"/>
                  <a:pt x="260" y="352"/>
                  <a:pt x="260" y="352"/>
                </a:cubicBezTo>
                <a:cubicBezTo>
                  <a:pt x="301" y="268"/>
                  <a:pt x="301" y="268"/>
                  <a:pt x="301" y="268"/>
                </a:cubicBezTo>
                <a:cubicBezTo>
                  <a:pt x="301" y="268"/>
                  <a:pt x="301" y="268"/>
                  <a:pt x="301" y="268"/>
                </a:cubicBezTo>
                <a:cubicBezTo>
                  <a:pt x="300" y="268"/>
                  <a:pt x="300" y="268"/>
                  <a:pt x="300" y="268"/>
                </a:cubicBezTo>
                <a:cubicBezTo>
                  <a:pt x="300" y="268"/>
                  <a:pt x="300" y="268"/>
                  <a:pt x="300" y="268"/>
                </a:cubicBezTo>
                <a:cubicBezTo>
                  <a:pt x="300" y="267"/>
                  <a:pt x="300" y="267"/>
                  <a:pt x="300" y="267"/>
                </a:cubicBezTo>
                <a:cubicBezTo>
                  <a:pt x="300" y="267"/>
                  <a:pt x="300" y="267"/>
                  <a:pt x="300" y="267"/>
                </a:cubicBezTo>
                <a:cubicBezTo>
                  <a:pt x="299" y="267"/>
                  <a:pt x="299" y="267"/>
                  <a:pt x="299" y="267"/>
                </a:cubicBezTo>
                <a:cubicBezTo>
                  <a:pt x="299" y="267"/>
                  <a:pt x="299" y="267"/>
                  <a:pt x="299" y="267"/>
                </a:cubicBezTo>
                <a:cubicBezTo>
                  <a:pt x="299" y="266"/>
                  <a:pt x="299" y="266"/>
                  <a:pt x="299" y="266"/>
                </a:cubicBezTo>
                <a:cubicBezTo>
                  <a:pt x="299" y="266"/>
                  <a:pt x="299" y="266"/>
                  <a:pt x="299" y="266"/>
                </a:cubicBezTo>
                <a:cubicBezTo>
                  <a:pt x="298" y="266"/>
                  <a:pt x="298" y="266"/>
                  <a:pt x="298" y="266"/>
                </a:cubicBezTo>
                <a:cubicBezTo>
                  <a:pt x="298" y="266"/>
                  <a:pt x="298" y="266"/>
                  <a:pt x="298" y="266"/>
                </a:cubicBezTo>
                <a:cubicBezTo>
                  <a:pt x="297" y="265"/>
                  <a:pt x="297" y="265"/>
                  <a:pt x="297" y="265"/>
                </a:cubicBezTo>
                <a:cubicBezTo>
                  <a:pt x="297" y="265"/>
                  <a:pt x="297" y="265"/>
                  <a:pt x="297" y="265"/>
                </a:cubicBezTo>
                <a:cubicBezTo>
                  <a:pt x="296" y="264"/>
                  <a:pt x="296" y="264"/>
                  <a:pt x="296" y="264"/>
                </a:cubicBezTo>
                <a:cubicBezTo>
                  <a:pt x="296" y="264"/>
                  <a:pt x="296" y="264"/>
                  <a:pt x="296" y="264"/>
                </a:cubicBezTo>
                <a:cubicBezTo>
                  <a:pt x="296" y="263"/>
                  <a:pt x="296" y="263"/>
                  <a:pt x="296" y="263"/>
                </a:cubicBezTo>
                <a:cubicBezTo>
                  <a:pt x="296" y="263"/>
                  <a:pt x="296" y="263"/>
                  <a:pt x="296" y="263"/>
                </a:cubicBezTo>
                <a:cubicBezTo>
                  <a:pt x="267" y="275"/>
                  <a:pt x="267" y="275"/>
                  <a:pt x="267" y="275"/>
                </a:cubicBezTo>
                <a:cubicBezTo>
                  <a:pt x="267" y="275"/>
                  <a:pt x="267" y="275"/>
                  <a:pt x="267" y="275"/>
                </a:cubicBezTo>
                <a:cubicBezTo>
                  <a:pt x="265" y="279"/>
                  <a:pt x="265" y="279"/>
                  <a:pt x="265" y="279"/>
                </a:cubicBezTo>
                <a:cubicBezTo>
                  <a:pt x="265" y="279"/>
                  <a:pt x="265" y="279"/>
                  <a:pt x="265" y="279"/>
                </a:cubicBezTo>
                <a:cubicBezTo>
                  <a:pt x="265" y="281"/>
                  <a:pt x="265" y="281"/>
                  <a:pt x="265" y="281"/>
                </a:cubicBezTo>
                <a:cubicBezTo>
                  <a:pt x="265" y="281"/>
                  <a:pt x="265" y="281"/>
                  <a:pt x="265" y="281"/>
                </a:cubicBezTo>
                <a:cubicBezTo>
                  <a:pt x="267" y="282"/>
                  <a:pt x="267" y="282"/>
                  <a:pt x="267" y="282"/>
                </a:cubicBezTo>
                <a:cubicBezTo>
                  <a:pt x="267" y="282"/>
                  <a:pt x="267" y="282"/>
                  <a:pt x="267" y="282"/>
                </a:cubicBezTo>
                <a:cubicBezTo>
                  <a:pt x="269" y="282"/>
                  <a:pt x="269" y="282"/>
                  <a:pt x="269" y="282"/>
                </a:cubicBezTo>
                <a:cubicBezTo>
                  <a:pt x="269" y="282"/>
                  <a:pt x="269" y="282"/>
                  <a:pt x="269" y="282"/>
                </a:cubicBezTo>
                <a:cubicBezTo>
                  <a:pt x="271" y="282"/>
                  <a:pt x="271" y="282"/>
                  <a:pt x="271" y="282"/>
                </a:cubicBezTo>
                <a:cubicBezTo>
                  <a:pt x="271" y="282"/>
                  <a:pt x="271" y="282"/>
                  <a:pt x="271" y="282"/>
                </a:cubicBezTo>
                <a:cubicBezTo>
                  <a:pt x="272" y="284"/>
                  <a:pt x="272" y="284"/>
                  <a:pt x="272" y="284"/>
                </a:cubicBezTo>
                <a:cubicBezTo>
                  <a:pt x="272" y="284"/>
                  <a:pt x="272" y="284"/>
                  <a:pt x="272" y="284"/>
                </a:cubicBezTo>
                <a:cubicBezTo>
                  <a:pt x="274" y="285"/>
                  <a:pt x="274" y="285"/>
                  <a:pt x="274" y="285"/>
                </a:cubicBezTo>
                <a:cubicBezTo>
                  <a:pt x="274" y="285"/>
                  <a:pt x="274" y="285"/>
                  <a:pt x="274" y="285"/>
                </a:cubicBezTo>
                <a:cubicBezTo>
                  <a:pt x="275" y="286"/>
                  <a:pt x="275" y="286"/>
                  <a:pt x="275" y="286"/>
                </a:cubicBezTo>
                <a:cubicBezTo>
                  <a:pt x="275" y="286"/>
                  <a:pt x="275" y="286"/>
                  <a:pt x="275" y="286"/>
                </a:cubicBezTo>
                <a:cubicBezTo>
                  <a:pt x="277" y="287"/>
                  <a:pt x="277" y="287"/>
                  <a:pt x="277" y="287"/>
                </a:cubicBezTo>
                <a:cubicBezTo>
                  <a:pt x="277" y="287"/>
                  <a:pt x="277" y="287"/>
                  <a:pt x="277" y="287"/>
                </a:cubicBezTo>
                <a:cubicBezTo>
                  <a:pt x="273" y="294"/>
                  <a:pt x="273" y="294"/>
                  <a:pt x="273" y="294"/>
                </a:cubicBezTo>
                <a:cubicBezTo>
                  <a:pt x="273" y="294"/>
                  <a:pt x="273" y="294"/>
                  <a:pt x="273" y="294"/>
                </a:cubicBezTo>
                <a:cubicBezTo>
                  <a:pt x="267" y="298"/>
                  <a:pt x="267" y="298"/>
                  <a:pt x="267" y="298"/>
                </a:cubicBezTo>
                <a:cubicBezTo>
                  <a:pt x="267" y="298"/>
                  <a:pt x="267" y="298"/>
                  <a:pt x="267" y="298"/>
                </a:cubicBezTo>
                <a:cubicBezTo>
                  <a:pt x="260" y="302"/>
                  <a:pt x="260" y="302"/>
                  <a:pt x="260" y="302"/>
                </a:cubicBezTo>
                <a:cubicBezTo>
                  <a:pt x="260" y="302"/>
                  <a:pt x="260" y="302"/>
                  <a:pt x="260" y="302"/>
                </a:cubicBezTo>
                <a:cubicBezTo>
                  <a:pt x="254" y="306"/>
                  <a:pt x="254" y="306"/>
                  <a:pt x="254" y="306"/>
                </a:cubicBezTo>
                <a:cubicBezTo>
                  <a:pt x="254" y="306"/>
                  <a:pt x="254" y="306"/>
                  <a:pt x="254" y="306"/>
                </a:cubicBezTo>
                <a:cubicBezTo>
                  <a:pt x="248" y="311"/>
                  <a:pt x="248" y="311"/>
                  <a:pt x="248" y="311"/>
                </a:cubicBezTo>
                <a:cubicBezTo>
                  <a:pt x="248" y="311"/>
                  <a:pt x="248" y="311"/>
                  <a:pt x="248" y="311"/>
                </a:cubicBezTo>
                <a:cubicBezTo>
                  <a:pt x="243" y="316"/>
                  <a:pt x="243" y="316"/>
                  <a:pt x="243" y="316"/>
                </a:cubicBezTo>
                <a:cubicBezTo>
                  <a:pt x="243" y="316"/>
                  <a:pt x="243" y="316"/>
                  <a:pt x="243" y="316"/>
                </a:cubicBezTo>
                <a:cubicBezTo>
                  <a:pt x="241" y="323"/>
                  <a:pt x="241" y="323"/>
                  <a:pt x="241" y="323"/>
                </a:cubicBezTo>
                <a:cubicBezTo>
                  <a:pt x="241" y="323"/>
                  <a:pt x="241" y="323"/>
                  <a:pt x="241" y="323"/>
                </a:cubicBezTo>
                <a:cubicBezTo>
                  <a:pt x="243" y="331"/>
                  <a:pt x="243" y="331"/>
                  <a:pt x="243" y="331"/>
                </a:cubicBezTo>
                <a:cubicBezTo>
                  <a:pt x="243" y="331"/>
                  <a:pt x="243" y="331"/>
                  <a:pt x="243" y="331"/>
                </a:cubicBezTo>
                <a:cubicBezTo>
                  <a:pt x="243" y="333"/>
                  <a:pt x="243" y="333"/>
                  <a:pt x="243" y="333"/>
                </a:cubicBezTo>
                <a:cubicBezTo>
                  <a:pt x="243" y="333"/>
                  <a:pt x="243" y="333"/>
                  <a:pt x="243" y="333"/>
                </a:cubicBezTo>
                <a:cubicBezTo>
                  <a:pt x="244" y="334"/>
                  <a:pt x="244" y="334"/>
                  <a:pt x="244" y="334"/>
                </a:cubicBezTo>
                <a:cubicBezTo>
                  <a:pt x="244" y="334"/>
                  <a:pt x="244" y="334"/>
                  <a:pt x="244" y="334"/>
                </a:cubicBezTo>
                <a:cubicBezTo>
                  <a:pt x="246" y="335"/>
                  <a:pt x="246" y="335"/>
                  <a:pt x="246" y="335"/>
                </a:cubicBezTo>
                <a:cubicBezTo>
                  <a:pt x="246" y="335"/>
                  <a:pt x="246" y="335"/>
                  <a:pt x="246" y="335"/>
                </a:cubicBezTo>
                <a:cubicBezTo>
                  <a:pt x="248" y="335"/>
                  <a:pt x="248" y="335"/>
                  <a:pt x="248" y="335"/>
                </a:cubicBezTo>
                <a:cubicBezTo>
                  <a:pt x="248" y="335"/>
                  <a:pt x="248" y="335"/>
                  <a:pt x="248" y="335"/>
                </a:cubicBezTo>
                <a:cubicBezTo>
                  <a:pt x="249" y="336"/>
                  <a:pt x="249" y="336"/>
                  <a:pt x="249" y="336"/>
                </a:cubicBezTo>
                <a:cubicBezTo>
                  <a:pt x="249" y="336"/>
                  <a:pt x="249" y="336"/>
                  <a:pt x="249" y="336"/>
                </a:cubicBezTo>
                <a:cubicBezTo>
                  <a:pt x="250" y="336"/>
                  <a:pt x="250" y="336"/>
                  <a:pt x="250" y="336"/>
                </a:cubicBezTo>
                <a:cubicBezTo>
                  <a:pt x="250" y="336"/>
                  <a:pt x="250" y="336"/>
                  <a:pt x="250" y="336"/>
                </a:cubicBezTo>
                <a:cubicBezTo>
                  <a:pt x="251" y="337"/>
                  <a:pt x="251" y="337"/>
                  <a:pt x="251" y="337"/>
                </a:cubicBezTo>
                <a:cubicBezTo>
                  <a:pt x="251" y="337"/>
                  <a:pt x="251" y="337"/>
                  <a:pt x="251" y="337"/>
                </a:cubicBezTo>
                <a:cubicBezTo>
                  <a:pt x="253" y="338"/>
                  <a:pt x="253" y="338"/>
                  <a:pt x="253" y="338"/>
                </a:cubicBezTo>
                <a:cubicBezTo>
                  <a:pt x="253" y="338"/>
                  <a:pt x="253" y="338"/>
                  <a:pt x="253" y="338"/>
                </a:cubicBezTo>
                <a:cubicBezTo>
                  <a:pt x="208" y="370"/>
                  <a:pt x="208" y="370"/>
                  <a:pt x="208" y="370"/>
                </a:cubicBezTo>
                <a:cubicBezTo>
                  <a:pt x="208" y="370"/>
                  <a:pt x="208" y="370"/>
                  <a:pt x="208" y="370"/>
                </a:cubicBezTo>
                <a:cubicBezTo>
                  <a:pt x="189" y="384"/>
                  <a:pt x="189" y="384"/>
                  <a:pt x="189" y="384"/>
                </a:cubicBezTo>
                <a:cubicBezTo>
                  <a:pt x="185" y="386"/>
                  <a:pt x="185" y="386"/>
                  <a:pt x="185" y="386"/>
                </a:cubicBezTo>
                <a:cubicBezTo>
                  <a:pt x="159" y="402"/>
                  <a:pt x="159" y="402"/>
                  <a:pt x="159" y="402"/>
                </a:cubicBezTo>
                <a:cubicBezTo>
                  <a:pt x="159" y="402"/>
                  <a:pt x="159" y="402"/>
                  <a:pt x="159" y="402"/>
                </a:cubicBezTo>
                <a:cubicBezTo>
                  <a:pt x="158" y="404"/>
                  <a:pt x="158" y="404"/>
                  <a:pt x="158" y="404"/>
                </a:cubicBezTo>
                <a:cubicBezTo>
                  <a:pt x="158" y="404"/>
                  <a:pt x="158" y="404"/>
                  <a:pt x="158" y="404"/>
                </a:cubicBezTo>
                <a:cubicBezTo>
                  <a:pt x="157" y="405"/>
                  <a:pt x="157" y="405"/>
                  <a:pt x="157" y="405"/>
                </a:cubicBezTo>
                <a:cubicBezTo>
                  <a:pt x="157" y="405"/>
                  <a:pt x="157" y="405"/>
                  <a:pt x="157" y="405"/>
                </a:cubicBezTo>
                <a:cubicBezTo>
                  <a:pt x="157" y="406"/>
                  <a:pt x="157" y="406"/>
                  <a:pt x="157" y="406"/>
                </a:cubicBezTo>
                <a:cubicBezTo>
                  <a:pt x="157" y="406"/>
                  <a:pt x="157" y="406"/>
                  <a:pt x="157" y="406"/>
                </a:cubicBezTo>
                <a:cubicBezTo>
                  <a:pt x="157" y="407"/>
                  <a:pt x="157" y="407"/>
                  <a:pt x="157" y="407"/>
                </a:cubicBezTo>
                <a:cubicBezTo>
                  <a:pt x="157" y="407"/>
                  <a:pt x="157" y="407"/>
                  <a:pt x="157" y="407"/>
                </a:cubicBezTo>
                <a:cubicBezTo>
                  <a:pt x="157" y="409"/>
                  <a:pt x="157" y="409"/>
                  <a:pt x="157" y="409"/>
                </a:cubicBezTo>
                <a:cubicBezTo>
                  <a:pt x="157" y="409"/>
                  <a:pt x="157" y="409"/>
                  <a:pt x="157" y="409"/>
                </a:cubicBezTo>
                <a:cubicBezTo>
                  <a:pt x="157" y="410"/>
                  <a:pt x="157" y="410"/>
                  <a:pt x="157" y="410"/>
                </a:cubicBezTo>
                <a:cubicBezTo>
                  <a:pt x="157" y="410"/>
                  <a:pt x="157" y="410"/>
                  <a:pt x="157" y="410"/>
                </a:cubicBezTo>
                <a:cubicBezTo>
                  <a:pt x="157" y="410"/>
                  <a:pt x="157" y="410"/>
                  <a:pt x="157" y="410"/>
                </a:cubicBezTo>
                <a:cubicBezTo>
                  <a:pt x="157" y="410"/>
                  <a:pt x="157" y="410"/>
                  <a:pt x="157" y="410"/>
                </a:cubicBezTo>
                <a:cubicBezTo>
                  <a:pt x="158" y="411"/>
                  <a:pt x="158" y="411"/>
                  <a:pt x="158" y="411"/>
                </a:cubicBezTo>
                <a:cubicBezTo>
                  <a:pt x="158" y="411"/>
                  <a:pt x="158" y="411"/>
                  <a:pt x="158" y="411"/>
                </a:cubicBezTo>
                <a:cubicBezTo>
                  <a:pt x="161" y="412"/>
                  <a:pt x="161" y="412"/>
                  <a:pt x="161" y="412"/>
                </a:cubicBezTo>
                <a:cubicBezTo>
                  <a:pt x="161" y="412"/>
                  <a:pt x="161" y="412"/>
                  <a:pt x="161" y="412"/>
                </a:cubicBezTo>
                <a:cubicBezTo>
                  <a:pt x="165" y="412"/>
                  <a:pt x="165" y="412"/>
                  <a:pt x="165" y="412"/>
                </a:cubicBezTo>
                <a:cubicBezTo>
                  <a:pt x="165" y="412"/>
                  <a:pt x="165" y="412"/>
                  <a:pt x="165" y="412"/>
                </a:cubicBezTo>
                <a:cubicBezTo>
                  <a:pt x="168" y="411"/>
                  <a:pt x="168" y="411"/>
                  <a:pt x="168" y="411"/>
                </a:cubicBezTo>
                <a:cubicBezTo>
                  <a:pt x="168" y="411"/>
                  <a:pt x="168" y="411"/>
                  <a:pt x="168" y="411"/>
                </a:cubicBezTo>
                <a:cubicBezTo>
                  <a:pt x="172" y="410"/>
                  <a:pt x="172" y="410"/>
                  <a:pt x="172" y="410"/>
                </a:cubicBezTo>
                <a:cubicBezTo>
                  <a:pt x="172" y="410"/>
                  <a:pt x="172" y="410"/>
                  <a:pt x="172" y="410"/>
                </a:cubicBezTo>
                <a:cubicBezTo>
                  <a:pt x="175" y="409"/>
                  <a:pt x="175" y="409"/>
                  <a:pt x="175" y="409"/>
                </a:cubicBezTo>
                <a:cubicBezTo>
                  <a:pt x="175" y="409"/>
                  <a:pt x="175" y="409"/>
                  <a:pt x="175" y="409"/>
                </a:cubicBezTo>
                <a:cubicBezTo>
                  <a:pt x="178" y="406"/>
                  <a:pt x="178" y="406"/>
                  <a:pt x="178" y="406"/>
                </a:cubicBezTo>
                <a:cubicBezTo>
                  <a:pt x="178" y="406"/>
                  <a:pt x="178" y="406"/>
                  <a:pt x="178" y="406"/>
                </a:cubicBezTo>
                <a:cubicBezTo>
                  <a:pt x="181" y="404"/>
                  <a:pt x="181" y="404"/>
                  <a:pt x="181" y="404"/>
                </a:cubicBezTo>
                <a:cubicBezTo>
                  <a:pt x="181" y="404"/>
                  <a:pt x="181" y="404"/>
                  <a:pt x="181" y="404"/>
                </a:cubicBezTo>
                <a:cubicBezTo>
                  <a:pt x="185" y="401"/>
                  <a:pt x="185" y="401"/>
                  <a:pt x="185" y="401"/>
                </a:cubicBezTo>
                <a:cubicBezTo>
                  <a:pt x="185" y="401"/>
                  <a:pt x="185" y="401"/>
                  <a:pt x="185" y="401"/>
                </a:cubicBezTo>
                <a:cubicBezTo>
                  <a:pt x="212" y="386"/>
                  <a:pt x="212" y="386"/>
                  <a:pt x="212" y="386"/>
                </a:cubicBezTo>
                <a:cubicBezTo>
                  <a:pt x="212" y="386"/>
                  <a:pt x="212" y="386"/>
                  <a:pt x="212" y="386"/>
                </a:cubicBezTo>
                <a:cubicBezTo>
                  <a:pt x="205" y="394"/>
                  <a:pt x="205" y="394"/>
                  <a:pt x="205" y="394"/>
                </a:cubicBezTo>
                <a:cubicBezTo>
                  <a:pt x="205" y="394"/>
                  <a:pt x="205" y="394"/>
                  <a:pt x="205" y="394"/>
                </a:cubicBezTo>
                <a:cubicBezTo>
                  <a:pt x="198" y="400"/>
                  <a:pt x="198" y="400"/>
                  <a:pt x="198" y="400"/>
                </a:cubicBezTo>
                <a:cubicBezTo>
                  <a:pt x="198" y="400"/>
                  <a:pt x="198" y="400"/>
                  <a:pt x="198" y="400"/>
                </a:cubicBezTo>
                <a:cubicBezTo>
                  <a:pt x="190" y="407"/>
                  <a:pt x="190" y="407"/>
                  <a:pt x="190" y="407"/>
                </a:cubicBezTo>
                <a:cubicBezTo>
                  <a:pt x="190" y="407"/>
                  <a:pt x="190" y="407"/>
                  <a:pt x="190" y="407"/>
                </a:cubicBezTo>
                <a:cubicBezTo>
                  <a:pt x="182" y="412"/>
                  <a:pt x="182" y="412"/>
                  <a:pt x="182" y="412"/>
                </a:cubicBezTo>
                <a:cubicBezTo>
                  <a:pt x="182" y="412"/>
                  <a:pt x="182" y="412"/>
                  <a:pt x="182" y="412"/>
                </a:cubicBezTo>
                <a:cubicBezTo>
                  <a:pt x="174" y="419"/>
                  <a:pt x="174" y="419"/>
                  <a:pt x="174" y="419"/>
                </a:cubicBezTo>
                <a:cubicBezTo>
                  <a:pt x="174" y="419"/>
                  <a:pt x="174" y="419"/>
                  <a:pt x="174" y="419"/>
                </a:cubicBezTo>
                <a:cubicBezTo>
                  <a:pt x="166" y="424"/>
                  <a:pt x="166" y="424"/>
                  <a:pt x="166" y="424"/>
                </a:cubicBezTo>
                <a:cubicBezTo>
                  <a:pt x="166" y="424"/>
                  <a:pt x="166" y="424"/>
                  <a:pt x="166" y="424"/>
                </a:cubicBezTo>
                <a:cubicBezTo>
                  <a:pt x="156" y="430"/>
                  <a:pt x="156" y="430"/>
                  <a:pt x="156" y="430"/>
                </a:cubicBezTo>
                <a:cubicBezTo>
                  <a:pt x="156" y="430"/>
                  <a:pt x="156" y="430"/>
                  <a:pt x="156" y="430"/>
                </a:cubicBezTo>
                <a:cubicBezTo>
                  <a:pt x="149" y="436"/>
                  <a:pt x="149" y="436"/>
                  <a:pt x="149" y="436"/>
                </a:cubicBezTo>
                <a:cubicBezTo>
                  <a:pt x="149" y="436"/>
                  <a:pt x="149" y="436"/>
                  <a:pt x="149" y="436"/>
                </a:cubicBezTo>
                <a:cubicBezTo>
                  <a:pt x="147" y="437"/>
                  <a:pt x="147" y="437"/>
                  <a:pt x="147" y="437"/>
                </a:cubicBezTo>
                <a:cubicBezTo>
                  <a:pt x="147" y="437"/>
                  <a:pt x="147" y="437"/>
                  <a:pt x="147" y="437"/>
                </a:cubicBezTo>
                <a:cubicBezTo>
                  <a:pt x="146" y="437"/>
                  <a:pt x="146" y="437"/>
                  <a:pt x="146" y="437"/>
                </a:cubicBezTo>
                <a:cubicBezTo>
                  <a:pt x="146" y="437"/>
                  <a:pt x="146" y="437"/>
                  <a:pt x="146" y="437"/>
                </a:cubicBezTo>
                <a:cubicBezTo>
                  <a:pt x="144" y="437"/>
                  <a:pt x="144" y="437"/>
                  <a:pt x="144" y="437"/>
                </a:cubicBezTo>
                <a:cubicBezTo>
                  <a:pt x="144" y="437"/>
                  <a:pt x="144" y="437"/>
                  <a:pt x="144" y="437"/>
                </a:cubicBezTo>
                <a:cubicBezTo>
                  <a:pt x="142" y="437"/>
                  <a:pt x="142" y="437"/>
                  <a:pt x="142" y="437"/>
                </a:cubicBezTo>
                <a:cubicBezTo>
                  <a:pt x="142" y="437"/>
                  <a:pt x="142" y="437"/>
                  <a:pt x="142" y="437"/>
                </a:cubicBezTo>
                <a:cubicBezTo>
                  <a:pt x="140" y="437"/>
                  <a:pt x="140" y="437"/>
                  <a:pt x="140" y="437"/>
                </a:cubicBezTo>
                <a:cubicBezTo>
                  <a:pt x="140" y="437"/>
                  <a:pt x="140" y="437"/>
                  <a:pt x="140" y="437"/>
                </a:cubicBezTo>
                <a:cubicBezTo>
                  <a:pt x="139" y="436"/>
                  <a:pt x="139" y="436"/>
                  <a:pt x="139" y="436"/>
                </a:cubicBezTo>
                <a:cubicBezTo>
                  <a:pt x="139" y="436"/>
                  <a:pt x="139" y="436"/>
                  <a:pt x="139" y="436"/>
                </a:cubicBezTo>
                <a:cubicBezTo>
                  <a:pt x="137" y="436"/>
                  <a:pt x="137" y="436"/>
                  <a:pt x="137" y="436"/>
                </a:cubicBezTo>
                <a:cubicBezTo>
                  <a:pt x="137" y="436"/>
                  <a:pt x="137" y="436"/>
                  <a:pt x="137" y="436"/>
                </a:cubicBezTo>
                <a:cubicBezTo>
                  <a:pt x="137" y="434"/>
                  <a:pt x="137" y="434"/>
                  <a:pt x="137" y="434"/>
                </a:cubicBezTo>
                <a:cubicBezTo>
                  <a:pt x="137" y="434"/>
                  <a:pt x="137" y="434"/>
                  <a:pt x="137" y="434"/>
                </a:cubicBezTo>
                <a:cubicBezTo>
                  <a:pt x="136" y="432"/>
                  <a:pt x="136" y="432"/>
                  <a:pt x="136" y="432"/>
                </a:cubicBezTo>
                <a:cubicBezTo>
                  <a:pt x="136" y="432"/>
                  <a:pt x="136" y="432"/>
                  <a:pt x="136" y="432"/>
                </a:cubicBezTo>
                <a:cubicBezTo>
                  <a:pt x="135" y="430"/>
                  <a:pt x="135" y="430"/>
                  <a:pt x="135" y="430"/>
                </a:cubicBezTo>
                <a:cubicBezTo>
                  <a:pt x="135" y="430"/>
                  <a:pt x="135" y="430"/>
                  <a:pt x="135" y="430"/>
                </a:cubicBezTo>
                <a:cubicBezTo>
                  <a:pt x="133" y="427"/>
                  <a:pt x="133" y="427"/>
                  <a:pt x="133" y="427"/>
                </a:cubicBezTo>
                <a:cubicBezTo>
                  <a:pt x="133" y="427"/>
                  <a:pt x="133" y="427"/>
                  <a:pt x="133" y="427"/>
                </a:cubicBezTo>
                <a:cubicBezTo>
                  <a:pt x="131" y="424"/>
                  <a:pt x="131" y="424"/>
                  <a:pt x="131" y="424"/>
                </a:cubicBezTo>
                <a:cubicBezTo>
                  <a:pt x="131" y="424"/>
                  <a:pt x="131" y="424"/>
                  <a:pt x="131" y="424"/>
                </a:cubicBezTo>
                <a:cubicBezTo>
                  <a:pt x="129" y="423"/>
                  <a:pt x="129" y="423"/>
                  <a:pt x="129" y="423"/>
                </a:cubicBezTo>
                <a:cubicBezTo>
                  <a:pt x="129" y="423"/>
                  <a:pt x="129" y="423"/>
                  <a:pt x="129" y="423"/>
                </a:cubicBezTo>
                <a:cubicBezTo>
                  <a:pt x="129" y="420"/>
                  <a:pt x="129" y="420"/>
                  <a:pt x="129" y="420"/>
                </a:cubicBezTo>
                <a:cubicBezTo>
                  <a:pt x="129" y="420"/>
                  <a:pt x="129" y="420"/>
                  <a:pt x="129" y="420"/>
                </a:cubicBezTo>
                <a:cubicBezTo>
                  <a:pt x="129" y="417"/>
                  <a:pt x="129" y="417"/>
                  <a:pt x="129" y="417"/>
                </a:cubicBezTo>
                <a:cubicBezTo>
                  <a:pt x="129" y="417"/>
                  <a:pt x="129" y="417"/>
                  <a:pt x="129" y="417"/>
                </a:cubicBezTo>
                <a:cubicBezTo>
                  <a:pt x="132" y="414"/>
                  <a:pt x="132" y="414"/>
                  <a:pt x="132" y="414"/>
                </a:cubicBezTo>
                <a:cubicBezTo>
                  <a:pt x="132" y="414"/>
                  <a:pt x="132" y="414"/>
                  <a:pt x="132" y="414"/>
                </a:cubicBezTo>
                <a:cubicBezTo>
                  <a:pt x="187" y="380"/>
                  <a:pt x="187" y="380"/>
                  <a:pt x="187" y="380"/>
                </a:cubicBezTo>
                <a:cubicBezTo>
                  <a:pt x="187" y="380"/>
                  <a:pt x="187" y="380"/>
                  <a:pt x="187" y="380"/>
                </a:cubicBezTo>
                <a:cubicBezTo>
                  <a:pt x="187" y="380"/>
                  <a:pt x="187" y="380"/>
                  <a:pt x="187" y="380"/>
                </a:cubicBezTo>
                <a:cubicBezTo>
                  <a:pt x="187" y="380"/>
                  <a:pt x="187" y="380"/>
                  <a:pt x="187" y="380"/>
                </a:cubicBezTo>
                <a:cubicBezTo>
                  <a:pt x="188" y="380"/>
                  <a:pt x="188" y="380"/>
                  <a:pt x="188" y="380"/>
                </a:cubicBezTo>
                <a:cubicBezTo>
                  <a:pt x="188" y="380"/>
                  <a:pt x="188" y="380"/>
                  <a:pt x="188" y="380"/>
                </a:cubicBezTo>
                <a:cubicBezTo>
                  <a:pt x="189" y="379"/>
                  <a:pt x="189" y="379"/>
                  <a:pt x="189" y="379"/>
                </a:cubicBezTo>
                <a:cubicBezTo>
                  <a:pt x="189" y="379"/>
                  <a:pt x="189" y="379"/>
                  <a:pt x="189" y="379"/>
                </a:cubicBezTo>
                <a:cubicBezTo>
                  <a:pt x="191" y="378"/>
                  <a:pt x="191" y="378"/>
                  <a:pt x="191" y="378"/>
                </a:cubicBezTo>
                <a:cubicBezTo>
                  <a:pt x="191" y="378"/>
                  <a:pt x="191" y="378"/>
                  <a:pt x="191" y="378"/>
                </a:cubicBezTo>
                <a:cubicBezTo>
                  <a:pt x="191" y="378"/>
                  <a:pt x="191" y="378"/>
                  <a:pt x="191" y="378"/>
                </a:cubicBezTo>
                <a:cubicBezTo>
                  <a:pt x="191" y="378"/>
                  <a:pt x="191" y="378"/>
                  <a:pt x="191" y="378"/>
                </a:cubicBezTo>
                <a:cubicBezTo>
                  <a:pt x="193" y="376"/>
                  <a:pt x="193" y="376"/>
                  <a:pt x="193" y="376"/>
                </a:cubicBezTo>
                <a:cubicBezTo>
                  <a:pt x="193" y="376"/>
                  <a:pt x="193" y="376"/>
                  <a:pt x="193" y="376"/>
                </a:cubicBezTo>
                <a:cubicBezTo>
                  <a:pt x="194" y="376"/>
                  <a:pt x="194" y="376"/>
                  <a:pt x="194" y="376"/>
                </a:cubicBezTo>
                <a:cubicBezTo>
                  <a:pt x="194" y="376"/>
                  <a:pt x="194" y="376"/>
                  <a:pt x="194" y="376"/>
                </a:cubicBezTo>
                <a:cubicBezTo>
                  <a:pt x="196" y="374"/>
                  <a:pt x="196" y="374"/>
                  <a:pt x="196" y="374"/>
                </a:cubicBezTo>
                <a:cubicBezTo>
                  <a:pt x="196" y="374"/>
                  <a:pt x="196" y="374"/>
                  <a:pt x="196" y="374"/>
                </a:cubicBezTo>
                <a:cubicBezTo>
                  <a:pt x="196" y="374"/>
                  <a:pt x="196" y="374"/>
                  <a:pt x="196" y="374"/>
                </a:cubicBezTo>
                <a:cubicBezTo>
                  <a:pt x="196" y="374"/>
                  <a:pt x="196" y="374"/>
                  <a:pt x="196" y="374"/>
                </a:cubicBezTo>
                <a:cubicBezTo>
                  <a:pt x="196" y="372"/>
                  <a:pt x="196" y="372"/>
                  <a:pt x="196" y="372"/>
                </a:cubicBezTo>
                <a:cubicBezTo>
                  <a:pt x="196" y="372"/>
                  <a:pt x="196" y="372"/>
                  <a:pt x="196" y="372"/>
                </a:cubicBezTo>
                <a:cubicBezTo>
                  <a:pt x="196" y="372"/>
                  <a:pt x="196" y="372"/>
                  <a:pt x="196" y="372"/>
                </a:cubicBezTo>
                <a:cubicBezTo>
                  <a:pt x="196" y="372"/>
                  <a:pt x="196" y="372"/>
                  <a:pt x="196" y="372"/>
                </a:cubicBezTo>
                <a:cubicBezTo>
                  <a:pt x="197" y="370"/>
                  <a:pt x="197" y="370"/>
                  <a:pt x="197" y="370"/>
                </a:cubicBezTo>
                <a:cubicBezTo>
                  <a:pt x="197" y="370"/>
                  <a:pt x="197" y="370"/>
                  <a:pt x="197" y="370"/>
                </a:cubicBezTo>
                <a:cubicBezTo>
                  <a:pt x="196" y="369"/>
                  <a:pt x="196" y="369"/>
                  <a:pt x="196" y="369"/>
                </a:cubicBezTo>
                <a:cubicBezTo>
                  <a:pt x="196" y="369"/>
                  <a:pt x="196" y="369"/>
                  <a:pt x="196" y="369"/>
                </a:cubicBezTo>
                <a:cubicBezTo>
                  <a:pt x="196" y="367"/>
                  <a:pt x="196" y="367"/>
                  <a:pt x="196" y="367"/>
                </a:cubicBezTo>
                <a:cubicBezTo>
                  <a:pt x="196" y="367"/>
                  <a:pt x="196" y="367"/>
                  <a:pt x="196" y="367"/>
                </a:cubicBezTo>
                <a:cubicBezTo>
                  <a:pt x="196" y="367"/>
                  <a:pt x="196" y="367"/>
                  <a:pt x="196" y="367"/>
                </a:cubicBezTo>
                <a:cubicBezTo>
                  <a:pt x="196" y="367"/>
                  <a:pt x="196" y="367"/>
                  <a:pt x="196" y="367"/>
                </a:cubicBezTo>
                <a:cubicBezTo>
                  <a:pt x="196" y="365"/>
                  <a:pt x="196" y="365"/>
                  <a:pt x="196" y="365"/>
                </a:cubicBezTo>
                <a:cubicBezTo>
                  <a:pt x="196" y="365"/>
                  <a:pt x="196" y="365"/>
                  <a:pt x="196" y="365"/>
                </a:cubicBezTo>
                <a:cubicBezTo>
                  <a:pt x="191" y="365"/>
                  <a:pt x="191" y="365"/>
                  <a:pt x="191" y="365"/>
                </a:cubicBezTo>
                <a:cubicBezTo>
                  <a:pt x="191" y="365"/>
                  <a:pt x="191" y="365"/>
                  <a:pt x="191" y="365"/>
                </a:cubicBezTo>
                <a:cubicBezTo>
                  <a:pt x="189" y="363"/>
                  <a:pt x="189" y="363"/>
                  <a:pt x="189" y="363"/>
                </a:cubicBezTo>
                <a:cubicBezTo>
                  <a:pt x="189" y="363"/>
                  <a:pt x="189" y="363"/>
                  <a:pt x="189" y="363"/>
                </a:cubicBezTo>
                <a:cubicBezTo>
                  <a:pt x="186" y="361"/>
                  <a:pt x="186" y="361"/>
                  <a:pt x="186" y="361"/>
                </a:cubicBezTo>
                <a:cubicBezTo>
                  <a:pt x="186" y="361"/>
                  <a:pt x="186" y="361"/>
                  <a:pt x="186" y="361"/>
                </a:cubicBezTo>
                <a:cubicBezTo>
                  <a:pt x="185" y="358"/>
                  <a:pt x="185" y="358"/>
                  <a:pt x="185" y="358"/>
                </a:cubicBezTo>
                <a:cubicBezTo>
                  <a:pt x="185" y="358"/>
                  <a:pt x="185" y="358"/>
                  <a:pt x="185" y="358"/>
                </a:cubicBezTo>
                <a:cubicBezTo>
                  <a:pt x="183" y="355"/>
                  <a:pt x="183" y="355"/>
                  <a:pt x="183" y="355"/>
                </a:cubicBezTo>
                <a:cubicBezTo>
                  <a:pt x="183" y="355"/>
                  <a:pt x="183" y="355"/>
                  <a:pt x="183" y="355"/>
                </a:cubicBezTo>
                <a:cubicBezTo>
                  <a:pt x="182" y="353"/>
                  <a:pt x="182" y="353"/>
                  <a:pt x="182" y="353"/>
                </a:cubicBezTo>
                <a:cubicBezTo>
                  <a:pt x="182" y="353"/>
                  <a:pt x="182" y="353"/>
                  <a:pt x="182" y="353"/>
                </a:cubicBezTo>
                <a:cubicBezTo>
                  <a:pt x="182" y="351"/>
                  <a:pt x="182" y="350"/>
                  <a:pt x="181" y="349"/>
                </a:cubicBezTo>
                <a:cubicBezTo>
                  <a:pt x="181" y="349"/>
                  <a:pt x="181" y="349"/>
                  <a:pt x="181" y="349"/>
                </a:cubicBezTo>
                <a:cubicBezTo>
                  <a:pt x="181" y="348"/>
                  <a:pt x="181" y="346"/>
                  <a:pt x="180" y="345"/>
                </a:cubicBezTo>
                <a:cubicBezTo>
                  <a:pt x="180" y="345"/>
                  <a:pt x="180" y="345"/>
                  <a:pt x="180" y="345"/>
                </a:cubicBezTo>
                <a:cubicBezTo>
                  <a:pt x="179" y="341"/>
                  <a:pt x="178" y="338"/>
                  <a:pt x="177" y="334"/>
                </a:cubicBezTo>
                <a:cubicBezTo>
                  <a:pt x="177" y="334"/>
                  <a:pt x="177" y="334"/>
                  <a:pt x="177" y="334"/>
                </a:cubicBezTo>
                <a:cubicBezTo>
                  <a:pt x="177" y="326"/>
                  <a:pt x="178" y="319"/>
                  <a:pt x="178" y="311"/>
                </a:cubicBezTo>
                <a:cubicBezTo>
                  <a:pt x="178" y="311"/>
                  <a:pt x="178" y="311"/>
                  <a:pt x="178" y="311"/>
                </a:cubicBezTo>
                <a:cubicBezTo>
                  <a:pt x="180" y="308"/>
                  <a:pt x="181" y="304"/>
                  <a:pt x="182" y="300"/>
                </a:cubicBezTo>
                <a:cubicBezTo>
                  <a:pt x="182" y="300"/>
                  <a:pt x="182" y="300"/>
                  <a:pt x="182" y="300"/>
                </a:cubicBezTo>
                <a:cubicBezTo>
                  <a:pt x="184" y="297"/>
                  <a:pt x="185" y="293"/>
                  <a:pt x="187" y="290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9" y="287"/>
                  <a:pt x="191" y="283"/>
                  <a:pt x="193" y="280"/>
                </a:cubicBezTo>
                <a:cubicBezTo>
                  <a:pt x="193" y="280"/>
                  <a:pt x="193" y="280"/>
                  <a:pt x="193" y="280"/>
                </a:cubicBezTo>
                <a:cubicBezTo>
                  <a:pt x="195" y="276"/>
                  <a:pt x="197" y="273"/>
                  <a:pt x="199" y="269"/>
                </a:cubicBezTo>
                <a:cubicBezTo>
                  <a:pt x="199" y="269"/>
                  <a:pt x="199" y="269"/>
                  <a:pt x="199" y="269"/>
                </a:cubicBezTo>
                <a:cubicBezTo>
                  <a:pt x="207" y="259"/>
                  <a:pt x="207" y="259"/>
                  <a:pt x="207" y="259"/>
                </a:cubicBezTo>
                <a:cubicBezTo>
                  <a:pt x="207" y="259"/>
                  <a:pt x="207" y="259"/>
                  <a:pt x="207" y="259"/>
                </a:cubicBezTo>
                <a:cubicBezTo>
                  <a:pt x="194" y="268"/>
                  <a:pt x="181" y="276"/>
                  <a:pt x="168" y="284"/>
                </a:cubicBezTo>
                <a:cubicBezTo>
                  <a:pt x="168" y="284"/>
                  <a:pt x="168" y="284"/>
                  <a:pt x="168" y="284"/>
                </a:cubicBezTo>
                <a:cubicBezTo>
                  <a:pt x="163" y="288"/>
                  <a:pt x="160" y="289"/>
                  <a:pt x="154" y="285"/>
                </a:cubicBezTo>
                <a:cubicBezTo>
                  <a:pt x="154" y="285"/>
                  <a:pt x="154" y="285"/>
                  <a:pt x="154" y="285"/>
                </a:cubicBezTo>
                <a:cubicBezTo>
                  <a:pt x="153" y="285"/>
                  <a:pt x="152" y="285"/>
                  <a:pt x="151" y="285"/>
                </a:cubicBezTo>
                <a:cubicBezTo>
                  <a:pt x="151" y="285"/>
                  <a:pt x="151" y="285"/>
                  <a:pt x="151" y="285"/>
                </a:cubicBezTo>
                <a:cubicBezTo>
                  <a:pt x="150" y="285"/>
                  <a:pt x="150" y="284"/>
                  <a:pt x="149" y="283"/>
                </a:cubicBezTo>
                <a:cubicBezTo>
                  <a:pt x="149" y="283"/>
                  <a:pt x="149" y="283"/>
                  <a:pt x="149" y="283"/>
                </a:cubicBezTo>
                <a:cubicBezTo>
                  <a:pt x="148" y="283"/>
                  <a:pt x="147" y="282"/>
                  <a:pt x="146" y="282"/>
                </a:cubicBezTo>
                <a:cubicBezTo>
                  <a:pt x="146" y="282"/>
                  <a:pt x="146" y="282"/>
                  <a:pt x="146" y="282"/>
                </a:cubicBezTo>
                <a:cubicBezTo>
                  <a:pt x="145" y="281"/>
                  <a:pt x="145" y="280"/>
                  <a:pt x="145" y="279"/>
                </a:cubicBezTo>
                <a:cubicBezTo>
                  <a:pt x="145" y="279"/>
                  <a:pt x="145" y="279"/>
                  <a:pt x="145" y="279"/>
                </a:cubicBezTo>
                <a:cubicBezTo>
                  <a:pt x="142" y="278"/>
                  <a:pt x="140" y="276"/>
                  <a:pt x="138" y="274"/>
                </a:cubicBezTo>
                <a:cubicBezTo>
                  <a:pt x="138" y="274"/>
                  <a:pt x="138" y="274"/>
                  <a:pt x="138" y="274"/>
                </a:cubicBezTo>
                <a:cubicBezTo>
                  <a:pt x="138" y="274"/>
                  <a:pt x="137" y="273"/>
                  <a:pt x="136" y="273"/>
                </a:cubicBezTo>
                <a:cubicBezTo>
                  <a:pt x="136" y="273"/>
                  <a:pt x="136" y="273"/>
                  <a:pt x="136" y="273"/>
                </a:cubicBezTo>
                <a:cubicBezTo>
                  <a:pt x="136" y="273"/>
                  <a:pt x="135" y="273"/>
                  <a:pt x="134" y="272"/>
                </a:cubicBezTo>
                <a:cubicBezTo>
                  <a:pt x="134" y="272"/>
                  <a:pt x="134" y="272"/>
                  <a:pt x="134" y="272"/>
                </a:cubicBezTo>
                <a:cubicBezTo>
                  <a:pt x="133" y="272"/>
                  <a:pt x="133" y="272"/>
                  <a:pt x="132" y="271"/>
                </a:cubicBezTo>
                <a:cubicBezTo>
                  <a:pt x="132" y="271"/>
                  <a:pt x="132" y="271"/>
                  <a:pt x="132" y="271"/>
                </a:cubicBezTo>
                <a:cubicBezTo>
                  <a:pt x="132" y="271"/>
                  <a:pt x="131" y="270"/>
                  <a:pt x="131" y="269"/>
                </a:cubicBezTo>
                <a:cubicBezTo>
                  <a:pt x="131" y="269"/>
                  <a:pt x="131" y="269"/>
                  <a:pt x="131" y="269"/>
                </a:cubicBezTo>
                <a:cubicBezTo>
                  <a:pt x="130" y="270"/>
                  <a:pt x="129" y="270"/>
                  <a:pt x="128" y="270"/>
                </a:cubicBezTo>
                <a:cubicBezTo>
                  <a:pt x="128" y="270"/>
                  <a:pt x="128" y="270"/>
                  <a:pt x="128" y="270"/>
                </a:cubicBezTo>
                <a:cubicBezTo>
                  <a:pt x="127" y="271"/>
                  <a:pt x="126" y="271"/>
                  <a:pt x="126" y="271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5" y="272"/>
                  <a:pt x="125" y="273"/>
                  <a:pt x="125" y="273"/>
                </a:cubicBezTo>
                <a:cubicBezTo>
                  <a:pt x="125" y="273"/>
                  <a:pt x="125" y="273"/>
                  <a:pt x="125" y="273"/>
                </a:cubicBezTo>
                <a:cubicBezTo>
                  <a:pt x="124" y="274"/>
                  <a:pt x="124" y="274"/>
                  <a:pt x="123" y="275"/>
                </a:cubicBezTo>
                <a:cubicBezTo>
                  <a:pt x="123" y="275"/>
                  <a:pt x="123" y="275"/>
                  <a:pt x="123" y="275"/>
                </a:cubicBezTo>
                <a:cubicBezTo>
                  <a:pt x="123" y="276"/>
                  <a:pt x="123" y="277"/>
                  <a:pt x="122" y="278"/>
                </a:cubicBezTo>
                <a:cubicBezTo>
                  <a:pt x="122" y="278"/>
                  <a:pt x="122" y="278"/>
                  <a:pt x="122" y="278"/>
                </a:cubicBezTo>
                <a:cubicBezTo>
                  <a:pt x="122" y="279"/>
                  <a:pt x="122" y="279"/>
                  <a:pt x="122" y="280"/>
                </a:cubicBezTo>
                <a:cubicBezTo>
                  <a:pt x="122" y="280"/>
                  <a:pt x="122" y="280"/>
                  <a:pt x="122" y="280"/>
                </a:cubicBezTo>
                <a:cubicBezTo>
                  <a:pt x="121" y="280"/>
                  <a:pt x="120" y="280"/>
                  <a:pt x="119" y="281"/>
                </a:cubicBezTo>
                <a:cubicBezTo>
                  <a:pt x="119" y="281"/>
                  <a:pt x="119" y="281"/>
                  <a:pt x="119" y="281"/>
                </a:cubicBezTo>
                <a:cubicBezTo>
                  <a:pt x="119" y="281"/>
                  <a:pt x="119" y="281"/>
                  <a:pt x="118" y="281"/>
                </a:cubicBezTo>
                <a:cubicBezTo>
                  <a:pt x="118" y="281"/>
                  <a:pt x="118" y="281"/>
                  <a:pt x="118" y="281"/>
                </a:cubicBezTo>
                <a:cubicBezTo>
                  <a:pt x="94" y="324"/>
                  <a:pt x="94" y="324"/>
                  <a:pt x="94" y="324"/>
                </a:cubicBezTo>
                <a:cubicBezTo>
                  <a:pt x="94" y="324"/>
                  <a:pt x="94" y="324"/>
                  <a:pt x="94" y="324"/>
                </a:cubicBezTo>
                <a:cubicBezTo>
                  <a:pt x="63" y="378"/>
                  <a:pt x="63" y="378"/>
                  <a:pt x="63" y="378"/>
                </a:cubicBezTo>
                <a:cubicBezTo>
                  <a:pt x="63" y="378"/>
                  <a:pt x="63" y="378"/>
                  <a:pt x="63" y="378"/>
                </a:cubicBezTo>
                <a:cubicBezTo>
                  <a:pt x="20" y="459"/>
                  <a:pt x="20" y="459"/>
                  <a:pt x="20" y="459"/>
                </a:cubicBezTo>
                <a:lnTo>
                  <a:pt x="19" y="460"/>
                </a:lnTo>
                <a:close/>
                <a:moveTo>
                  <a:pt x="1093" y="454"/>
                </a:moveTo>
                <a:cubicBezTo>
                  <a:pt x="1090" y="452"/>
                  <a:pt x="1090" y="452"/>
                  <a:pt x="1090" y="452"/>
                </a:cubicBezTo>
                <a:cubicBezTo>
                  <a:pt x="1090" y="452"/>
                  <a:pt x="1090" y="452"/>
                  <a:pt x="1090" y="452"/>
                </a:cubicBezTo>
                <a:cubicBezTo>
                  <a:pt x="1088" y="450"/>
                  <a:pt x="1088" y="450"/>
                  <a:pt x="1088" y="450"/>
                </a:cubicBezTo>
                <a:cubicBezTo>
                  <a:pt x="1088" y="450"/>
                  <a:pt x="1088" y="450"/>
                  <a:pt x="1088" y="450"/>
                </a:cubicBezTo>
                <a:cubicBezTo>
                  <a:pt x="1086" y="447"/>
                  <a:pt x="1086" y="447"/>
                  <a:pt x="1086" y="447"/>
                </a:cubicBezTo>
                <a:cubicBezTo>
                  <a:pt x="1086" y="447"/>
                  <a:pt x="1086" y="447"/>
                  <a:pt x="1086" y="447"/>
                </a:cubicBezTo>
                <a:cubicBezTo>
                  <a:pt x="1086" y="443"/>
                  <a:pt x="1086" y="443"/>
                  <a:pt x="1086" y="443"/>
                </a:cubicBezTo>
                <a:cubicBezTo>
                  <a:pt x="1086" y="443"/>
                  <a:pt x="1086" y="443"/>
                  <a:pt x="1086" y="443"/>
                </a:cubicBezTo>
                <a:cubicBezTo>
                  <a:pt x="1086" y="440"/>
                  <a:pt x="1086" y="440"/>
                  <a:pt x="1086" y="440"/>
                </a:cubicBezTo>
                <a:cubicBezTo>
                  <a:pt x="1086" y="440"/>
                  <a:pt x="1086" y="440"/>
                  <a:pt x="1086" y="440"/>
                </a:cubicBezTo>
                <a:cubicBezTo>
                  <a:pt x="1086" y="436"/>
                  <a:pt x="1086" y="436"/>
                  <a:pt x="1086" y="436"/>
                </a:cubicBezTo>
                <a:cubicBezTo>
                  <a:pt x="1086" y="436"/>
                  <a:pt x="1086" y="436"/>
                  <a:pt x="1086" y="436"/>
                </a:cubicBezTo>
                <a:cubicBezTo>
                  <a:pt x="1086" y="433"/>
                  <a:pt x="1086" y="433"/>
                  <a:pt x="1086" y="433"/>
                </a:cubicBezTo>
                <a:cubicBezTo>
                  <a:pt x="1086" y="433"/>
                  <a:pt x="1086" y="433"/>
                  <a:pt x="1086" y="433"/>
                </a:cubicBezTo>
                <a:cubicBezTo>
                  <a:pt x="1089" y="428"/>
                  <a:pt x="1089" y="428"/>
                  <a:pt x="1089" y="428"/>
                </a:cubicBezTo>
                <a:cubicBezTo>
                  <a:pt x="1089" y="428"/>
                  <a:pt x="1089" y="428"/>
                  <a:pt x="1089" y="428"/>
                </a:cubicBezTo>
                <a:cubicBezTo>
                  <a:pt x="1095" y="425"/>
                  <a:pt x="1095" y="425"/>
                  <a:pt x="1095" y="425"/>
                </a:cubicBezTo>
                <a:cubicBezTo>
                  <a:pt x="1095" y="425"/>
                  <a:pt x="1095" y="425"/>
                  <a:pt x="1095" y="425"/>
                </a:cubicBezTo>
                <a:cubicBezTo>
                  <a:pt x="1102" y="421"/>
                  <a:pt x="1102" y="421"/>
                  <a:pt x="1102" y="421"/>
                </a:cubicBezTo>
                <a:cubicBezTo>
                  <a:pt x="1102" y="421"/>
                  <a:pt x="1102" y="421"/>
                  <a:pt x="1102" y="421"/>
                </a:cubicBezTo>
                <a:cubicBezTo>
                  <a:pt x="1109" y="417"/>
                  <a:pt x="1109" y="417"/>
                  <a:pt x="1109" y="417"/>
                </a:cubicBezTo>
                <a:cubicBezTo>
                  <a:pt x="1109" y="417"/>
                  <a:pt x="1109" y="417"/>
                  <a:pt x="1109" y="417"/>
                </a:cubicBezTo>
                <a:cubicBezTo>
                  <a:pt x="1115" y="411"/>
                  <a:pt x="1115" y="411"/>
                  <a:pt x="1115" y="411"/>
                </a:cubicBezTo>
                <a:cubicBezTo>
                  <a:pt x="1115" y="411"/>
                  <a:pt x="1115" y="411"/>
                  <a:pt x="1115" y="411"/>
                </a:cubicBezTo>
                <a:cubicBezTo>
                  <a:pt x="1121" y="407"/>
                  <a:pt x="1121" y="407"/>
                  <a:pt x="1121" y="407"/>
                </a:cubicBezTo>
                <a:cubicBezTo>
                  <a:pt x="1121" y="407"/>
                  <a:pt x="1121" y="407"/>
                  <a:pt x="1121" y="407"/>
                </a:cubicBezTo>
                <a:cubicBezTo>
                  <a:pt x="1128" y="402"/>
                  <a:pt x="1128" y="402"/>
                  <a:pt x="1128" y="402"/>
                </a:cubicBezTo>
                <a:cubicBezTo>
                  <a:pt x="1128" y="402"/>
                  <a:pt x="1128" y="402"/>
                  <a:pt x="1128" y="402"/>
                </a:cubicBezTo>
                <a:cubicBezTo>
                  <a:pt x="1134" y="398"/>
                  <a:pt x="1134" y="398"/>
                  <a:pt x="1134" y="398"/>
                </a:cubicBezTo>
                <a:cubicBezTo>
                  <a:pt x="1134" y="398"/>
                  <a:pt x="1134" y="398"/>
                  <a:pt x="1134" y="398"/>
                </a:cubicBezTo>
                <a:cubicBezTo>
                  <a:pt x="1142" y="394"/>
                  <a:pt x="1142" y="394"/>
                  <a:pt x="1142" y="394"/>
                </a:cubicBezTo>
                <a:cubicBezTo>
                  <a:pt x="1142" y="394"/>
                  <a:pt x="1142" y="394"/>
                  <a:pt x="1142" y="394"/>
                </a:cubicBezTo>
                <a:cubicBezTo>
                  <a:pt x="1169" y="374"/>
                  <a:pt x="1169" y="374"/>
                  <a:pt x="1169" y="374"/>
                </a:cubicBezTo>
                <a:cubicBezTo>
                  <a:pt x="1169" y="374"/>
                  <a:pt x="1169" y="374"/>
                  <a:pt x="1169" y="374"/>
                </a:cubicBezTo>
                <a:cubicBezTo>
                  <a:pt x="1171" y="371"/>
                  <a:pt x="1171" y="371"/>
                  <a:pt x="1171" y="371"/>
                </a:cubicBezTo>
                <a:cubicBezTo>
                  <a:pt x="1171" y="371"/>
                  <a:pt x="1171" y="371"/>
                  <a:pt x="1171" y="371"/>
                </a:cubicBezTo>
                <a:cubicBezTo>
                  <a:pt x="1174" y="367"/>
                  <a:pt x="1174" y="367"/>
                  <a:pt x="1174" y="367"/>
                </a:cubicBezTo>
                <a:cubicBezTo>
                  <a:pt x="1174" y="367"/>
                  <a:pt x="1174" y="367"/>
                  <a:pt x="1174" y="367"/>
                </a:cubicBezTo>
                <a:cubicBezTo>
                  <a:pt x="1177" y="364"/>
                  <a:pt x="1177" y="364"/>
                  <a:pt x="1177" y="364"/>
                </a:cubicBezTo>
                <a:cubicBezTo>
                  <a:pt x="1177" y="364"/>
                  <a:pt x="1177" y="364"/>
                  <a:pt x="1177" y="364"/>
                </a:cubicBezTo>
                <a:cubicBezTo>
                  <a:pt x="1180" y="358"/>
                  <a:pt x="1180" y="358"/>
                  <a:pt x="1180" y="358"/>
                </a:cubicBezTo>
                <a:cubicBezTo>
                  <a:pt x="1180" y="358"/>
                  <a:pt x="1180" y="358"/>
                  <a:pt x="1180" y="358"/>
                </a:cubicBezTo>
                <a:cubicBezTo>
                  <a:pt x="1182" y="354"/>
                  <a:pt x="1182" y="354"/>
                  <a:pt x="1182" y="354"/>
                </a:cubicBezTo>
                <a:cubicBezTo>
                  <a:pt x="1182" y="354"/>
                  <a:pt x="1182" y="354"/>
                  <a:pt x="1182" y="354"/>
                </a:cubicBezTo>
                <a:cubicBezTo>
                  <a:pt x="1184" y="349"/>
                  <a:pt x="1184" y="349"/>
                  <a:pt x="1184" y="349"/>
                </a:cubicBezTo>
                <a:cubicBezTo>
                  <a:pt x="1184" y="349"/>
                  <a:pt x="1184" y="349"/>
                  <a:pt x="1184" y="349"/>
                </a:cubicBezTo>
                <a:cubicBezTo>
                  <a:pt x="1183" y="344"/>
                  <a:pt x="1183" y="344"/>
                  <a:pt x="1183" y="344"/>
                </a:cubicBezTo>
                <a:cubicBezTo>
                  <a:pt x="1183" y="344"/>
                  <a:pt x="1183" y="344"/>
                  <a:pt x="1183" y="344"/>
                </a:cubicBezTo>
                <a:cubicBezTo>
                  <a:pt x="1183" y="338"/>
                  <a:pt x="1183" y="338"/>
                  <a:pt x="1183" y="338"/>
                </a:cubicBezTo>
                <a:cubicBezTo>
                  <a:pt x="1183" y="338"/>
                  <a:pt x="1183" y="338"/>
                  <a:pt x="1183" y="338"/>
                </a:cubicBezTo>
                <a:cubicBezTo>
                  <a:pt x="1177" y="338"/>
                  <a:pt x="1177" y="338"/>
                  <a:pt x="1177" y="338"/>
                </a:cubicBezTo>
                <a:cubicBezTo>
                  <a:pt x="1177" y="338"/>
                  <a:pt x="1177" y="338"/>
                  <a:pt x="1177" y="338"/>
                </a:cubicBezTo>
                <a:cubicBezTo>
                  <a:pt x="1175" y="340"/>
                  <a:pt x="1175" y="340"/>
                  <a:pt x="1175" y="340"/>
                </a:cubicBezTo>
                <a:cubicBezTo>
                  <a:pt x="1175" y="340"/>
                  <a:pt x="1175" y="340"/>
                  <a:pt x="1175" y="340"/>
                </a:cubicBezTo>
                <a:cubicBezTo>
                  <a:pt x="1174" y="343"/>
                  <a:pt x="1174" y="343"/>
                  <a:pt x="1174" y="343"/>
                </a:cubicBezTo>
                <a:cubicBezTo>
                  <a:pt x="1174" y="343"/>
                  <a:pt x="1174" y="343"/>
                  <a:pt x="1174" y="343"/>
                </a:cubicBezTo>
                <a:cubicBezTo>
                  <a:pt x="1172" y="345"/>
                  <a:pt x="1172" y="345"/>
                  <a:pt x="1172" y="345"/>
                </a:cubicBezTo>
                <a:cubicBezTo>
                  <a:pt x="1172" y="345"/>
                  <a:pt x="1172" y="345"/>
                  <a:pt x="1172" y="345"/>
                </a:cubicBezTo>
                <a:cubicBezTo>
                  <a:pt x="1171" y="347"/>
                  <a:pt x="1171" y="347"/>
                  <a:pt x="1171" y="347"/>
                </a:cubicBezTo>
                <a:cubicBezTo>
                  <a:pt x="1171" y="347"/>
                  <a:pt x="1171" y="347"/>
                  <a:pt x="1171" y="347"/>
                </a:cubicBezTo>
                <a:cubicBezTo>
                  <a:pt x="1168" y="349"/>
                  <a:pt x="1168" y="349"/>
                  <a:pt x="1168" y="349"/>
                </a:cubicBezTo>
                <a:cubicBezTo>
                  <a:pt x="1168" y="349"/>
                  <a:pt x="1168" y="349"/>
                  <a:pt x="1168" y="349"/>
                </a:cubicBezTo>
                <a:cubicBezTo>
                  <a:pt x="1166" y="350"/>
                  <a:pt x="1166" y="350"/>
                  <a:pt x="1166" y="350"/>
                </a:cubicBezTo>
                <a:cubicBezTo>
                  <a:pt x="1166" y="350"/>
                  <a:pt x="1166" y="350"/>
                  <a:pt x="1166" y="350"/>
                </a:cubicBezTo>
                <a:cubicBezTo>
                  <a:pt x="1162" y="352"/>
                  <a:pt x="1162" y="352"/>
                  <a:pt x="1162" y="352"/>
                </a:cubicBezTo>
                <a:cubicBezTo>
                  <a:pt x="1162" y="352"/>
                  <a:pt x="1162" y="352"/>
                  <a:pt x="1162" y="352"/>
                </a:cubicBezTo>
                <a:cubicBezTo>
                  <a:pt x="1160" y="353"/>
                  <a:pt x="1160" y="353"/>
                  <a:pt x="1160" y="353"/>
                </a:cubicBezTo>
                <a:cubicBezTo>
                  <a:pt x="1160" y="353"/>
                  <a:pt x="1160" y="353"/>
                  <a:pt x="1160" y="353"/>
                </a:cubicBezTo>
                <a:cubicBezTo>
                  <a:pt x="1158" y="353"/>
                  <a:pt x="1158" y="353"/>
                  <a:pt x="1158" y="353"/>
                </a:cubicBezTo>
                <a:cubicBezTo>
                  <a:pt x="1158" y="353"/>
                  <a:pt x="1158" y="353"/>
                  <a:pt x="1158" y="353"/>
                </a:cubicBezTo>
                <a:cubicBezTo>
                  <a:pt x="1156" y="353"/>
                  <a:pt x="1156" y="353"/>
                  <a:pt x="1156" y="353"/>
                </a:cubicBezTo>
                <a:cubicBezTo>
                  <a:pt x="1156" y="353"/>
                  <a:pt x="1156" y="353"/>
                  <a:pt x="1156" y="353"/>
                </a:cubicBezTo>
                <a:cubicBezTo>
                  <a:pt x="1154" y="353"/>
                  <a:pt x="1154" y="353"/>
                  <a:pt x="1154" y="353"/>
                </a:cubicBezTo>
                <a:cubicBezTo>
                  <a:pt x="1154" y="353"/>
                  <a:pt x="1154" y="353"/>
                  <a:pt x="1154" y="353"/>
                </a:cubicBezTo>
                <a:cubicBezTo>
                  <a:pt x="1153" y="353"/>
                  <a:pt x="1153" y="353"/>
                  <a:pt x="1153" y="353"/>
                </a:cubicBezTo>
                <a:cubicBezTo>
                  <a:pt x="1153" y="353"/>
                  <a:pt x="1153" y="353"/>
                  <a:pt x="1153" y="353"/>
                </a:cubicBezTo>
                <a:cubicBezTo>
                  <a:pt x="1151" y="353"/>
                  <a:pt x="1151" y="353"/>
                  <a:pt x="1151" y="353"/>
                </a:cubicBezTo>
                <a:cubicBezTo>
                  <a:pt x="1151" y="353"/>
                  <a:pt x="1151" y="353"/>
                  <a:pt x="1151" y="353"/>
                </a:cubicBezTo>
                <a:cubicBezTo>
                  <a:pt x="1149" y="353"/>
                  <a:pt x="1149" y="353"/>
                  <a:pt x="1149" y="353"/>
                </a:cubicBezTo>
                <a:cubicBezTo>
                  <a:pt x="1149" y="353"/>
                  <a:pt x="1149" y="353"/>
                  <a:pt x="1149" y="353"/>
                </a:cubicBezTo>
                <a:cubicBezTo>
                  <a:pt x="1147" y="353"/>
                  <a:pt x="1147" y="353"/>
                  <a:pt x="1147" y="353"/>
                </a:cubicBezTo>
                <a:cubicBezTo>
                  <a:pt x="1147" y="353"/>
                  <a:pt x="1147" y="353"/>
                  <a:pt x="1147" y="353"/>
                </a:cubicBezTo>
                <a:cubicBezTo>
                  <a:pt x="1146" y="352"/>
                  <a:pt x="1146" y="352"/>
                  <a:pt x="1146" y="352"/>
                </a:cubicBezTo>
                <a:cubicBezTo>
                  <a:pt x="1146" y="352"/>
                  <a:pt x="1146" y="352"/>
                  <a:pt x="1146" y="352"/>
                </a:cubicBezTo>
                <a:cubicBezTo>
                  <a:pt x="1145" y="352"/>
                  <a:pt x="1145" y="352"/>
                  <a:pt x="1145" y="352"/>
                </a:cubicBezTo>
                <a:cubicBezTo>
                  <a:pt x="1145" y="352"/>
                  <a:pt x="1145" y="352"/>
                  <a:pt x="1145" y="352"/>
                </a:cubicBezTo>
                <a:cubicBezTo>
                  <a:pt x="1143" y="351"/>
                  <a:pt x="1143" y="351"/>
                  <a:pt x="1143" y="351"/>
                </a:cubicBezTo>
                <a:cubicBezTo>
                  <a:pt x="1143" y="351"/>
                  <a:pt x="1143" y="351"/>
                  <a:pt x="1143" y="351"/>
                </a:cubicBezTo>
                <a:cubicBezTo>
                  <a:pt x="1142" y="350"/>
                  <a:pt x="1142" y="350"/>
                  <a:pt x="1142" y="350"/>
                </a:cubicBezTo>
                <a:cubicBezTo>
                  <a:pt x="1142" y="350"/>
                  <a:pt x="1142" y="350"/>
                  <a:pt x="1142" y="350"/>
                </a:cubicBezTo>
                <a:cubicBezTo>
                  <a:pt x="1142" y="348"/>
                  <a:pt x="1142" y="348"/>
                  <a:pt x="1142" y="348"/>
                </a:cubicBezTo>
                <a:cubicBezTo>
                  <a:pt x="1142" y="348"/>
                  <a:pt x="1142" y="348"/>
                  <a:pt x="1142" y="348"/>
                </a:cubicBezTo>
                <a:cubicBezTo>
                  <a:pt x="1142" y="347"/>
                  <a:pt x="1142" y="347"/>
                  <a:pt x="1142" y="347"/>
                </a:cubicBezTo>
                <a:cubicBezTo>
                  <a:pt x="1142" y="347"/>
                  <a:pt x="1142" y="347"/>
                  <a:pt x="1142" y="347"/>
                </a:cubicBezTo>
                <a:cubicBezTo>
                  <a:pt x="1142" y="345"/>
                  <a:pt x="1142" y="345"/>
                  <a:pt x="1142" y="345"/>
                </a:cubicBezTo>
                <a:cubicBezTo>
                  <a:pt x="1142" y="345"/>
                  <a:pt x="1142" y="345"/>
                  <a:pt x="1142" y="345"/>
                </a:cubicBezTo>
                <a:cubicBezTo>
                  <a:pt x="1142" y="343"/>
                  <a:pt x="1142" y="343"/>
                  <a:pt x="1142" y="343"/>
                </a:cubicBezTo>
                <a:cubicBezTo>
                  <a:pt x="1142" y="343"/>
                  <a:pt x="1142" y="343"/>
                  <a:pt x="1142" y="343"/>
                </a:cubicBezTo>
                <a:cubicBezTo>
                  <a:pt x="1142" y="341"/>
                  <a:pt x="1142" y="341"/>
                  <a:pt x="1142" y="341"/>
                </a:cubicBezTo>
                <a:cubicBezTo>
                  <a:pt x="1142" y="341"/>
                  <a:pt x="1142" y="341"/>
                  <a:pt x="1142" y="341"/>
                </a:cubicBezTo>
                <a:cubicBezTo>
                  <a:pt x="1170" y="322"/>
                  <a:pt x="1170" y="322"/>
                  <a:pt x="1170" y="322"/>
                </a:cubicBezTo>
                <a:cubicBezTo>
                  <a:pt x="1170" y="322"/>
                  <a:pt x="1170" y="322"/>
                  <a:pt x="1170" y="322"/>
                </a:cubicBezTo>
                <a:cubicBezTo>
                  <a:pt x="1169" y="322"/>
                  <a:pt x="1169" y="322"/>
                  <a:pt x="1169" y="322"/>
                </a:cubicBezTo>
                <a:cubicBezTo>
                  <a:pt x="1169" y="322"/>
                  <a:pt x="1169" y="322"/>
                  <a:pt x="1169" y="322"/>
                </a:cubicBezTo>
                <a:cubicBezTo>
                  <a:pt x="1168" y="320"/>
                  <a:pt x="1168" y="320"/>
                  <a:pt x="1168" y="320"/>
                </a:cubicBezTo>
                <a:cubicBezTo>
                  <a:pt x="1168" y="320"/>
                  <a:pt x="1168" y="320"/>
                  <a:pt x="1168" y="320"/>
                </a:cubicBezTo>
                <a:cubicBezTo>
                  <a:pt x="1168" y="319"/>
                  <a:pt x="1168" y="319"/>
                  <a:pt x="1168" y="319"/>
                </a:cubicBezTo>
                <a:cubicBezTo>
                  <a:pt x="1168" y="319"/>
                  <a:pt x="1168" y="319"/>
                  <a:pt x="1168" y="319"/>
                </a:cubicBezTo>
                <a:cubicBezTo>
                  <a:pt x="1168" y="317"/>
                  <a:pt x="1168" y="317"/>
                  <a:pt x="1168" y="317"/>
                </a:cubicBezTo>
                <a:cubicBezTo>
                  <a:pt x="1168" y="317"/>
                  <a:pt x="1168" y="317"/>
                  <a:pt x="1168" y="317"/>
                </a:cubicBezTo>
                <a:cubicBezTo>
                  <a:pt x="1168" y="316"/>
                  <a:pt x="1168" y="316"/>
                  <a:pt x="1168" y="316"/>
                </a:cubicBezTo>
                <a:cubicBezTo>
                  <a:pt x="1168" y="316"/>
                  <a:pt x="1168" y="316"/>
                  <a:pt x="1168" y="316"/>
                </a:cubicBezTo>
                <a:cubicBezTo>
                  <a:pt x="1168" y="314"/>
                  <a:pt x="1168" y="314"/>
                  <a:pt x="1168" y="314"/>
                </a:cubicBezTo>
                <a:cubicBezTo>
                  <a:pt x="1168" y="314"/>
                  <a:pt x="1168" y="314"/>
                  <a:pt x="1168" y="314"/>
                </a:cubicBezTo>
                <a:cubicBezTo>
                  <a:pt x="1168" y="312"/>
                  <a:pt x="1168" y="312"/>
                  <a:pt x="1168" y="312"/>
                </a:cubicBezTo>
                <a:cubicBezTo>
                  <a:pt x="1168" y="312"/>
                  <a:pt x="1168" y="312"/>
                  <a:pt x="1168" y="312"/>
                </a:cubicBezTo>
                <a:cubicBezTo>
                  <a:pt x="1170" y="310"/>
                  <a:pt x="1170" y="310"/>
                  <a:pt x="1170" y="310"/>
                </a:cubicBezTo>
                <a:cubicBezTo>
                  <a:pt x="1170" y="310"/>
                  <a:pt x="1170" y="310"/>
                  <a:pt x="1170" y="310"/>
                </a:cubicBezTo>
                <a:cubicBezTo>
                  <a:pt x="1171" y="310"/>
                  <a:pt x="1171" y="310"/>
                  <a:pt x="1171" y="310"/>
                </a:cubicBezTo>
                <a:cubicBezTo>
                  <a:pt x="1171" y="310"/>
                  <a:pt x="1171" y="310"/>
                  <a:pt x="1171" y="310"/>
                </a:cubicBezTo>
                <a:cubicBezTo>
                  <a:pt x="1172" y="308"/>
                  <a:pt x="1172" y="308"/>
                  <a:pt x="1172" y="308"/>
                </a:cubicBezTo>
                <a:cubicBezTo>
                  <a:pt x="1172" y="308"/>
                  <a:pt x="1172" y="308"/>
                  <a:pt x="1172" y="308"/>
                </a:cubicBezTo>
                <a:cubicBezTo>
                  <a:pt x="1173" y="306"/>
                  <a:pt x="1173" y="306"/>
                  <a:pt x="1173" y="306"/>
                </a:cubicBezTo>
                <a:cubicBezTo>
                  <a:pt x="1173" y="306"/>
                  <a:pt x="1173" y="306"/>
                  <a:pt x="1173" y="306"/>
                </a:cubicBezTo>
                <a:cubicBezTo>
                  <a:pt x="1175" y="303"/>
                  <a:pt x="1175" y="303"/>
                  <a:pt x="1175" y="303"/>
                </a:cubicBezTo>
                <a:cubicBezTo>
                  <a:pt x="1175" y="303"/>
                  <a:pt x="1175" y="303"/>
                  <a:pt x="1175" y="303"/>
                </a:cubicBezTo>
                <a:cubicBezTo>
                  <a:pt x="1174" y="301"/>
                  <a:pt x="1174" y="301"/>
                  <a:pt x="1174" y="301"/>
                </a:cubicBezTo>
                <a:cubicBezTo>
                  <a:pt x="1174" y="301"/>
                  <a:pt x="1174" y="301"/>
                  <a:pt x="1174" y="301"/>
                </a:cubicBezTo>
                <a:cubicBezTo>
                  <a:pt x="1174" y="298"/>
                  <a:pt x="1174" y="298"/>
                  <a:pt x="1174" y="298"/>
                </a:cubicBezTo>
                <a:cubicBezTo>
                  <a:pt x="1174" y="298"/>
                  <a:pt x="1174" y="298"/>
                  <a:pt x="1174" y="298"/>
                </a:cubicBezTo>
                <a:cubicBezTo>
                  <a:pt x="1174" y="296"/>
                  <a:pt x="1174" y="296"/>
                  <a:pt x="1174" y="296"/>
                </a:cubicBezTo>
                <a:cubicBezTo>
                  <a:pt x="1174" y="296"/>
                  <a:pt x="1174" y="296"/>
                  <a:pt x="1174" y="296"/>
                </a:cubicBezTo>
                <a:cubicBezTo>
                  <a:pt x="1174" y="294"/>
                  <a:pt x="1174" y="294"/>
                  <a:pt x="1174" y="294"/>
                </a:cubicBezTo>
                <a:cubicBezTo>
                  <a:pt x="1174" y="294"/>
                  <a:pt x="1174" y="294"/>
                  <a:pt x="1174" y="294"/>
                </a:cubicBezTo>
                <a:cubicBezTo>
                  <a:pt x="1172" y="294"/>
                  <a:pt x="1172" y="294"/>
                  <a:pt x="1172" y="294"/>
                </a:cubicBezTo>
                <a:cubicBezTo>
                  <a:pt x="1172" y="294"/>
                  <a:pt x="1172" y="294"/>
                  <a:pt x="1172" y="294"/>
                </a:cubicBezTo>
                <a:cubicBezTo>
                  <a:pt x="1170" y="294"/>
                  <a:pt x="1170" y="294"/>
                  <a:pt x="1170" y="294"/>
                </a:cubicBezTo>
                <a:cubicBezTo>
                  <a:pt x="1170" y="294"/>
                  <a:pt x="1170" y="294"/>
                  <a:pt x="1170" y="294"/>
                </a:cubicBezTo>
                <a:cubicBezTo>
                  <a:pt x="1168" y="294"/>
                  <a:pt x="1168" y="294"/>
                  <a:pt x="1168" y="294"/>
                </a:cubicBezTo>
                <a:cubicBezTo>
                  <a:pt x="1168" y="294"/>
                  <a:pt x="1168" y="294"/>
                  <a:pt x="1168" y="294"/>
                </a:cubicBezTo>
                <a:cubicBezTo>
                  <a:pt x="1166" y="294"/>
                  <a:pt x="1166" y="294"/>
                  <a:pt x="1166" y="294"/>
                </a:cubicBezTo>
                <a:cubicBezTo>
                  <a:pt x="1166" y="294"/>
                  <a:pt x="1166" y="294"/>
                  <a:pt x="1166" y="294"/>
                </a:cubicBezTo>
                <a:cubicBezTo>
                  <a:pt x="1165" y="294"/>
                  <a:pt x="1165" y="294"/>
                  <a:pt x="1165" y="294"/>
                </a:cubicBezTo>
                <a:cubicBezTo>
                  <a:pt x="1165" y="294"/>
                  <a:pt x="1165" y="294"/>
                  <a:pt x="1165" y="294"/>
                </a:cubicBezTo>
                <a:cubicBezTo>
                  <a:pt x="1162" y="294"/>
                  <a:pt x="1162" y="294"/>
                  <a:pt x="1162" y="294"/>
                </a:cubicBezTo>
                <a:cubicBezTo>
                  <a:pt x="1162" y="294"/>
                  <a:pt x="1162" y="294"/>
                  <a:pt x="1162" y="294"/>
                </a:cubicBezTo>
                <a:cubicBezTo>
                  <a:pt x="1160" y="294"/>
                  <a:pt x="1160" y="294"/>
                  <a:pt x="1160" y="294"/>
                </a:cubicBezTo>
                <a:cubicBezTo>
                  <a:pt x="1160" y="294"/>
                  <a:pt x="1160" y="294"/>
                  <a:pt x="1160" y="294"/>
                </a:cubicBezTo>
                <a:cubicBezTo>
                  <a:pt x="1159" y="293"/>
                  <a:pt x="1159" y="293"/>
                  <a:pt x="1159" y="293"/>
                </a:cubicBezTo>
                <a:cubicBezTo>
                  <a:pt x="1159" y="293"/>
                  <a:pt x="1159" y="293"/>
                  <a:pt x="1159" y="293"/>
                </a:cubicBezTo>
                <a:cubicBezTo>
                  <a:pt x="1157" y="295"/>
                  <a:pt x="1157" y="295"/>
                  <a:pt x="1157" y="295"/>
                </a:cubicBezTo>
                <a:cubicBezTo>
                  <a:pt x="1157" y="295"/>
                  <a:pt x="1157" y="295"/>
                  <a:pt x="1157" y="295"/>
                </a:cubicBezTo>
                <a:cubicBezTo>
                  <a:pt x="1156" y="295"/>
                  <a:pt x="1156" y="295"/>
                  <a:pt x="1156" y="295"/>
                </a:cubicBezTo>
                <a:cubicBezTo>
                  <a:pt x="1156" y="295"/>
                  <a:pt x="1156" y="295"/>
                  <a:pt x="1156" y="295"/>
                </a:cubicBezTo>
                <a:cubicBezTo>
                  <a:pt x="1155" y="296"/>
                  <a:pt x="1155" y="296"/>
                  <a:pt x="1155" y="296"/>
                </a:cubicBezTo>
                <a:cubicBezTo>
                  <a:pt x="1155" y="296"/>
                  <a:pt x="1155" y="296"/>
                  <a:pt x="1155" y="296"/>
                </a:cubicBezTo>
                <a:cubicBezTo>
                  <a:pt x="1155" y="296"/>
                  <a:pt x="1155" y="296"/>
                  <a:pt x="1155" y="296"/>
                </a:cubicBezTo>
                <a:cubicBezTo>
                  <a:pt x="1155" y="296"/>
                  <a:pt x="1155" y="296"/>
                  <a:pt x="1155" y="296"/>
                </a:cubicBezTo>
                <a:cubicBezTo>
                  <a:pt x="1153" y="298"/>
                  <a:pt x="1153" y="298"/>
                  <a:pt x="1153" y="298"/>
                </a:cubicBezTo>
                <a:cubicBezTo>
                  <a:pt x="1153" y="298"/>
                  <a:pt x="1153" y="298"/>
                  <a:pt x="1153" y="298"/>
                </a:cubicBezTo>
                <a:cubicBezTo>
                  <a:pt x="1152" y="299"/>
                  <a:pt x="1152" y="299"/>
                  <a:pt x="1152" y="299"/>
                </a:cubicBezTo>
                <a:cubicBezTo>
                  <a:pt x="1152" y="299"/>
                  <a:pt x="1152" y="299"/>
                  <a:pt x="1152" y="299"/>
                </a:cubicBezTo>
                <a:cubicBezTo>
                  <a:pt x="1151" y="299"/>
                  <a:pt x="1151" y="299"/>
                  <a:pt x="1151" y="299"/>
                </a:cubicBezTo>
                <a:cubicBezTo>
                  <a:pt x="1151" y="299"/>
                  <a:pt x="1151" y="299"/>
                  <a:pt x="1151" y="299"/>
                </a:cubicBezTo>
                <a:cubicBezTo>
                  <a:pt x="1150" y="299"/>
                  <a:pt x="1150" y="299"/>
                  <a:pt x="1150" y="299"/>
                </a:cubicBezTo>
                <a:cubicBezTo>
                  <a:pt x="1150" y="299"/>
                  <a:pt x="1150" y="299"/>
                  <a:pt x="1150" y="299"/>
                </a:cubicBezTo>
                <a:cubicBezTo>
                  <a:pt x="1153" y="295"/>
                  <a:pt x="1153" y="295"/>
                  <a:pt x="1153" y="295"/>
                </a:cubicBezTo>
                <a:cubicBezTo>
                  <a:pt x="1153" y="295"/>
                  <a:pt x="1153" y="295"/>
                  <a:pt x="1153" y="295"/>
                </a:cubicBezTo>
                <a:cubicBezTo>
                  <a:pt x="1158" y="289"/>
                  <a:pt x="1158" y="289"/>
                  <a:pt x="1158" y="289"/>
                </a:cubicBezTo>
                <a:cubicBezTo>
                  <a:pt x="1158" y="289"/>
                  <a:pt x="1158" y="289"/>
                  <a:pt x="1158" y="289"/>
                </a:cubicBezTo>
                <a:cubicBezTo>
                  <a:pt x="1165" y="284"/>
                  <a:pt x="1165" y="284"/>
                  <a:pt x="1165" y="284"/>
                </a:cubicBezTo>
                <a:cubicBezTo>
                  <a:pt x="1165" y="284"/>
                  <a:pt x="1165" y="284"/>
                  <a:pt x="1165" y="284"/>
                </a:cubicBezTo>
                <a:cubicBezTo>
                  <a:pt x="1172" y="280"/>
                  <a:pt x="1172" y="280"/>
                  <a:pt x="1172" y="280"/>
                </a:cubicBezTo>
                <a:cubicBezTo>
                  <a:pt x="1172" y="280"/>
                  <a:pt x="1172" y="280"/>
                  <a:pt x="1172" y="280"/>
                </a:cubicBezTo>
                <a:cubicBezTo>
                  <a:pt x="1178" y="276"/>
                  <a:pt x="1178" y="276"/>
                  <a:pt x="1178" y="276"/>
                </a:cubicBezTo>
                <a:cubicBezTo>
                  <a:pt x="1178" y="276"/>
                  <a:pt x="1178" y="276"/>
                  <a:pt x="1178" y="276"/>
                </a:cubicBezTo>
                <a:cubicBezTo>
                  <a:pt x="1185" y="272"/>
                  <a:pt x="1185" y="272"/>
                  <a:pt x="1185" y="272"/>
                </a:cubicBezTo>
                <a:cubicBezTo>
                  <a:pt x="1185" y="272"/>
                  <a:pt x="1185" y="272"/>
                  <a:pt x="1185" y="272"/>
                </a:cubicBezTo>
                <a:cubicBezTo>
                  <a:pt x="1192" y="268"/>
                  <a:pt x="1192" y="268"/>
                  <a:pt x="1192" y="268"/>
                </a:cubicBezTo>
                <a:cubicBezTo>
                  <a:pt x="1192" y="268"/>
                  <a:pt x="1192" y="268"/>
                  <a:pt x="1192" y="268"/>
                </a:cubicBezTo>
                <a:cubicBezTo>
                  <a:pt x="1199" y="262"/>
                  <a:pt x="1199" y="262"/>
                  <a:pt x="1199" y="262"/>
                </a:cubicBezTo>
                <a:cubicBezTo>
                  <a:pt x="1199" y="262"/>
                  <a:pt x="1199" y="262"/>
                  <a:pt x="1199" y="262"/>
                </a:cubicBezTo>
                <a:cubicBezTo>
                  <a:pt x="1203" y="259"/>
                  <a:pt x="1203" y="259"/>
                  <a:pt x="1203" y="259"/>
                </a:cubicBezTo>
                <a:cubicBezTo>
                  <a:pt x="1203" y="259"/>
                  <a:pt x="1203" y="259"/>
                  <a:pt x="1203" y="259"/>
                </a:cubicBezTo>
                <a:cubicBezTo>
                  <a:pt x="1208" y="256"/>
                  <a:pt x="1208" y="256"/>
                  <a:pt x="1208" y="256"/>
                </a:cubicBezTo>
                <a:cubicBezTo>
                  <a:pt x="1208" y="256"/>
                  <a:pt x="1208" y="256"/>
                  <a:pt x="1208" y="256"/>
                </a:cubicBezTo>
                <a:cubicBezTo>
                  <a:pt x="1212" y="254"/>
                  <a:pt x="1212" y="254"/>
                  <a:pt x="1212" y="254"/>
                </a:cubicBezTo>
                <a:cubicBezTo>
                  <a:pt x="1212" y="254"/>
                  <a:pt x="1212" y="254"/>
                  <a:pt x="1212" y="254"/>
                </a:cubicBezTo>
                <a:cubicBezTo>
                  <a:pt x="1217" y="249"/>
                  <a:pt x="1217" y="249"/>
                  <a:pt x="1217" y="249"/>
                </a:cubicBezTo>
                <a:cubicBezTo>
                  <a:pt x="1217" y="249"/>
                  <a:pt x="1217" y="249"/>
                  <a:pt x="1217" y="249"/>
                </a:cubicBezTo>
                <a:cubicBezTo>
                  <a:pt x="1220" y="245"/>
                  <a:pt x="1220" y="245"/>
                  <a:pt x="1220" y="245"/>
                </a:cubicBezTo>
                <a:cubicBezTo>
                  <a:pt x="1220" y="245"/>
                  <a:pt x="1220" y="245"/>
                  <a:pt x="1220" y="245"/>
                </a:cubicBezTo>
                <a:cubicBezTo>
                  <a:pt x="1223" y="240"/>
                  <a:pt x="1223" y="240"/>
                  <a:pt x="1223" y="240"/>
                </a:cubicBezTo>
                <a:cubicBezTo>
                  <a:pt x="1223" y="240"/>
                  <a:pt x="1223" y="240"/>
                  <a:pt x="1223" y="240"/>
                </a:cubicBezTo>
                <a:cubicBezTo>
                  <a:pt x="1225" y="234"/>
                  <a:pt x="1225" y="234"/>
                  <a:pt x="1225" y="234"/>
                </a:cubicBezTo>
                <a:cubicBezTo>
                  <a:pt x="1225" y="234"/>
                  <a:pt x="1225" y="234"/>
                  <a:pt x="1225" y="234"/>
                </a:cubicBezTo>
                <a:cubicBezTo>
                  <a:pt x="1226" y="228"/>
                  <a:pt x="1226" y="228"/>
                  <a:pt x="1226" y="228"/>
                </a:cubicBezTo>
                <a:cubicBezTo>
                  <a:pt x="1226" y="228"/>
                  <a:pt x="1226" y="228"/>
                  <a:pt x="1226" y="228"/>
                </a:cubicBezTo>
                <a:cubicBezTo>
                  <a:pt x="1225" y="228"/>
                  <a:pt x="1225" y="228"/>
                  <a:pt x="1225" y="228"/>
                </a:cubicBezTo>
                <a:cubicBezTo>
                  <a:pt x="1225" y="228"/>
                  <a:pt x="1225" y="228"/>
                  <a:pt x="1225" y="228"/>
                </a:cubicBezTo>
                <a:cubicBezTo>
                  <a:pt x="1225" y="226"/>
                  <a:pt x="1225" y="226"/>
                  <a:pt x="1225" y="226"/>
                </a:cubicBezTo>
                <a:cubicBezTo>
                  <a:pt x="1225" y="226"/>
                  <a:pt x="1225" y="226"/>
                  <a:pt x="1225" y="226"/>
                </a:cubicBezTo>
                <a:cubicBezTo>
                  <a:pt x="1222" y="223"/>
                  <a:pt x="1221" y="222"/>
                  <a:pt x="1218" y="220"/>
                </a:cubicBezTo>
                <a:cubicBezTo>
                  <a:pt x="1218" y="220"/>
                  <a:pt x="1218" y="220"/>
                  <a:pt x="1218" y="220"/>
                </a:cubicBezTo>
                <a:cubicBezTo>
                  <a:pt x="1217" y="218"/>
                  <a:pt x="1217" y="218"/>
                  <a:pt x="1217" y="218"/>
                </a:cubicBezTo>
                <a:cubicBezTo>
                  <a:pt x="1217" y="218"/>
                  <a:pt x="1217" y="218"/>
                  <a:pt x="1217" y="218"/>
                </a:cubicBezTo>
                <a:cubicBezTo>
                  <a:pt x="1213" y="218"/>
                  <a:pt x="1213" y="218"/>
                  <a:pt x="1213" y="218"/>
                </a:cubicBezTo>
                <a:cubicBezTo>
                  <a:pt x="1213" y="218"/>
                  <a:pt x="1213" y="218"/>
                  <a:pt x="1213" y="218"/>
                </a:cubicBezTo>
                <a:cubicBezTo>
                  <a:pt x="1206" y="224"/>
                  <a:pt x="1206" y="224"/>
                  <a:pt x="1206" y="224"/>
                </a:cubicBezTo>
                <a:cubicBezTo>
                  <a:pt x="1206" y="224"/>
                  <a:pt x="1206" y="224"/>
                  <a:pt x="1206" y="224"/>
                </a:cubicBezTo>
                <a:cubicBezTo>
                  <a:pt x="1200" y="229"/>
                  <a:pt x="1200" y="229"/>
                  <a:pt x="1200" y="229"/>
                </a:cubicBezTo>
                <a:cubicBezTo>
                  <a:pt x="1200" y="229"/>
                  <a:pt x="1200" y="229"/>
                  <a:pt x="1200" y="229"/>
                </a:cubicBezTo>
                <a:cubicBezTo>
                  <a:pt x="1194" y="237"/>
                  <a:pt x="1194" y="237"/>
                  <a:pt x="1194" y="237"/>
                </a:cubicBezTo>
                <a:cubicBezTo>
                  <a:pt x="1194" y="237"/>
                  <a:pt x="1194" y="237"/>
                  <a:pt x="1194" y="237"/>
                </a:cubicBezTo>
                <a:cubicBezTo>
                  <a:pt x="1189" y="243"/>
                  <a:pt x="1189" y="243"/>
                  <a:pt x="1189" y="243"/>
                </a:cubicBezTo>
                <a:cubicBezTo>
                  <a:pt x="1189" y="243"/>
                  <a:pt x="1189" y="243"/>
                  <a:pt x="1189" y="243"/>
                </a:cubicBezTo>
                <a:cubicBezTo>
                  <a:pt x="1181" y="248"/>
                  <a:pt x="1181" y="248"/>
                  <a:pt x="1181" y="248"/>
                </a:cubicBezTo>
                <a:cubicBezTo>
                  <a:pt x="1181" y="248"/>
                  <a:pt x="1181" y="248"/>
                  <a:pt x="1181" y="248"/>
                </a:cubicBezTo>
                <a:cubicBezTo>
                  <a:pt x="1175" y="252"/>
                  <a:pt x="1175" y="252"/>
                  <a:pt x="1175" y="252"/>
                </a:cubicBezTo>
                <a:cubicBezTo>
                  <a:pt x="1175" y="252"/>
                  <a:pt x="1175" y="252"/>
                  <a:pt x="1175" y="252"/>
                </a:cubicBezTo>
                <a:cubicBezTo>
                  <a:pt x="1168" y="253"/>
                  <a:pt x="1168" y="253"/>
                  <a:pt x="1168" y="253"/>
                </a:cubicBezTo>
                <a:cubicBezTo>
                  <a:pt x="1168" y="253"/>
                  <a:pt x="1168" y="253"/>
                  <a:pt x="1168" y="253"/>
                </a:cubicBezTo>
                <a:cubicBezTo>
                  <a:pt x="1159" y="250"/>
                  <a:pt x="1159" y="250"/>
                  <a:pt x="1159" y="250"/>
                </a:cubicBezTo>
                <a:cubicBezTo>
                  <a:pt x="1159" y="250"/>
                  <a:pt x="1159" y="250"/>
                  <a:pt x="1159" y="250"/>
                </a:cubicBezTo>
                <a:cubicBezTo>
                  <a:pt x="1159" y="247"/>
                  <a:pt x="1159" y="247"/>
                  <a:pt x="1159" y="247"/>
                </a:cubicBezTo>
                <a:cubicBezTo>
                  <a:pt x="1159" y="247"/>
                  <a:pt x="1159" y="247"/>
                  <a:pt x="1159" y="247"/>
                </a:cubicBezTo>
                <a:cubicBezTo>
                  <a:pt x="1160" y="244"/>
                  <a:pt x="1160" y="244"/>
                  <a:pt x="1160" y="244"/>
                </a:cubicBezTo>
                <a:cubicBezTo>
                  <a:pt x="1160" y="244"/>
                  <a:pt x="1160" y="244"/>
                  <a:pt x="1160" y="244"/>
                </a:cubicBezTo>
                <a:cubicBezTo>
                  <a:pt x="1160" y="241"/>
                  <a:pt x="1160" y="241"/>
                  <a:pt x="1160" y="241"/>
                </a:cubicBezTo>
                <a:cubicBezTo>
                  <a:pt x="1160" y="241"/>
                  <a:pt x="1160" y="241"/>
                  <a:pt x="1160" y="241"/>
                </a:cubicBezTo>
                <a:cubicBezTo>
                  <a:pt x="1162" y="237"/>
                  <a:pt x="1162" y="237"/>
                  <a:pt x="1162" y="237"/>
                </a:cubicBezTo>
                <a:cubicBezTo>
                  <a:pt x="1162" y="237"/>
                  <a:pt x="1162" y="237"/>
                  <a:pt x="1162" y="237"/>
                </a:cubicBezTo>
                <a:cubicBezTo>
                  <a:pt x="1162" y="234"/>
                  <a:pt x="1162" y="234"/>
                  <a:pt x="1162" y="234"/>
                </a:cubicBezTo>
                <a:cubicBezTo>
                  <a:pt x="1162" y="234"/>
                  <a:pt x="1162" y="234"/>
                  <a:pt x="1162" y="234"/>
                </a:cubicBezTo>
                <a:cubicBezTo>
                  <a:pt x="1164" y="230"/>
                  <a:pt x="1164" y="230"/>
                  <a:pt x="1164" y="230"/>
                </a:cubicBezTo>
                <a:cubicBezTo>
                  <a:pt x="1164" y="230"/>
                  <a:pt x="1164" y="230"/>
                  <a:pt x="1164" y="230"/>
                </a:cubicBezTo>
                <a:cubicBezTo>
                  <a:pt x="1162" y="227"/>
                  <a:pt x="1162" y="227"/>
                  <a:pt x="1162" y="227"/>
                </a:cubicBezTo>
                <a:cubicBezTo>
                  <a:pt x="1162" y="227"/>
                  <a:pt x="1162" y="227"/>
                  <a:pt x="1162" y="227"/>
                </a:cubicBezTo>
                <a:cubicBezTo>
                  <a:pt x="1162" y="223"/>
                  <a:pt x="1162" y="223"/>
                  <a:pt x="1162" y="223"/>
                </a:cubicBezTo>
                <a:cubicBezTo>
                  <a:pt x="1162" y="223"/>
                  <a:pt x="1162" y="223"/>
                  <a:pt x="1162" y="223"/>
                </a:cubicBezTo>
                <a:cubicBezTo>
                  <a:pt x="1137" y="232"/>
                  <a:pt x="1137" y="232"/>
                  <a:pt x="1137" y="232"/>
                </a:cubicBezTo>
                <a:cubicBezTo>
                  <a:pt x="1137" y="232"/>
                  <a:pt x="1137" y="232"/>
                  <a:pt x="1137" y="232"/>
                </a:cubicBezTo>
                <a:cubicBezTo>
                  <a:pt x="1106" y="254"/>
                  <a:pt x="1106" y="254"/>
                  <a:pt x="1106" y="254"/>
                </a:cubicBezTo>
                <a:cubicBezTo>
                  <a:pt x="1106" y="254"/>
                  <a:pt x="1106" y="254"/>
                  <a:pt x="1106" y="254"/>
                </a:cubicBezTo>
                <a:cubicBezTo>
                  <a:pt x="1099" y="256"/>
                  <a:pt x="1099" y="256"/>
                  <a:pt x="1099" y="256"/>
                </a:cubicBezTo>
                <a:cubicBezTo>
                  <a:pt x="1099" y="256"/>
                  <a:pt x="1099" y="256"/>
                  <a:pt x="1099" y="256"/>
                </a:cubicBezTo>
                <a:cubicBezTo>
                  <a:pt x="1093" y="256"/>
                  <a:pt x="1093" y="256"/>
                  <a:pt x="1093" y="256"/>
                </a:cubicBezTo>
                <a:cubicBezTo>
                  <a:pt x="1093" y="256"/>
                  <a:pt x="1093" y="256"/>
                  <a:pt x="1093" y="256"/>
                </a:cubicBezTo>
                <a:cubicBezTo>
                  <a:pt x="1088" y="256"/>
                  <a:pt x="1088" y="256"/>
                  <a:pt x="1088" y="256"/>
                </a:cubicBezTo>
                <a:cubicBezTo>
                  <a:pt x="1088" y="256"/>
                  <a:pt x="1088" y="256"/>
                  <a:pt x="1088" y="256"/>
                </a:cubicBezTo>
                <a:cubicBezTo>
                  <a:pt x="1082" y="253"/>
                  <a:pt x="1082" y="253"/>
                  <a:pt x="1082" y="253"/>
                </a:cubicBezTo>
                <a:cubicBezTo>
                  <a:pt x="1082" y="253"/>
                  <a:pt x="1082" y="253"/>
                  <a:pt x="1082" y="253"/>
                </a:cubicBezTo>
                <a:cubicBezTo>
                  <a:pt x="1076" y="251"/>
                  <a:pt x="1076" y="251"/>
                  <a:pt x="1076" y="251"/>
                </a:cubicBezTo>
                <a:cubicBezTo>
                  <a:pt x="1076" y="251"/>
                  <a:pt x="1076" y="251"/>
                  <a:pt x="1076" y="251"/>
                </a:cubicBezTo>
                <a:cubicBezTo>
                  <a:pt x="1071" y="248"/>
                  <a:pt x="1071" y="248"/>
                  <a:pt x="1071" y="248"/>
                </a:cubicBezTo>
                <a:cubicBezTo>
                  <a:pt x="1071" y="248"/>
                  <a:pt x="1071" y="248"/>
                  <a:pt x="1071" y="248"/>
                </a:cubicBezTo>
                <a:cubicBezTo>
                  <a:pt x="1066" y="245"/>
                  <a:pt x="1066" y="245"/>
                  <a:pt x="1066" y="245"/>
                </a:cubicBezTo>
                <a:cubicBezTo>
                  <a:pt x="1066" y="245"/>
                  <a:pt x="1066" y="245"/>
                  <a:pt x="1066" y="245"/>
                </a:cubicBezTo>
                <a:cubicBezTo>
                  <a:pt x="1060" y="242"/>
                  <a:pt x="1060" y="242"/>
                  <a:pt x="1060" y="242"/>
                </a:cubicBezTo>
                <a:cubicBezTo>
                  <a:pt x="1060" y="242"/>
                  <a:pt x="1060" y="242"/>
                  <a:pt x="1060" y="242"/>
                </a:cubicBezTo>
                <a:cubicBezTo>
                  <a:pt x="1058" y="241"/>
                  <a:pt x="1058" y="241"/>
                  <a:pt x="1058" y="241"/>
                </a:cubicBezTo>
                <a:cubicBezTo>
                  <a:pt x="1058" y="241"/>
                  <a:pt x="1058" y="241"/>
                  <a:pt x="1058" y="241"/>
                </a:cubicBezTo>
                <a:cubicBezTo>
                  <a:pt x="1058" y="239"/>
                  <a:pt x="1058" y="239"/>
                  <a:pt x="1058" y="239"/>
                </a:cubicBezTo>
                <a:cubicBezTo>
                  <a:pt x="1058" y="239"/>
                  <a:pt x="1058" y="239"/>
                  <a:pt x="1058" y="239"/>
                </a:cubicBezTo>
                <a:cubicBezTo>
                  <a:pt x="1056" y="238"/>
                  <a:pt x="1056" y="238"/>
                  <a:pt x="1056" y="238"/>
                </a:cubicBezTo>
                <a:cubicBezTo>
                  <a:pt x="1056" y="238"/>
                  <a:pt x="1056" y="238"/>
                  <a:pt x="1056" y="238"/>
                </a:cubicBezTo>
                <a:cubicBezTo>
                  <a:pt x="1056" y="235"/>
                  <a:pt x="1056" y="235"/>
                  <a:pt x="1056" y="235"/>
                </a:cubicBezTo>
                <a:cubicBezTo>
                  <a:pt x="1056" y="235"/>
                  <a:pt x="1056" y="235"/>
                  <a:pt x="1056" y="235"/>
                </a:cubicBezTo>
                <a:cubicBezTo>
                  <a:pt x="1055" y="234"/>
                  <a:pt x="1055" y="234"/>
                  <a:pt x="1055" y="234"/>
                </a:cubicBezTo>
                <a:cubicBezTo>
                  <a:pt x="1055" y="234"/>
                  <a:pt x="1055" y="234"/>
                  <a:pt x="1055" y="234"/>
                </a:cubicBezTo>
                <a:cubicBezTo>
                  <a:pt x="1055" y="232"/>
                  <a:pt x="1055" y="232"/>
                  <a:pt x="1055" y="232"/>
                </a:cubicBezTo>
                <a:cubicBezTo>
                  <a:pt x="1055" y="232"/>
                  <a:pt x="1055" y="232"/>
                  <a:pt x="1055" y="232"/>
                </a:cubicBezTo>
                <a:cubicBezTo>
                  <a:pt x="1055" y="230"/>
                  <a:pt x="1055" y="230"/>
                  <a:pt x="1055" y="230"/>
                </a:cubicBezTo>
                <a:cubicBezTo>
                  <a:pt x="1055" y="230"/>
                  <a:pt x="1055" y="230"/>
                  <a:pt x="1055" y="230"/>
                </a:cubicBezTo>
                <a:cubicBezTo>
                  <a:pt x="1055" y="228"/>
                  <a:pt x="1055" y="228"/>
                  <a:pt x="1055" y="228"/>
                </a:cubicBezTo>
                <a:cubicBezTo>
                  <a:pt x="1055" y="228"/>
                  <a:pt x="1055" y="228"/>
                  <a:pt x="1055" y="228"/>
                </a:cubicBezTo>
                <a:cubicBezTo>
                  <a:pt x="1058" y="229"/>
                  <a:pt x="1058" y="229"/>
                  <a:pt x="1058" y="229"/>
                </a:cubicBezTo>
                <a:cubicBezTo>
                  <a:pt x="1058" y="229"/>
                  <a:pt x="1058" y="229"/>
                  <a:pt x="1058" y="229"/>
                </a:cubicBezTo>
                <a:cubicBezTo>
                  <a:pt x="1063" y="229"/>
                  <a:pt x="1063" y="229"/>
                  <a:pt x="1063" y="229"/>
                </a:cubicBezTo>
                <a:cubicBezTo>
                  <a:pt x="1063" y="229"/>
                  <a:pt x="1063" y="229"/>
                  <a:pt x="1063" y="229"/>
                </a:cubicBezTo>
                <a:cubicBezTo>
                  <a:pt x="1067" y="229"/>
                  <a:pt x="1067" y="229"/>
                  <a:pt x="1067" y="229"/>
                </a:cubicBezTo>
                <a:cubicBezTo>
                  <a:pt x="1067" y="229"/>
                  <a:pt x="1067" y="229"/>
                  <a:pt x="1067" y="229"/>
                </a:cubicBezTo>
                <a:cubicBezTo>
                  <a:pt x="1072" y="229"/>
                  <a:pt x="1072" y="229"/>
                  <a:pt x="1072" y="229"/>
                </a:cubicBezTo>
                <a:cubicBezTo>
                  <a:pt x="1072" y="229"/>
                  <a:pt x="1072" y="229"/>
                  <a:pt x="1072" y="229"/>
                </a:cubicBezTo>
                <a:cubicBezTo>
                  <a:pt x="1076" y="229"/>
                  <a:pt x="1076" y="229"/>
                  <a:pt x="1076" y="229"/>
                </a:cubicBezTo>
                <a:cubicBezTo>
                  <a:pt x="1076" y="229"/>
                  <a:pt x="1076" y="229"/>
                  <a:pt x="1076" y="229"/>
                </a:cubicBezTo>
                <a:cubicBezTo>
                  <a:pt x="1081" y="229"/>
                  <a:pt x="1081" y="229"/>
                  <a:pt x="1081" y="229"/>
                </a:cubicBezTo>
                <a:cubicBezTo>
                  <a:pt x="1081" y="229"/>
                  <a:pt x="1081" y="229"/>
                  <a:pt x="1081" y="229"/>
                </a:cubicBezTo>
                <a:cubicBezTo>
                  <a:pt x="1086" y="229"/>
                  <a:pt x="1086" y="229"/>
                  <a:pt x="1086" y="229"/>
                </a:cubicBezTo>
                <a:cubicBezTo>
                  <a:pt x="1086" y="229"/>
                  <a:pt x="1086" y="229"/>
                  <a:pt x="1086" y="229"/>
                </a:cubicBezTo>
                <a:cubicBezTo>
                  <a:pt x="1092" y="227"/>
                  <a:pt x="1092" y="227"/>
                  <a:pt x="1092" y="227"/>
                </a:cubicBezTo>
                <a:cubicBezTo>
                  <a:pt x="1092" y="227"/>
                  <a:pt x="1092" y="227"/>
                  <a:pt x="1092" y="227"/>
                </a:cubicBezTo>
                <a:cubicBezTo>
                  <a:pt x="1098" y="227"/>
                  <a:pt x="1098" y="227"/>
                  <a:pt x="1098" y="227"/>
                </a:cubicBezTo>
                <a:cubicBezTo>
                  <a:pt x="1098" y="227"/>
                  <a:pt x="1098" y="227"/>
                  <a:pt x="1098" y="227"/>
                </a:cubicBezTo>
                <a:cubicBezTo>
                  <a:pt x="1105" y="227"/>
                  <a:pt x="1105" y="227"/>
                  <a:pt x="1105" y="227"/>
                </a:cubicBezTo>
                <a:cubicBezTo>
                  <a:pt x="1105" y="227"/>
                  <a:pt x="1105" y="227"/>
                  <a:pt x="1105" y="227"/>
                </a:cubicBezTo>
                <a:cubicBezTo>
                  <a:pt x="1111" y="227"/>
                  <a:pt x="1111" y="227"/>
                  <a:pt x="1111" y="227"/>
                </a:cubicBezTo>
                <a:cubicBezTo>
                  <a:pt x="1111" y="227"/>
                  <a:pt x="1111" y="227"/>
                  <a:pt x="1111" y="227"/>
                </a:cubicBezTo>
                <a:cubicBezTo>
                  <a:pt x="1118" y="225"/>
                  <a:pt x="1118" y="225"/>
                  <a:pt x="1118" y="225"/>
                </a:cubicBezTo>
                <a:cubicBezTo>
                  <a:pt x="1118" y="225"/>
                  <a:pt x="1118" y="225"/>
                  <a:pt x="1118" y="225"/>
                </a:cubicBezTo>
                <a:cubicBezTo>
                  <a:pt x="1124" y="224"/>
                  <a:pt x="1124" y="224"/>
                  <a:pt x="1124" y="224"/>
                </a:cubicBezTo>
                <a:cubicBezTo>
                  <a:pt x="1124" y="224"/>
                  <a:pt x="1124" y="224"/>
                  <a:pt x="1124" y="224"/>
                </a:cubicBezTo>
                <a:cubicBezTo>
                  <a:pt x="1131" y="222"/>
                  <a:pt x="1131" y="222"/>
                  <a:pt x="1131" y="222"/>
                </a:cubicBezTo>
                <a:cubicBezTo>
                  <a:pt x="1131" y="222"/>
                  <a:pt x="1131" y="222"/>
                  <a:pt x="1131" y="222"/>
                </a:cubicBezTo>
                <a:cubicBezTo>
                  <a:pt x="1137" y="219"/>
                  <a:pt x="1137" y="219"/>
                  <a:pt x="1137" y="219"/>
                </a:cubicBezTo>
                <a:cubicBezTo>
                  <a:pt x="1137" y="219"/>
                  <a:pt x="1137" y="219"/>
                  <a:pt x="1137" y="219"/>
                </a:cubicBezTo>
                <a:cubicBezTo>
                  <a:pt x="1143" y="215"/>
                  <a:pt x="1143" y="215"/>
                  <a:pt x="1143" y="215"/>
                </a:cubicBezTo>
                <a:cubicBezTo>
                  <a:pt x="1143" y="215"/>
                  <a:pt x="1143" y="215"/>
                  <a:pt x="1143" y="215"/>
                </a:cubicBezTo>
                <a:cubicBezTo>
                  <a:pt x="1199" y="192"/>
                  <a:pt x="1199" y="192"/>
                  <a:pt x="1199" y="192"/>
                </a:cubicBezTo>
                <a:cubicBezTo>
                  <a:pt x="1199" y="192"/>
                  <a:pt x="1199" y="192"/>
                  <a:pt x="1199" y="192"/>
                </a:cubicBezTo>
                <a:cubicBezTo>
                  <a:pt x="1197" y="191"/>
                  <a:pt x="1197" y="191"/>
                  <a:pt x="1197" y="191"/>
                </a:cubicBezTo>
                <a:cubicBezTo>
                  <a:pt x="1197" y="191"/>
                  <a:pt x="1197" y="191"/>
                  <a:pt x="1197" y="191"/>
                </a:cubicBezTo>
                <a:cubicBezTo>
                  <a:pt x="1196" y="189"/>
                  <a:pt x="1196" y="189"/>
                  <a:pt x="1196" y="189"/>
                </a:cubicBezTo>
                <a:cubicBezTo>
                  <a:pt x="1196" y="189"/>
                  <a:pt x="1196" y="189"/>
                  <a:pt x="1196" y="189"/>
                </a:cubicBezTo>
                <a:cubicBezTo>
                  <a:pt x="1194" y="188"/>
                  <a:pt x="1194" y="188"/>
                  <a:pt x="1194" y="188"/>
                </a:cubicBezTo>
                <a:cubicBezTo>
                  <a:pt x="1194" y="188"/>
                  <a:pt x="1194" y="188"/>
                  <a:pt x="1194" y="188"/>
                </a:cubicBezTo>
                <a:cubicBezTo>
                  <a:pt x="1193" y="186"/>
                  <a:pt x="1193" y="186"/>
                  <a:pt x="1193" y="186"/>
                </a:cubicBezTo>
                <a:cubicBezTo>
                  <a:pt x="1193" y="186"/>
                  <a:pt x="1193" y="186"/>
                  <a:pt x="1193" y="186"/>
                </a:cubicBezTo>
                <a:cubicBezTo>
                  <a:pt x="1191" y="185"/>
                  <a:pt x="1191" y="185"/>
                  <a:pt x="1191" y="185"/>
                </a:cubicBezTo>
                <a:cubicBezTo>
                  <a:pt x="1191" y="185"/>
                  <a:pt x="1191" y="185"/>
                  <a:pt x="1191" y="185"/>
                </a:cubicBezTo>
                <a:cubicBezTo>
                  <a:pt x="1189" y="184"/>
                  <a:pt x="1189" y="184"/>
                  <a:pt x="1189" y="184"/>
                </a:cubicBezTo>
                <a:cubicBezTo>
                  <a:pt x="1189" y="184"/>
                  <a:pt x="1189" y="184"/>
                  <a:pt x="1189" y="184"/>
                </a:cubicBezTo>
                <a:cubicBezTo>
                  <a:pt x="1187" y="183"/>
                  <a:pt x="1187" y="183"/>
                  <a:pt x="1187" y="183"/>
                </a:cubicBezTo>
                <a:cubicBezTo>
                  <a:pt x="1187" y="183"/>
                  <a:pt x="1187" y="183"/>
                  <a:pt x="1187" y="183"/>
                </a:cubicBezTo>
                <a:cubicBezTo>
                  <a:pt x="1184" y="181"/>
                  <a:pt x="1184" y="181"/>
                  <a:pt x="1184" y="181"/>
                </a:cubicBezTo>
                <a:cubicBezTo>
                  <a:pt x="1184" y="181"/>
                  <a:pt x="1184" y="181"/>
                  <a:pt x="1184" y="181"/>
                </a:cubicBezTo>
                <a:cubicBezTo>
                  <a:pt x="1181" y="180"/>
                  <a:pt x="1181" y="180"/>
                  <a:pt x="1181" y="180"/>
                </a:cubicBezTo>
                <a:cubicBezTo>
                  <a:pt x="1181" y="180"/>
                  <a:pt x="1181" y="180"/>
                  <a:pt x="1181" y="180"/>
                </a:cubicBezTo>
                <a:cubicBezTo>
                  <a:pt x="1181" y="177"/>
                  <a:pt x="1181" y="177"/>
                  <a:pt x="1181" y="177"/>
                </a:cubicBezTo>
                <a:cubicBezTo>
                  <a:pt x="1181" y="177"/>
                  <a:pt x="1181" y="177"/>
                  <a:pt x="1181" y="177"/>
                </a:cubicBezTo>
                <a:cubicBezTo>
                  <a:pt x="1181" y="174"/>
                  <a:pt x="1181" y="174"/>
                  <a:pt x="1181" y="174"/>
                </a:cubicBezTo>
                <a:cubicBezTo>
                  <a:pt x="1181" y="174"/>
                  <a:pt x="1181" y="174"/>
                  <a:pt x="1181" y="174"/>
                </a:cubicBezTo>
                <a:cubicBezTo>
                  <a:pt x="1181" y="171"/>
                  <a:pt x="1181" y="171"/>
                  <a:pt x="1181" y="171"/>
                </a:cubicBezTo>
                <a:cubicBezTo>
                  <a:pt x="1181" y="171"/>
                  <a:pt x="1181" y="171"/>
                  <a:pt x="1181" y="171"/>
                </a:cubicBezTo>
                <a:cubicBezTo>
                  <a:pt x="1180" y="168"/>
                  <a:pt x="1180" y="168"/>
                  <a:pt x="1180" y="168"/>
                </a:cubicBezTo>
                <a:cubicBezTo>
                  <a:pt x="1180" y="168"/>
                  <a:pt x="1180" y="168"/>
                  <a:pt x="1180" y="168"/>
                </a:cubicBezTo>
                <a:cubicBezTo>
                  <a:pt x="1180" y="164"/>
                  <a:pt x="1180" y="164"/>
                  <a:pt x="1180" y="164"/>
                </a:cubicBezTo>
                <a:cubicBezTo>
                  <a:pt x="1180" y="164"/>
                  <a:pt x="1180" y="164"/>
                  <a:pt x="1180" y="164"/>
                </a:cubicBezTo>
                <a:cubicBezTo>
                  <a:pt x="1179" y="161"/>
                  <a:pt x="1179" y="161"/>
                  <a:pt x="1179" y="161"/>
                </a:cubicBezTo>
                <a:cubicBezTo>
                  <a:pt x="1179" y="161"/>
                  <a:pt x="1179" y="161"/>
                  <a:pt x="1179" y="161"/>
                </a:cubicBezTo>
                <a:cubicBezTo>
                  <a:pt x="1179" y="158"/>
                  <a:pt x="1179" y="158"/>
                  <a:pt x="1179" y="158"/>
                </a:cubicBezTo>
                <a:cubicBezTo>
                  <a:pt x="1179" y="158"/>
                  <a:pt x="1179" y="158"/>
                  <a:pt x="1179" y="158"/>
                </a:cubicBezTo>
                <a:cubicBezTo>
                  <a:pt x="1175" y="158"/>
                  <a:pt x="1175" y="158"/>
                  <a:pt x="1175" y="158"/>
                </a:cubicBezTo>
                <a:cubicBezTo>
                  <a:pt x="1175" y="158"/>
                  <a:pt x="1175" y="158"/>
                  <a:pt x="1175" y="158"/>
                </a:cubicBezTo>
                <a:cubicBezTo>
                  <a:pt x="1171" y="162"/>
                  <a:pt x="1171" y="162"/>
                  <a:pt x="1171" y="162"/>
                </a:cubicBezTo>
                <a:cubicBezTo>
                  <a:pt x="1171" y="162"/>
                  <a:pt x="1171" y="162"/>
                  <a:pt x="1171" y="162"/>
                </a:cubicBezTo>
                <a:cubicBezTo>
                  <a:pt x="1168" y="165"/>
                  <a:pt x="1168" y="165"/>
                  <a:pt x="1168" y="165"/>
                </a:cubicBezTo>
                <a:cubicBezTo>
                  <a:pt x="1168" y="165"/>
                  <a:pt x="1168" y="165"/>
                  <a:pt x="1168" y="165"/>
                </a:cubicBezTo>
                <a:cubicBezTo>
                  <a:pt x="1164" y="168"/>
                  <a:pt x="1164" y="168"/>
                  <a:pt x="1164" y="168"/>
                </a:cubicBezTo>
                <a:cubicBezTo>
                  <a:pt x="1164" y="168"/>
                  <a:pt x="1164" y="168"/>
                  <a:pt x="1164" y="168"/>
                </a:cubicBezTo>
                <a:cubicBezTo>
                  <a:pt x="1159" y="170"/>
                  <a:pt x="1159" y="170"/>
                  <a:pt x="1159" y="170"/>
                </a:cubicBezTo>
                <a:cubicBezTo>
                  <a:pt x="1159" y="170"/>
                  <a:pt x="1159" y="170"/>
                  <a:pt x="1159" y="170"/>
                </a:cubicBezTo>
                <a:cubicBezTo>
                  <a:pt x="1154" y="171"/>
                  <a:pt x="1154" y="171"/>
                  <a:pt x="1154" y="171"/>
                </a:cubicBezTo>
                <a:cubicBezTo>
                  <a:pt x="1154" y="171"/>
                  <a:pt x="1154" y="171"/>
                  <a:pt x="1154" y="171"/>
                </a:cubicBezTo>
                <a:cubicBezTo>
                  <a:pt x="1150" y="171"/>
                  <a:pt x="1150" y="171"/>
                  <a:pt x="1150" y="171"/>
                </a:cubicBezTo>
                <a:cubicBezTo>
                  <a:pt x="1150" y="171"/>
                  <a:pt x="1150" y="171"/>
                  <a:pt x="1150" y="171"/>
                </a:cubicBezTo>
                <a:cubicBezTo>
                  <a:pt x="1146" y="171"/>
                  <a:pt x="1146" y="171"/>
                  <a:pt x="1146" y="171"/>
                </a:cubicBezTo>
                <a:cubicBezTo>
                  <a:pt x="1146" y="171"/>
                  <a:pt x="1146" y="171"/>
                  <a:pt x="1146" y="171"/>
                </a:cubicBezTo>
                <a:cubicBezTo>
                  <a:pt x="1141" y="169"/>
                  <a:pt x="1141" y="169"/>
                  <a:pt x="1141" y="169"/>
                </a:cubicBezTo>
                <a:cubicBezTo>
                  <a:pt x="1141" y="169"/>
                  <a:pt x="1141" y="169"/>
                  <a:pt x="1141" y="169"/>
                </a:cubicBezTo>
                <a:cubicBezTo>
                  <a:pt x="1140" y="166"/>
                  <a:pt x="1140" y="166"/>
                  <a:pt x="1140" y="166"/>
                </a:cubicBezTo>
                <a:cubicBezTo>
                  <a:pt x="1140" y="166"/>
                  <a:pt x="1140" y="166"/>
                  <a:pt x="1140" y="166"/>
                </a:cubicBezTo>
                <a:cubicBezTo>
                  <a:pt x="1139" y="162"/>
                  <a:pt x="1139" y="162"/>
                  <a:pt x="1139" y="162"/>
                </a:cubicBezTo>
                <a:cubicBezTo>
                  <a:pt x="1139" y="162"/>
                  <a:pt x="1139" y="162"/>
                  <a:pt x="1139" y="162"/>
                </a:cubicBezTo>
                <a:cubicBezTo>
                  <a:pt x="1137" y="159"/>
                  <a:pt x="1137" y="159"/>
                  <a:pt x="1137" y="159"/>
                </a:cubicBezTo>
                <a:cubicBezTo>
                  <a:pt x="1137" y="159"/>
                  <a:pt x="1137" y="159"/>
                  <a:pt x="1137" y="159"/>
                </a:cubicBezTo>
                <a:cubicBezTo>
                  <a:pt x="1136" y="155"/>
                  <a:pt x="1136" y="155"/>
                  <a:pt x="1136" y="155"/>
                </a:cubicBezTo>
                <a:cubicBezTo>
                  <a:pt x="1136" y="155"/>
                  <a:pt x="1136" y="155"/>
                  <a:pt x="1136" y="155"/>
                </a:cubicBezTo>
                <a:cubicBezTo>
                  <a:pt x="1134" y="151"/>
                  <a:pt x="1134" y="151"/>
                  <a:pt x="1134" y="151"/>
                </a:cubicBezTo>
                <a:cubicBezTo>
                  <a:pt x="1134" y="151"/>
                  <a:pt x="1134" y="151"/>
                  <a:pt x="1134" y="151"/>
                </a:cubicBezTo>
                <a:cubicBezTo>
                  <a:pt x="1134" y="147"/>
                  <a:pt x="1134" y="147"/>
                  <a:pt x="1134" y="147"/>
                </a:cubicBezTo>
                <a:cubicBezTo>
                  <a:pt x="1134" y="147"/>
                  <a:pt x="1134" y="147"/>
                  <a:pt x="1134" y="147"/>
                </a:cubicBezTo>
                <a:cubicBezTo>
                  <a:pt x="1135" y="144"/>
                  <a:pt x="1135" y="144"/>
                  <a:pt x="1135" y="144"/>
                </a:cubicBezTo>
                <a:cubicBezTo>
                  <a:pt x="1135" y="144"/>
                  <a:pt x="1135" y="144"/>
                  <a:pt x="1135" y="144"/>
                </a:cubicBezTo>
                <a:cubicBezTo>
                  <a:pt x="1139" y="141"/>
                  <a:pt x="1139" y="141"/>
                  <a:pt x="1139" y="141"/>
                </a:cubicBezTo>
                <a:cubicBezTo>
                  <a:pt x="1139" y="141"/>
                  <a:pt x="1139" y="141"/>
                  <a:pt x="1139" y="141"/>
                </a:cubicBezTo>
                <a:cubicBezTo>
                  <a:pt x="1139" y="143"/>
                  <a:pt x="1139" y="143"/>
                  <a:pt x="1139" y="143"/>
                </a:cubicBezTo>
                <a:cubicBezTo>
                  <a:pt x="1139" y="143"/>
                  <a:pt x="1139" y="143"/>
                  <a:pt x="1139" y="143"/>
                </a:cubicBezTo>
                <a:cubicBezTo>
                  <a:pt x="1140" y="144"/>
                  <a:pt x="1140" y="144"/>
                  <a:pt x="1140" y="144"/>
                </a:cubicBezTo>
                <a:cubicBezTo>
                  <a:pt x="1140" y="144"/>
                  <a:pt x="1140" y="144"/>
                  <a:pt x="1140" y="144"/>
                </a:cubicBezTo>
                <a:cubicBezTo>
                  <a:pt x="1141" y="146"/>
                  <a:pt x="1141" y="146"/>
                  <a:pt x="1141" y="146"/>
                </a:cubicBezTo>
                <a:cubicBezTo>
                  <a:pt x="1141" y="146"/>
                  <a:pt x="1141" y="146"/>
                  <a:pt x="1141" y="146"/>
                </a:cubicBezTo>
                <a:cubicBezTo>
                  <a:pt x="1145" y="147"/>
                  <a:pt x="1145" y="147"/>
                  <a:pt x="1145" y="147"/>
                </a:cubicBezTo>
                <a:cubicBezTo>
                  <a:pt x="1145" y="147"/>
                  <a:pt x="1145" y="147"/>
                  <a:pt x="1145" y="147"/>
                </a:cubicBezTo>
                <a:cubicBezTo>
                  <a:pt x="1147" y="148"/>
                  <a:pt x="1147" y="148"/>
                  <a:pt x="1147" y="148"/>
                </a:cubicBezTo>
                <a:cubicBezTo>
                  <a:pt x="1147" y="148"/>
                  <a:pt x="1147" y="148"/>
                  <a:pt x="1147" y="148"/>
                </a:cubicBezTo>
                <a:cubicBezTo>
                  <a:pt x="1150" y="149"/>
                  <a:pt x="1150" y="149"/>
                  <a:pt x="1150" y="149"/>
                </a:cubicBezTo>
                <a:cubicBezTo>
                  <a:pt x="1150" y="149"/>
                  <a:pt x="1150" y="149"/>
                  <a:pt x="1150" y="149"/>
                </a:cubicBezTo>
                <a:cubicBezTo>
                  <a:pt x="1152" y="149"/>
                  <a:pt x="1152" y="149"/>
                  <a:pt x="1152" y="149"/>
                </a:cubicBezTo>
                <a:cubicBezTo>
                  <a:pt x="1152" y="149"/>
                  <a:pt x="1152" y="149"/>
                  <a:pt x="1152" y="149"/>
                </a:cubicBezTo>
                <a:cubicBezTo>
                  <a:pt x="1155" y="148"/>
                  <a:pt x="1155" y="148"/>
                  <a:pt x="1155" y="148"/>
                </a:cubicBezTo>
                <a:cubicBezTo>
                  <a:pt x="1155" y="148"/>
                  <a:pt x="1155" y="148"/>
                  <a:pt x="1155" y="148"/>
                </a:cubicBezTo>
                <a:cubicBezTo>
                  <a:pt x="1158" y="147"/>
                  <a:pt x="1158" y="147"/>
                  <a:pt x="1158" y="147"/>
                </a:cubicBezTo>
                <a:cubicBezTo>
                  <a:pt x="1158" y="147"/>
                  <a:pt x="1158" y="147"/>
                  <a:pt x="1158" y="147"/>
                </a:cubicBezTo>
                <a:cubicBezTo>
                  <a:pt x="1161" y="146"/>
                  <a:pt x="1161" y="146"/>
                  <a:pt x="1161" y="146"/>
                </a:cubicBezTo>
                <a:cubicBezTo>
                  <a:pt x="1161" y="146"/>
                  <a:pt x="1161" y="146"/>
                  <a:pt x="1161" y="146"/>
                </a:cubicBezTo>
                <a:cubicBezTo>
                  <a:pt x="1165" y="145"/>
                  <a:pt x="1165" y="145"/>
                  <a:pt x="1165" y="145"/>
                </a:cubicBezTo>
                <a:cubicBezTo>
                  <a:pt x="1165" y="145"/>
                  <a:pt x="1165" y="145"/>
                  <a:pt x="1165" y="145"/>
                </a:cubicBezTo>
                <a:cubicBezTo>
                  <a:pt x="1169" y="143"/>
                  <a:pt x="1169" y="143"/>
                  <a:pt x="1169" y="143"/>
                </a:cubicBezTo>
                <a:cubicBezTo>
                  <a:pt x="1169" y="143"/>
                  <a:pt x="1169" y="143"/>
                  <a:pt x="1169" y="143"/>
                </a:cubicBezTo>
                <a:cubicBezTo>
                  <a:pt x="1171" y="142"/>
                  <a:pt x="1171" y="142"/>
                  <a:pt x="1171" y="142"/>
                </a:cubicBezTo>
                <a:cubicBezTo>
                  <a:pt x="1171" y="142"/>
                  <a:pt x="1171" y="142"/>
                  <a:pt x="1171" y="142"/>
                </a:cubicBezTo>
                <a:cubicBezTo>
                  <a:pt x="1174" y="140"/>
                  <a:pt x="1174" y="140"/>
                  <a:pt x="1174" y="140"/>
                </a:cubicBezTo>
                <a:cubicBezTo>
                  <a:pt x="1174" y="140"/>
                  <a:pt x="1174" y="140"/>
                  <a:pt x="1174" y="140"/>
                </a:cubicBezTo>
                <a:cubicBezTo>
                  <a:pt x="1176" y="138"/>
                  <a:pt x="1176" y="138"/>
                  <a:pt x="1176" y="138"/>
                </a:cubicBezTo>
                <a:cubicBezTo>
                  <a:pt x="1176" y="138"/>
                  <a:pt x="1176" y="138"/>
                  <a:pt x="1176" y="138"/>
                </a:cubicBezTo>
                <a:cubicBezTo>
                  <a:pt x="1179" y="133"/>
                  <a:pt x="1179" y="133"/>
                  <a:pt x="1179" y="133"/>
                </a:cubicBezTo>
                <a:cubicBezTo>
                  <a:pt x="1179" y="133"/>
                  <a:pt x="1179" y="133"/>
                  <a:pt x="1179" y="133"/>
                </a:cubicBezTo>
                <a:cubicBezTo>
                  <a:pt x="1178" y="101"/>
                  <a:pt x="1178" y="101"/>
                  <a:pt x="1178" y="101"/>
                </a:cubicBezTo>
                <a:cubicBezTo>
                  <a:pt x="1178" y="99"/>
                  <a:pt x="1178" y="99"/>
                  <a:pt x="1178" y="99"/>
                </a:cubicBezTo>
                <a:cubicBezTo>
                  <a:pt x="1179" y="73"/>
                  <a:pt x="1179" y="73"/>
                  <a:pt x="1179" y="73"/>
                </a:cubicBezTo>
                <a:cubicBezTo>
                  <a:pt x="1179" y="73"/>
                  <a:pt x="1179" y="73"/>
                  <a:pt x="1179" y="73"/>
                </a:cubicBezTo>
                <a:cubicBezTo>
                  <a:pt x="1181" y="75"/>
                  <a:pt x="1181" y="75"/>
                  <a:pt x="1181" y="75"/>
                </a:cubicBezTo>
                <a:cubicBezTo>
                  <a:pt x="1181" y="75"/>
                  <a:pt x="1181" y="75"/>
                  <a:pt x="1181" y="75"/>
                </a:cubicBezTo>
                <a:cubicBezTo>
                  <a:pt x="1184" y="77"/>
                  <a:pt x="1184" y="77"/>
                  <a:pt x="1184" y="77"/>
                </a:cubicBezTo>
                <a:cubicBezTo>
                  <a:pt x="1184" y="77"/>
                  <a:pt x="1184" y="77"/>
                  <a:pt x="1184" y="77"/>
                </a:cubicBezTo>
                <a:cubicBezTo>
                  <a:pt x="1187" y="79"/>
                  <a:pt x="1187" y="79"/>
                  <a:pt x="1187" y="79"/>
                </a:cubicBezTo>
                <a:cubicBezTo>
                  <a:pt x="1187" y="79"/>
                  <a:pt x="1187" y="79"/>
                  <a:pt x="1187" y="79"/>
                </a:cubicBezTo>
                <a:cubicBezTo>
                  <a:pt x="1190" y="80"/>
                  <a:pt x="1190" y="80"/>
                  <a:pt x="1190" y="80"/>
                </a:cubicBezTo>
                <a:cubicBezTo>
                  <a:pt x="1190" y="80"/>
                  <a:pt x="1190" y="80"/>
                  <a:pt x="1190" y="80"/>
                </a:cubicBezTo>
                <a:cubicBezTo>
                  <a:pt x="1192" y="83"/>
                  <a:pt x="1192" y="83"/>
                  <a:pt x="1192" y="83"/>
                </a:cubicBezTo>
                <a:cubicBezTo>
                  <a:pt x="1192" y="83"/>
                  <a:pt x="1192" y="83"/>
                  <a:pt x="1192" y="83"/>
                </a:cubicBezTo>
                <a:cubicBezTo>
                  <a:pt x="1195" y="85"/>
                  <a:pt x="1195" y="85"/>
                  <a:pt x="1195" y="85"/>
                </a:cubicBezTo>
                <a:cubicBezTo>
                  <a:pt x="1195" y="85"/>
                  <a:pt x="1195" y="85"/>
                  <a:pt x="1195" y="85"/>
                </a:cubicBezTo>
                <a:cubicBezTo>
                  <a:pt x="1198" y="87"/>
                  <a:pt x="1198" y="87"/>
                  <a:pt x="1198" y="87"/>
                </a:cubicBezTo>
                <a:cubicBezTo>
                  <a:pt x="1198" y="87"/>
                  <a:pt x="1198" y="87"/>
                  <a:pt x="1198" y="87"/>
                </a:cubicBezTo>
                <a:cubicBezTo>
                  <a:pt x="1201" y="89"/>
                  <a:pt x="1201" y="89"/>
                  <a:pt x="1201" y="89"/>
                </a:cubicBezTo>
                <a:cubicBezTo>
                  <a:pt x="1201" y="89"/>
                  <a:pt x="1201" y="89"/>
                  <a:pt x="1201" y="89"/>
                </a:cubicBezTo>
                <a:cubicBezTo>
                  <a:pt x="1204" y="97"/>
                  <a:pt x="1204" y="97"/>
                  <a:pt x="1204" y="97"/>
                </a:cubicBezTo>
                <a:cubicBezTo>
                  <a:pt x="1204" y="97"/>
                  <a:pt x="1204" y="97"/>
                  <a:pt x="1204" y="97"/>
                </a:cubicBezTo>
                <a:cubicBezTo>
                  <a:pt x="1206" y="103"/>
                  <a:pt x="1206" y="103"/>
                  <a:pt x="1206" y="103"/>
                </a:cubicBezTo>
                <a:cubicBezTo>
                  <a:pt x="1206" y="103"/>
                  <a:pt x="1206" y="103"/>
                  <a:pt x="1206" y="103"/>
                </a:cubicBezTo>
                <a:cubicBezTo>
                  <a:pt x="1204" y="111"/>
                  <a:pt x="1204" y="111"/>
                  <a:pt x="1204" y="111"/>
                </a:cubicBezTo>
                <a:cubicBezTo>
                  <a:pt x="1204" y="111"/>
                  <a:pt x="1204" y="111"/>
                  <a:pt x="1204" y="111"/>
                </a:cubicBezTo>
                <a:cubicBezTo>
                  <a:pt x="1203" y="118"/>
                  <a:pt x="1203" y="118"/>
                  <a:pt x="1203" y="118"/>
                </a:cubicBezTo>
                <a:cubicBezTo>
                  <a:pt x="1203" y="118"/>
                  <a:pt x="1203" y="118"/>
                  <a:pt x="1203" y="118"/>
                </a:cubicBezTo>
                <a:cubicBezTo>
                  <a:pt x="1201" y="127"/>
                  <a:pt x="1201" y="127"/>
                  <a:pt x="1201" y="127"/>
                </a:cubicBezTo>
                <a:cubicBezTo>
                  <a:pt x="1201" y="127"/>
                  <a:pt x="1201" y="127"/>
                  <a:pt x="1201" y="127"/>
                </a:cubicBezTo>
                <a:cubicBezTo>
                  <a:pt x="1201" y="134"/>
                  <a:pt x="1201" y="134"/>
                  <a:pt x="1201" y="134"/>
                </a:cubicBezTo>
                <a:cubicBezTo>
                  <a:pt x="1201" y="134"/>
                  <a:pt x="1201" y="134"/>
                  <a:pt x="1201" y="134"/>
                </a:cubicBezTo>
                <a:cubicBezTo>
                  <a:pt x="1202" y="141"/>
                  <a:pt x="1202" y="141"/>
                  <a:pt x="1202" y="141"/>
                </a:cubicBezTo>
                <a:cubicBezTo>
                  <a:pt x="1202" y="141"/>
                  <a:pt x="1202" y="141"/>
                  <a:pt x="1202" y="141"/>
                </a:cubicBezTo>
                <a:cubicBezTo>
                  <a:pt x="1207" y="146"/>
                  <a:pt x="1207" y="146"/>
                  <a:pt x="1207" y="146"/>
                </a:cubicBezTo>
                <a:cubicBezTo>
                  <a:pt x="1207" y="146"/>
                  <a:pt x="1207" y="146"/>
                  <a:pt x="1207" y="146"/>
                </a:cubicBezTo>
                <a:cubicBezTo>
                  <a:pt x="1211" y="145"/>
                  <a:pt x="1211" y="145"/>
                  <a:pt x="1211" y="145"/>
                </a:cubicBezTo>
                <a:cubicBezTo>
                  <a:pt x="1211" y="145"/>
                  <a:pt x="1211" y="145"/>
                  <a:pt x="1211" y="145"/>
                </a:cubicBezTo>
                <a:cubicBezTo>
                  <a:pt x="1213" y="142"/>
                  <a:pt x="1213" y="142"/>
                  <a:pt x="1213" y="142"/>
                </a:cubicBezTo>
                <a:cubicBezTo>
                  <a:pt x="1213" y="142"/>
                  <a:pt x="1213" y="142"/>
                  <a:pt x="1213" y="142"/>
                </a:cubicBezTo>
                <a:cubicBezTo>
                  <a:pt x="1215" y="139"/>
                  <a:pt x="1215" y="139"/>
                  <a:pt x="1215" y="139"/>
                </a:cubicBezTo>
                <a:cubicBezTo>
                  <a:pt x="1215" y="139"/>
                  <a:pt x="1215" y="139"/>
                  <a:pt x="1215" y="139"/>
                </a:cubicBezTo>
                <a:cubicBezTo>
                  <a:pt x="1216" y="136"/>
                  <a:pt x="1216" y="136"/>
                  <a:pt x="1216" y="136"/>
                </a:cubicBezTo>
                <a:cubicBezTo>
                  <a:pt x="1216" y="136"/>
                  <a:pt x="1216" y="136"/>
                  <a:pt x="1216" y="136"/>
                </a:cubicBezTo>
                <a:cubicBezTo>
                  <a:pt x="1217" y="131"/>
                  <a:pt x="1217" y="131"/>
                  <a:pt x="1217" y="131"/>
                </a:cubicBezTo>
                <a:cubicBezTo>
                  <a:pt x="1217" y="131"/>
                  <a:pt x="1217" y="131"/>
                  <a:pt x="1217" y="131"/>
                </a:cubicBezTo>
                <a:cubicBezTo>
                  <a:pt x="1216" y="128"/>
                  <a:pt x="1216" y="128"/>
                  <a:pt x="1216" y="128"/>
                </a:cubicBezTo>
                <a:cubicBezTo>
                  <a:pt x="1216" y="128"/>
                  <a:pt x="1216" y="128"/>
                  <a:pt x="1216" y="128"/>
                </a:cubicBezTo>
                <a:cubicBezTo>
                  <a:pt x="1216" y="123"/>
                  <a:pt x="1216" y="123"/>
                  <a:pt x="1216" y="123"/>
                </a:cubicBezTo>
                <a:cubicBezTo>
                  <a:pt x="1216" y="123"/>
                  <a:pt x="1216" y="123"/>
                  <a:pt x="1216" y="123"/>
                </a:cubicBezTo>
                <a:cubicBezTo>
                  <a:pt x="1216" y="119"/>
                  <a:pt x="1216" y="119"/>
                  <a:pt x="1216" y="119"/>
                </a:cubicBezTo>
                <a:cubicBezTo>
                  <a:pt x="1216" y="119"/>
                  <a:pt x="1216" y="119"/>
                  <a:pt x="1216" y="119"/>
                </a:cubicBezTo>
                <a:cubicBezTo>
                  <a:pt x="1216" y="114"/>
                  <a:pt x="1216" y="114"/>
                  <a:pt x="1216" y="114"/>
                </a:cubicBezTo>
                <a:cubicBezTo>
                  <a:pt x="1216" y="114"/>
                  <a:pt x="1216" y="114"/>
                  <a:pt x="1216" y="114"/>
                </a:cubicBezTo>
                <a:cubicBezTo>
                  <a:pt x="1217" y="115"/>
                  <a:pt x="1217" y="115"/>
                  <a:pt x="1217" y="115"/>
                </a:cubicBezTo>
                <a:cubicBezTo>
                  <a:pt x="1217" y="115"/>
                  <a:pt x="1217" y="115"/>
                  <a:pt x="1217" y="115"/>
                </a:cubicBezTo>
                <a:cubicBezTo>
                  <a:pt x="1218" y="115"/>
                  <a:pt x="1218" y="115"/>
                  <a:pt x="1218" y="115"/>
                </a:cubicBezTo>
                <a:cubicBezTo>
                  <a:pt x="1218" y="115"/>
                  <a:pt x="1218" y="115"/>
                  <a:pt x="1218" y="115"/>
                </a:cubicBezTo>
                <a:cubicBezTo>
                  <a:pt x="1219" y="116"/>
                  <a:pt x="1219" y="116"/>
                  <a:pt x="1219" y="116"/>
                </a:cubicBezTo>
                <a:cubicBezTo>
                  <a:pt x="1219" y="116"/>
                  <a:pt x="1219" y="116"/>
                  <a:pt x="1219" y="116"/>
                </a:cubicBezTo>
                <a:cubicBezTo>
                  <a:pt x="1221" y="116"/>
                  <a:pt x="1221" y="116"/>
                  <a:pt x="1221" y="116"/>
                </a:cubicBezTo>
                <a:cubicBezTo>
                  <a:pt x="1221" y="116"/>
                  <a:pt x="1221" y="116"/>
                  <a:pt x="1221" y="116"/>
                </a:cubicBezTo>
                <a:cubicBezTo>
                  <a:pt x="1222" y="118"/>
                  <a:pt x="1222" y="118"/>
                  <a:pt x="1222" y="118"/>
                </a:cubicBezTo>
                <a:cubicBezTo>
                  <a:pt x="1222" y="118"/>
                  <a:pt x="1222" y="118"/>
                  <a:pt x="1222" y="118"/>
                </a:cubicBezTo>
                <a:cubicBezTo>
                  <a:pt x="1225" y="118"/>
                  <a:pt x="1225" y="118"/>
                  <a:pt x="1225" y="118"/>
                </a:cubicBezTo>
                <a:cubicBezTo>
                  <a:pt x="1225" y="118"/>
                  <a:pt x="1225" y="118"/>
                  <a:pt x="1225" y="118"/>
                </a:cubicBezTo>
                <a:cubicBezTo>
                  <a:pt x="1225" y="119"/>
                  <a:pt x="1225" y="119"/>
                  <a:pt x="1225" y="119"/>
                </a:cubicBezTo>
                <a:cubicBezTo>
                  <a:pt x="1225" y="119"/>
                  <a:pt x="1225" y="119"/>
                  <a:pt x="1225" y="119"/>
                </a:cubicBezTo>
                <a:cubicBezTo>
                  <a:pt x="1229" y="119"/>
                  <a:pt x="1229" y="119"/>
                  <a:pt x="1229" y="119"/>
                </a:cubicBezTo>
                <a:cubicBezTo>
                  <a:pt x="1229" y="119"/>
                  <a:pt x="1229" y="119"/>
                  <a:pt x="1229" y="119"/>
                </a:cubicBezTo>
                <a:cubicBezTo>
                  <a:pt x="1234" y="117"/>
                  <a:pt x="1234" y="117"/>
                  <a:pt x="1234" y="117"/>
                </a:cubicBezTo>
                <a:cubicBezTo>
                  <a:pt x="1234" y="117"/>
                  <a:pt x="1234" y="117"/>
                  <a:pt x="1234" y="117"/>
                </a:cubicBezTo>
                <a:cubicBezTo>
                  <a:pt x="1245" y="102"/>
                  <a:pt x="1245" y="102"/>
                  <a:pt x="1245" y="102"/>
                </a:cubicBezTo>
                <a:cubicBezTo>
                  <a:pt x="1245" y="102"/>
                  <a:pt x="1245" y="102"/>
                  <a:pt x="1245" y="102"/>
                </a:cubicBezTo>
                <a:cubicBezTo>
                  <a:pt x="1225" y="151"/>
                  <a:pt x="1225" y="151"/>
                  <a:pt x="1225" y="151"/>
                </a:cubicBezTo>
                <a:cubicBezTo>
                  <a:pt x="1225" y="151"/>
                  <a:pt x="1225" y="151"/>
                  <a:pt x="1225" y="151"/>
                </a:cubicBezTo>
                <a:cubicBezTo>
                  <a:pt x="1222" y="152"/>
                  <a:pt x="1222" y="152"/>
                  <a:pt x="1222" y="152"/>
                </a:cubicBezTo>
                <a:cubicBezTo>
                  <a:pt x="1222" y="152"/>
                  <a:pt x="1222" y="152"/>
                  <a:pt x="1222" y="152"/>
                </a:cubicBezTo>
                <a:cubicBezTo>
                  <a:pt x="1220" y="153"/>
                  <a:pt x="1220" y="153"/>
                  <a:pt x="1220" y="153"/>
                </a:cubicBezTo>
                <a:cubicBezTo>
                  <a:pt x="1220" y="153"/>
                  <a:pt x="1220" y="153"/>
                  <a:pt x="1220" y="153"/>
                </a:cubicBezTo>
                <a:cubicBezTo>
                  <a:pt x="1218" y="153"/>
                  <a:pt x="1218" y="153"/>
                  <a:pt x="1218" y="153"/>
                </a:cubicBezTo>
                <a:cubicBezTo>
                  <a:pt x="1218" y="153"/>
                  <a:pt x="1218" y="153"/>
                  <a:pt x="1218" y="153"/>
                </a:cubicBezTo>
                <a:cubicBezTo>
                  <a:pt x="1217" y="153"/>
                  <a:pt x="1217" y="153"/>
                  <a:pt x="1217" y="153"/>
                </a:cubicBezTo>
                <a:cubicBezTo>
                  <a:pt x="1217" y="153"/>
                  <a:pt x="1217" y="153"/>
                  <a:pt x="1217" y="153"/>
                </a:cubicBezTo>
                <a:cubicBezTo>
                  <a:pt x="1215" y="153"/>
                  <a:pt x="1215" y="153"/>
                  <a:pt x="1215" y="153"/>
                </a:cubicBezTo>
                <a:cubicBezTo>
                  <a:pt x="1215" y="153"/>
                  <a:pt x="1215" y="153"/>
                  <a:pt x="1215" y="153"/>
                </a:cubicBezTo>
                <a:cubicBezTo>
                  <a:pt x="1214" y="153"/>
                  <a:pt x="1214" y="153"/>
                  <a:pt x="1214" y="153"/>
                </a:cubicBezTo>
                <a:cubicBezTo>
                  <a:pt x="1214" y="153"/>
                  <a:pt x="1214" y="153"/>
                  <a:pt x="1214" y="153"/>
                </a:cubicBezTo>
                <a:cubicBezTo>
                  <a:pt x="1212" y="153"/>
                  <a:pt x="1212" y="153"/>
                  <a:pt x="1212" y="153"/>
                </a:cubicBezTo>
                <a:cubicBezTo>
                  <a:pt x="1212" y="153"/>
                  <a:pt x="1212" y="153"/>
                  <a:pt x="1212" y="153"/>
                </a:cubicBezTo>
                <a:cubicBezTo>
                  <a:pt x="1211" y="153"/>
                  <a:pt x="1211" y="153"/>
                  <a:pt x="1211" y="153"/>
                </a:cubicBezTo>
                <a:cubicBezTo>
                  <a:pt x="1211" y="153"/>
                  <a:pt x="1211" y="153"/>
                  <a:pt x="1211" y="153"/>
                </a:cubicBezTo>
                <a:cubicBezTo>
                  <a:pt x="1207" y="157"/>
                  <a:pt x="1207" y="157"/>
                  <a:pt x="1207" y="157"/>
                </a:cubicBezTo>
                <a:cubicBezTo>
                  <a:pt x="1207" y="157"/>
                  <a:pt x="1207" y="157"/>
                  <a:pt x="1207" y="157"/>
                </a:cubicBezTo>
                <a:cubicBezTo>
                  <a:pt x="1204" y="161"/>
                  <a:pt x="1204" y="161"/>
                  <a:pt x="1204" y="161"/>
                </a:cubicBezTo>
                <a:cubicBezTo>
                  <a:pt x="1204" y="161"/>
                  <a:pt x="1204" y="161"/>
                  <a:pt x="1204" y="161"/>
                </a:cubicBezTo>
                <a:cubicBezTo>
                  <a:pt x="1203" y="166"/>
                  <a:pt x="1203" y="166"/>
                  <a:pt x="1203" y="166"/>
                </a:cubicBezTo>
                <a:cubicBezTo>
                  <a:pt x="1203" y="166"/>
                  <a:pt x="1203" y="166"/>
                  <a:pt x="1203" y="166"/>
                </a:cubicBezTo>
                <a:cubicBezTo>
                  <a:pt x="1203" y="171"/>
                  <a:pt x="1203" y="171"/>
                  <a:pt x="1203" y="171"/>
                </a:cubicBezTo>
                <a:cubicBezTo>
                  <a:pt x="1203" y="171"/>
                  <a:pt x="1203" y="171"/>
                  <a:pt x="1203" y="171"/>
                </a:cubicBezTo>
                <a:cubicBezTo>
                  <a:pt x="1202" y="176"/>
                  <a:pt x="1202" y="176"/>
                  <a:pt x="1202" y="176"/>
                </a:cubicBezTo>
                <a:cubicBezTo>
                  <a:pt x="1202" y="176"/>
                  <a:pt x="1202" y="176"/>
                  <a:pt x="1202" y="176"/>
                </a:cubicBezTo>
                <a:cubicBezTo>
                  <a:pt x="1202" y="181"/>
                  <a:pt x="1202" y="181"/>
                  <a:pt x="1202" y="181"/>
                </a:cubicBezTo>
                <a:cubicBezTo>
                  <a:pt x="1202" y="181"/>
                  <a:pt x="1202" y="181"/>
                  <a:pt x="1202" y="181"/>
                </a:cubicBezTo>
                <a:cubicBezTo>
                  <a:pt x="1203" y="185"/>
                  <a:pt x="1203" y="185"/>
                  <a:pt x="1203" y="185"/>
                </a:cubicBezTo>
                <a:cubicBezTo>
                  <a:pt x="1203" y="185"/>
                  <a:pt x="1203" y="185"/>
                  <a:pt x="1203" y="185"/>
                </a:cubicBezTo>
                <a:cubicBezTo>
                  <a:pt x="1206" y="188"/>
                  <a:pt x="1206" y="188"/>
                  <a:pt x="1206" y="188"/>
                </a:cubicBezTo>
                <a:cubicBezTo>
                  <a:pt x="1206" y="188"/>
                  <a:pt x="1206" y="188"/>
                  <a:pt x="1206" y="188"/>
                </a:cubicBezTo>
                <a:cubicBezTo>
                  <a:pt x="1246" y="170"/>
                  <a:pt x="1246" y="170"/>
                  <a:pt x="1246" y="170"/>
                </a:cubicBezTo>
                <a:cubicBezTo>
                  <a:pt x="1246" y="170"/>
                  <a:pt x="1246" y="170"/>
                  <a:pt x="1246" y="170"/>
                </a:cubicBezTo>
                <a:cubicBezTo>
                  <a:pt x="1262" y="66"/>
                  <a:pt x="1262" y="66"/>
                  <a:pt x="1262" y="66"/>
                </a:cubicBezTo>
                <a:cubicBezTo>
                  <a:pt x="1262" y="66"/>
                  <a:pt x="1262" y="66"/>
                  <a:pt x="1262" y="66"/>
                </a:cubicBezTo>
                <a:cubicBezTo>
                  <a:pt x="1260" y="63"/>
                  <a:pt x="1260" y="63"/>
                  <a:pt x="1260" y="63"/>
                </a:cubicBezTo>
                <a:cubicBezTo>
                  <a:pt x="1260" y="63"/>
                  <a:pt x="1260" y="63"/>
                  <a:pt x="1260" y="63"/>
                </a:cubicBezTo>
                <a:cubicBezTo>
                  <a:pt x="1259" y="60"/>
                  <a:pt x="1259" y="60"/>
                  <a:pt x="1259" y="60"/>
                </a:cubicBezTo>
                <a:cubicBezTo>
                  <a:pt x="1259" y="60"/>
                  <a:pt x="1259" y="60"/>
                  <a:pt x="1259" y="60"/>
                </a:cubicBezTo>
                <a:cubicBezTo>
                  <a:pt x="1258" y="58"/>
                  <a:pt x="1258" y="58"/>
                  <a:pt x="1258" y="58"/>
                </a:cubicBezTo>
                <a:cubicBezTo>
                  <a:pt x="1258" y="58"/>
                  <a:pt x="1258" y="58"/>
                  <a:pt x="1258" y="58"/>
                </a:cubicBezTo>
                <a:cubicBezTo>
                  <a:pt x="1258" y="54"/>
                  <a:pt x="1258" y="54"/>
                  <a:pt x="1258" y="54"/>
                </a:cubicBezTo>
                <a:cubicBezTo>
                  <a:pt x="1258" y="54"/>
                  <a:pt x="1258" y="54"/>
                  <a:pt x="1258" y="54"/>
                </a:cubicBezTo>
                <a:cubicBezTo>
                  <a:pt x="1257" y="51"/>
                  <a:pt x="1257" y="51"/>
                  <a:pt x="1257" y="51"/>
                </a:cubicBezTo>
                <a:cubicBezTo>
                  <a:pt x="1257" y="51"/>
                  <a:pt x="1257" y="51"/>
                  <a:pt x="1257" y="51"/>
                </a:cubicBezTo>
                <a:cubicBezTo>
                  <a:pt x="1257" y="47"/>
                  <a:pt x="1257" y="47"/>
                  <a:pt x="1257" y="47"/>
                </a:cubicBezTo>
                <a:cubicBezTo>
                  <a:pt x="1257" y="47"/>
                  <a:pt x="1257" y="47"/>
                  <a:pt x="1257" y="47"/>
                </a:cubicBezTo>
                <a:cubicBezTo>
                  <a:pt x="1257" y="44"/>
                  <a:pt x="1257" y="44"/>
                  <a:pt x="1257" y="44"/>
                </a:cubicBezTo>
                <a:cubicBezTo>
                  <a:pt x="1257" y="44"/>
                  <a:pt x="1257" y="44"/>
                  <a:pt x="1257" y="44"/>
                </a:cubicBezTo>
                <a:cubicBezTo>
                  <a:pt x="1260" y="40"/>
                  <a:pt x="1260" y="40"/>
                  <a:pt x="1260" y="40"/>
                </a:cubicBezTo>
                <a:cubicBezTo>
                  <a:pt x="1260" y="40"/>
                  <a:pt x="1260" y="40"/>
                  <a:pt x="1260" y="40"/>
                </a:cubicBezTo>
                <a:cubicBezTo>
                  <a:pt x="1262" y="41"/>
                  <a:pt x="1262" y="41"/>
                  <a:pt x="1262" y="41"/>
                </a:cubicBezTo>
                <a:cubicBezTo>
                  <a:pt x="1262" y="41"/>
                  <a:pt x="1262" y="41"/>
                  <a:pt x="1262" y="41"/>
                </a:cubicBezTo>
                <a:cubicBezTo>
                  <a:pt x="1264" y="40"/>
                  <a:pt x="1264" y="40"/>
                  <a:pt x="1264" y="40"/>
                </a:cubicBezTo>
                <a:cubicBezTo>
                  <a:pt x="1264" y="40"/>
                  <a:pt x="1264" y="40"/>
                  <a:pt x="1264" y="40"/>
                </a:cubicBezTo>
                <a:cubicBezTo>
                  <a:pt x="1268" y="40"/>
                  <a:pt x="1268" y="40"/>
                  <a:pt x="1268" y="40"/>
                </a:cubicBezTo>
                <a:cubicBezTo>
                  <a:pt x="1268" y="40"/>
                  <a:pt x="1268" y="40"/>
                  <a:pt x="1268" y="40"/>
                </a:cubicBezTo>
                <a:cubicBezTo>
                  <a:pt x="1271" y="38"/>
                  <a:pt x="1271" y="38"/>
                  <a:pt x="1271" y="38"/>
                </a:cubicBezTo>
                <a:cubicBezTo>
                  <a:pt x="1271" y="38"/>
                  <a:pt x="1271" y="38"/>
                  <a:pt x="1271" y="38"/>
                </a:cubicBezTo>
                <a:cubicBezTo>
                  <a:pt x="1273" y="38"/>
                  <a:pt x="1273" y="38"/>
                  <a:pt x="1273" y="38"/>
                </a:cubicBezTo>
                <a:cubicBezTo>
                  <a:pt x="1273" y="38"/>
                  <a:pt x="1273" y="38"/>
                  <a:pt x="1273" y="38"/>
                </a:cubicBezTo>
                <a:cubicBezTo>
                  <a:pt x="1276" y="37"/>
                  <a:pt x="1276" y="37"/>
                  <a:pt x="1276" y="37"/>
                </a:cubicBezTo>
                <a:cubicBezTo>
                  <a:pt x="1276" y="37"/>
                  <a:pt x="1276" y="37"/>
                  <a:pt x="1276" y="37"/>
                </a:cubicBezTo>
                <a:cubicBezTo>
                  <a:pt x="1279" y="37"/>
                  <a:pt x="1279" y="37"/>
                  <a:pt x="1279" y="37"/>
                </a:cubicBezTo>
                <a:cubicBezTo>
                  <a:pt x="1279" y="37"/>
                  <a:pt x="1279" y="37"/>
                  <a:pt x="1279" y="37"/>
                </a:cubicBezTo>
                <a:cubicBezTo>
                  <a:pt x="1282" y="38"/>
                  <a:pt x="1282" y="38"/>
                  <a:pt x="1282" y="38"/>
                </a:cubicBezTo>
                <a:cubicBezTo>
                  <a:pt x="1282" y="38"/>
                  <a:pt x="1282" y="38"/>
                  <a:pt x="1282" y="38"/>
                </a:cubicBezTo>
                <a:cubicBezTo>
                  <a:pt x="1282" y="54"/>
                  <a:pt x="1282" y="54"/>
                  <a:pt x="1282" y="54"/>
                </a:cubicBezTo>
                <a:cubicBezTo>
                  <a:pt x="1282" y="54"/>
                  <a:pt x="1282" y="54"/>
                  <a:pt x="1282" y="54"/>
                </a:cubicBezTo>
                <a:cubicBezTo>
                  <a:pt x="1280" y="69"/>
                  <a:pt x="1280" y="69"/>
                  <a:pt x="1280" y="69"/>
                </a:cubicBezTo>
                <a:cubicBezTo>
                  <a:pt x="1280" y="69"/>
                  <a:pt x="1280" y="69"/>
                  <a:pt x="1280" y="69"/>
                </a:cubicBezTo>
                <a:cubicBezTo>
                  <a:pt x="1276" y="84"/>
                  <a:pt x="1276" y="84"/>
                  <a:pt x="1276" y="84"/>
                </a:cubicBezTo>
                <a:cubicBezTo>
                  <a:pt x="1276" y="84"/>
                  <a:pt x="1276" y="84"/>
                  <a:pt x="1276" y="84"/>
                </a:cubicBezTo>
                <a:cubicBezTo>
                  <a:pt x="1273" y="99"/>
                  <a:pt x="1273" y="99"/>
                  <a:pt x="1273" y="99"/>
                </a:cubicBezTo>
                <a:cubicBezTo>
                  <a:pt x="1273" y="99"/>
                  <a:pt x="1273" y="99"/>
                  <a:pt x="1273" y="99"/>
                </a:cubicBezTo>
                <a:cubicBezTo>
                  <a:pt x="1268" y="114"/>
                  <a:pt x="1268" y="114"/>
                  <a:pt x="1268" y="114"/>
                </a:cubicBezTo>
                <a:cubicBezTo>
                  <a:pt x="1268" y="114"/>
                  <a:pt x="1268" y="114"/>
                  <a:pt x="1268" y="114"/>
                </a:cubicBezTo>
                <a:cubicBezTo>
                  <a:pt x="1264" y="129"/>
                  <a:pt x="1264" y="129"/>
                  <a:pt x="1264" y="129"/>
                </a:cubicBezTo>
                <a:cubicBezTo>
                  <a:pt x="1264" y="129"/>
                  <a:pt x="1264" y="129"/>
                  <a:pt x="1264" y="129"/>
                </a:cubicBezTo>
                <a:cubicBezTo>
                  <a:pt x="1261" y="144"/>
                  <a:pt x="1261" y="144"/>
                  <a:pt x="1261" y="144"/>
                </a:cubicBezTo>
                <a:cubicBezTo>
                  <a:pt x="1261" y="144"/>
                  <a:pt x="1261" y="144"/>
                  <a:pt x="1261" y="144"/>
                </a:cubicBezTo>
                <a:cubicBezTo>
                  <a:pt x="1260" y="159"/>
                  <a:pt x="1260" y="159"/>
                  <a:pt x="1260" y="159"/>
                </a:cubicBezTo>
                <a:cubicBezTo>
                  <a:pt x="1260" y="159"/>
                  <a:pt x="1260" y="159"/>
                  <a:pt x="1260" y="159"/>
                </a:cubicBezTo>
                <a:cubicBezTo>
                  <a:pt x="1263" y="161"/>
                  <a:pt x="1263" y="161"/>
                  <a:pt x="1263" y="161"/>
                </a:cubicBezTo>
                <a:cubicBezTo>
                  <a:pt x="1263" y="161"/>
                  <a:pt x="1263" y="161"/>
                  <a:pt x="1263" y="161"/>
                </a:cubicBezTo>
                <a:cubicBezTo>
                  <a:pt x="1303" y="152"/>
                  <a:pt x="1303" y="152"/>
                  <a:pt x="1303" y="152"/>
                </a:cubicBezTo>
                <a:cubicBezTo>
                  <a:pt x="1303" y="152"/>
                  <a:pt x="1303" y="152"/>
                  <a:pt x="1303" y="152"/>
                </a:cubicBezTo>
                <a:cubicBezTo>
                  <a:pt x="1320" y="176"/>
                  <a:pt x="1320" y="176"/>
                  <a:pt x="1320" y="176"/>
                </a:cubicBezTo>
                <a:cubicBezTo>
                  <a:pt x="1320" y="176"/>
                  <a:pt x="1320" y="176"/>
                  <a:pt x="1320" y="176"/>
                </a:cubicBezTo>
                <a:cubicBezTo>
                  <a:pt x="1311" y="174"/>
                  <a:pt x="1311" y="174"/>
                  <a:pt x="1311" y="174"/>
                </a:cubicBezTo>
                <a:cubicBezTo>
                  <a:pt x="1311" y="174"/>
                  <a:pt x="1311" y="174"/>
                  <a:pt x="1311" y="174"/>
                </a:cubicBezTo>
                <a:cubicBezTo>
                  <a:pt x="1301" y="172"/>
                  <a:pt x="1301" y="172"/>
                  <a:pt x="1301" y="172"/>
                </a:cubicBezTo>
                <a:cubicBezTo>
                  <a:pt x="1301" y="172"/>
                  <a:pt x="1301" y="172"/>
                  <a:pt x="1301" y="172"/>
                </a:cubicBezTo>
                <a:cubicBezTo>
                  <a:pt x="1292" y="171"/>
                  <a:pt x="1292" y="171"/>
                  <a:pt x="1292" y="171"/>
                </a:cubicBezTo>
                <a:cubicBezTo>
                  <a:pt x="1292" y="171"/>
                  <a:pt x="1292" y="171"/>
                  <a:pt x="1292" y="171"/>
                </a:cubicBezTo>
                <a:cubicBezTo>
                  <a:pt x="1283" y="170"/>
                  <a:pt x="1283" y="170"/>
                  <a:pt x="1283" y="170"/>
                </a:cubicBezTo>
                <a:cubicBezTo>
                  <a:pt x="1283" y="170"/>
                  <a:pt x="1283" y="170"/>
                  <a:pt x="1283" y="170"/>
                </a:cubicBezTo>
                <a:cubicBezTo>
                  <a:pt x="1274" y="171"/>
                  <a:pt x="1274" y="171"/>
                  <a:pt x="1274" y="171"/>
                </a:cubicBezTo>
                <a:cubicBezTo>
                  <a:pt x="1274" y="171"/>
                  <a:pt x="1274" y="171"/>
                  <a:pt x="1274" y="171"/>
                </a:cubicBezTo>
                <a:cubicBezTo>
                  <a:pt x="1264" y="172"/>
                  <a:pt x="1264" y="172"/>
                  <a:pt x="1264" y="172"/>
                </a:cubicBezTo>
                <a:cubicBezTo>
                  <a:pt x="1264" y="172"/>
                  <a:pt x="1264" y="172"/>
                  <a:pt x="1264" y="172"/>
                </a:cubicBezTo>
                <a:cubicBezTo>
                  <a:pt x="1255" y="175"/>
                  <a:pt x="1255" y="175"/>
                  <a:pt x="1255" y="175"/>
                </a:cubicBezTo>
                <a:cubicBezTo>
                  <a:pt x="1255" y="175"/>
                  <a:pt x="1255" y="175"/>
                  <a:pt x="1255" y="175"/>
                </a:cubicBezTo>
                <a:cubicBezTo>
                  <a:pt x="1248" y="180"/>
                  <a:pt x="1248" y="180"/>
                  <a:pt x="1248" y="180"/>
                </a:cubicBezTo>
                <a:cubicBezTo>
                  <a:pt x="1248" y="180"/>
                  <a:pt x="1248" y="180"/>
                  <a:pt x="1248" y="180"/>
                </a:cubicBezTo>
                <a:cubicBezTo>
                  <a:pt x="1182" y="213"/>
                  <a:pt x="1182" y="213"/>
                  <a:pt x="1182" y="213"/>
                </a:cubicBezTo>
                <a:cubicBezTo>
                  <a:pt x="1182" y="213"/>
                  <a:pt x="1182" y="213"/>
                  <a:pt x="1182" y="213"/>
                </a:cubicBezTo>
                <a:cubicBezTo>
                  <a:pt x="1181" y="215"/>
                  <a:pt x="1181" y="215"/>
                  <a:pt x="1181" y="215"/>
                </a:cubicBezTo>
                <a:cubicBezTo>
                  <a:pt x="1181" y="215"/>
                  <a:pt x="1181" y="215"/>
                  <a:pt x="1181" y="215"/>
                </a:cubicBezTo>
                <a:cubicBezTo>
                  <a:pt x="1181" y="217"/>
                  <a:pt x="1181" y="217"/>
                  <a:pt x="1181" y="217"/>
                </a:cubicBezTo>
                <a:cubicBezTo>
                  <a:pt x="1181" y="217"/>
                  <a:pt x="1181" y="217"/>
                  <a:pt x="1181" y="217"/>
                </a:cubicBezTo>
                <a:cubicBezTo>
                  <a:pt x="1181" y="219"/>
                  <a:pt x="1181" y="219"/>
                  <a:pt x="1181" y="219"/>
                </a:cubicBezTo>
                <a:cubicBezTo>
                  <a:pt x="1181" y="219"/>
                  <a:pt x="1181" y="219"/>
                  <a:pt x="1181" y="219"/>
                </a:cubicBezTo>
                <a:cubicBezTo>
                  <a:pt x="1181" y="221"/>
                  <a:pt x="1181" y="221"/>
                  <a:pt x="1181" y="221"/>
                </a:cubicBezTo>
                <a:cubicBezTo>
                  <a:pt x="1181" y="221"/>
                  <a:pt x="1181" y="221"/>
                  <a:pt x="1181" y="221"/>
                </a:cubicBezTo>
                <a:cubicBezTo>
                  <a:pt x="1181" y="224"/>
                  <a:pt x="1181" y="224"/>
                  <a:pt x="1181" y="224"/>
                </a:cubicBezTo>
                <a:cubicBezTo>
                  <a:pt x="1181" y="224"/>
                  <a:pt x="1181" y="224"/>
                  <a:pt x="1181" y="224"/>
                </a:cubicBezTo>
                <a:cubicBezTo>
                  <a:pt x="1181" y="226"/>
                  <a:pt x="1181" y="226"/>
                  <a:pt x="1181" y="226"/>
                </a:cubicBezTo>
                <a:cubicBezTo>
                  <a:pt x="1181" y="226"/>
                  <a:pt x="1181" y="226"/>
                  <a:pt x="1181" y="226"/>
                </a:cubicBezTo>
                <a:cubicBezTo>
                  <a:pt x="1181" y="228"/>
                  <a:pt x="1181" y="228"/>
                  <a:pt x="1181" y="228"/>
                </a:cubicBezTo>
                <a:cubicBezTo>
                  <a:pt x="1181" y="228"/>
                  <a:pt x="1181" y="228"/>
                  <a:pt x="1181" y="228"/>
                </a:cubicBezTo>
                <a:cubicBezTo>
                  <a:pt x="1183" y="229"/>
                  <a:pt x="1183" y="229"/>
                  <a:pt x="1183" y="229"/>
                </a:cubicBezTo>
                <a:cubicBezTo>
                  <a:pt x="1183" y="229"/>
                  <a:pt x="1183" y="229"/>
                  <a:pt x="1183" y="229"/>
                </a:cubicBezTo>
                <a:cubicBezTo>
                  <a:pt x="1188" y="229"/>
                  <a:pt x="1188" y="229"/>
                  <a:pt x="1188" y="229"/>
                </a:cubicBezTo>
                <a:cubicBezTo>
                  <a:pt x="1188" y="229"/>
                  <a:pt x="1188" y="229"/>
                  <a:pt x="1188" y="229"/>
                </a:cubicBezTo>
                <a:cubicBezTo>
                  <a:pt x="1225" y="204"/>
                  <a:pt x="1225" y="204"/>
                  <a:pt x="1225" y="204"/>
                </a:cubicBezTo>
                <a:cubicBezTo>
                  <a:pt x="1225" y="204"/>
                  <a:pt x="1225" y="204"/>
                  <a:pt x="1225" y="204"/>
                </a:cubicBezTo>
                <a:cubicBezTo>
                  <a:pt x="1229" y="204"/>
                  <a:pt x="1229" y="204"/>
                  <a:pt x="1229" y="204"/>
                </a:cubicBezTo>
                <a:cubicBezTo>
                  <a:pt x="1229" y="204"/>
                  <a:pt x="1229" y="204"/>
                  <a:pt x="1229" y="204"/>
                </a:cubicBezTo>
                <a:cubicBezTo>
                  <a:pt x="1233" y="203"/>
                  <a:pt x="1233" y="203"/>
                  <a:pt x="1233" y="203"/>
                </a:cubicBezTo>
                <a:cubicBezTo>
                  <a:pt x="1233" y="203"/>
                  <a:pt x="1233" y="203"/>
                  <a:pt x="1233" y="203"/>
                </a:cubicBezTo>
                <a:cubicBezTo>
                  <a:pt x="1237" y="203"/>
                  <a:pt x="1237" y="203"/>
                  <a:pt x="1237" y="203"/>
                </a:cubicBezTo>
                <a:cubicBezTo>
                  <a:pt x="1237" y="203"/>
                  <a:pt x="1237" y="203"/>
                  <a:pt x="1237" y="203"/>
                </a:cubicBezTo>
                <a:cubicBezTo>
                  <a:pt x="1242" y="202"/>
                  <a:pt x="1242" y="202"/>
                  <a:pt x="1242" y="202"/>
                </a:cubicBezTo>
                <a:cubicBezTo>
                  <a:pt x="1242" y="202"/>
                  <a:pt x="1242" y="202"/>
                  <a:pt x="1242" y="202"/>
                </a:cubicBezTo>
                <a:cubicBezTo>
                  <a:pt x="1245" y="203"/>
                  <a:pt x="1245" y="203"/>
                  <a:pt x="1245" y="203"/>
                </a:cubicBezTo>
                <a:cubicBezTo>
                  <a:pt x="1245" y="203"/>
                  <a:pt x="1245" y="203"/>
                  <a:pt x="1245" y="203"/>
                </a:cubicBezTo>
                <a:cubicBezTo>
                  <a:pt x="1251" y="204"/>
                  <a:pt x="1251" y="204"/>
                  <a:pt x="1251" y="204"/>
                </a:cubicBezTo>
                <a:cubicBezTo>
                  <a:pt x="1251" y="204"/>
                  <a:pt x="1251" y="204"/>
                  <a:pt x="1251" y="204"/>
                </a:cubicBezTo>
                <a:cubicBezTo>
                  <a:pt x="1254" y="206"/>
                  <a:pt x="1254" y="206"/>
                  <a:pt x="1254" y="206"/>
                </a:cubicBezTo>
                <a:cubicBezTo>
                  <a:pt x="1254" y="206"/>
                  <a:pt x="1254" y="206"/>
                  <a:pt x="1254" y="206"/>
                </a:cubicBezTo>
                <a:cubicBezTo>
                  <a:pt x="1259" y="207"/>
                  <a:pt x="1259" y="207"/>
                  <a:pt x="1259" y="207"/>
                </a:cubicBezTo>
                <a:cubicBezTo>
                  <a:pt x="1259" y="207"/>
                  <a:pt x="1259" y="207"/>
                  <a:pt x="1259" y="207"/>
                </a:cubicBezTo>
                <a:cubicBezTo>
                  <a:pt x="1244" y="229"/>
                  <a:pt x="1237" y="234"/>
                  <a:pt x="1237" y="235"/>
                </a:cubicBezTo>
                <a:cubicBezTo>
                  <a:pt x="1237" y="235"/>
                  <a:pt x="1237" y="235"/>
                  <a:pt x="1237" y="235"/>
                </a:cubicBezTo>
                <a:cubicBezTo>
                  <a:pt x="1237" y="236"/>
                  <a:pt x="1237" y="236"/>
                  <a:pt x="1237" y="236"/>
                </a:cubicBezTo>
                <a:cubicBezTo>
                  <a:pt x="1234" y="239"/>
                  <a:pt x="1234" y="239"/>
                  <a:pt x="1234" y="239"/>
                </a:cubicBezTo>
                <a:cubicBezTo>
                  <a:pt x="1232" y="241"/>
                  <a:pt x="1232" y="241"/>
                  <a:pt x="1232" y="241"/>
                </a:cubicBezTo>
                <a:cubicBezTo>
                  <a:pt x="1232" y="241"/>
                  <a:pt x="1232" y="241"/>
                  <a:pt x="1232" y="241"/>
                </a:cubicBezTo>
                <a:cubicBezTo>
                  <a:pt x="1231" y="242"/>
                  <a:pt x="1231" y="242"/>
                  <a:pt x="1231" y="242"/>
                </a:cubicBezTo>
                <a:cubicBezTo>
                  <a:pt x="1231" y="242"/>
                  <a:pt x="1231" y="242"/>
                  <a:pt x="1231" y="242"/>
                </a:cubicBezTo>
                <a:cubicBezTo>
                  <a:pt x="1230" y="243"/>
                  <a:pt x="1230" y="243"/>
                  <a:pt x="1230" y="243"/>
                </a:cubicBezTo>
                <a:cubicBezTo>
                  <a:pt x="1230" y="243"/>
                  <a:pt x="1230" y="243"/>
                  <a:pt x="1230" y="243"/>
                </a:cubicBezTo>
                <a:cubicBezTo>
                  <a:pt x="1230" y="243"/>
                  <a:pt x="1230" y="243"/>
                  <a:pt x="1230" y="243"/>
                </a:cubicBezTo>
                <a:cubicBezTo>
                  <a:pt x="1230" y="243"/>
                  <a:pt x="1230" y="243"/>
                  <a:pt x="1230" y="243"/>
                </a:cubicBezTo>
                <a:cubicBezTo>
                  <a:pt x="1230" y="245"/>
                  <a:pt x="1230" y="245"/>
                  <a:pt x="1230" y="245"/>
                </a:cubicBezTo>
                <a:cubicBezTo>
                  <a:pt x="1230" y="245"/>
                  <a:pt x="1230" y="245"/>
                  <a:pt x="1230" y="245"/>
                </a:cubicBezTo>
                <a:cubicBezTo>
                  <a:pt x="1230" y="246"/>
                  <a:pt x="1230" y="246"/>
                  <a:pt x="1230" y="246"/>
                </a:cubicBezTo>
                <a:cubicBezTo>
                  <a:pt x="1230" y="246"/>
                  <a:pt x="1230" y="246"/>
                  <a:pt x="1230" y="246"/>
                </a:cubicBezTo>
                <a:cubicBezTo>
                  <a:pt x="1230" y="248"/>
                  <a:pt x="1230" y="248"/>
                  <a:pt x="1230" y="248"/>
                </a:cubicBezTo>
                <a:cubicBezTo>
                  <a:pt x="1230" y="248"/>
                  <a:pt x="1230" y="248"/>
                  <a:pt x="1230" y="248"/>
                </a:cubicBezTo>
                <a:cubicBezTo>
                  <a:pt x="1230" y="249"/>
                  <a:pt x="1230" y="249"/>
                  <a:pt x="1230" y="249"/>
                </a:cubicBezTo>
                <a:cubicBezTo>
                  <a:pt x="1230" y="249"/>
                  <a:pt x="1230" y="249"/>
                  <a:pt x="1230" y="249"/>
                </a:cubicBezTo>
                <a:cubicBezTo>
                  <a:pt x="1230" y="251"/>
                  <a:pt x="1230" y="251"/>
                  <a:pt x="1230" y="251"/>
                </a:cubicBezTo>
                <a:cubicBezTo>
                  <a:pt x="1230" y="251"/>
                  <a:pt x="1230" y="251"/>
                  <a:pt x="1230" y="251"/>
                </a:cubicBezTo>
                <a:cubicBezTo>
                  <a:pt x="1231" y="252"/>
                  <a:pt x="1231" y="252"/>
                  <a:pt x="1231" y="252"/>
                </a:cubicBezTo>
                <a:cubicBezTo>
                  <a:pt x="1231" y="252"/>
                  <a:pt x="1231" y="252"/>
                  <a:pt x="1231" y="252"/>
                </a:cubicBezTo>
                <a:cubicBezTo>
                  <a:pt x="1232" y="253"/>
                  <a:pt x="1232" y="253"/>
                  <a:pt x="1232" y="253"/>
                </a:cubicBezTo>
                <a:cubicBezTo>
                  <a:pt x="1232" y="253"/>
                  <a:pt x="1232" y="253"/>
                  <a:pt x="1232" y="253"/>
                </a:cubicBezTo>
                <a:cubicBezTo>
                  <a:pt x="1233" y="253"/>
                  <a:pt x="1233" y="253"/>
                  <a:pt x="1233" y="253"/>
                </a:cubicBezTo>
                <a:cubicBezTo>
                  <a:pt x="1233" y="253"/>
                  <a:pt x="1233" y="253"/>
                  <a:pt x="1233" y="253"/>
                </a:cubicBezTo>
                <a:cubicBezTo>
                  <a:pt x="1233" y="255"/>
                  <a:pt x="1233" y="255"/>
                  <a:pt x="1233" y="255"/>
                </a:cubicBezTo>
                <a:cubicBezTo>
                  <a:pt x="1233" y="255"/>
                  <a:pt x="1233" y="255"/>
                  <a:pt x="1233" y="255"/>
                </a:cubicBezTo>
                <a:cubicBezTo>
                  <a:pt x="1235" y="256"/>
                  <a:pt x="1235" y="256"/>
                  <a:pt x="1235" y="256"/>
                </a:cubicBezTo>
                <a:cubicBezTo>
                  <a:pt x="1235" y="256"/>
                  <a:pt x="1235" y="256"/>
                  <a:pt x="1235" y="256"/>
                </a:cubicBezTo>
                <a:cubicBezTo>
                  <a:pt x="1235" y="256"/>
                  <a:pt x="1235" y="256"/>
                  <a:pt x="1235" y="256"/>
                </a:cubicBezTo>
                <a:cubicBezTo>
                  <a:pt x="1235" y="256"/>
                  <a:pt x="1235" y="256"/>
                  <a:pt x="1235" y="256"/>
                </a:cubicBezTo>
                <a:cubicBezTo>
                  <a:pt x="1237" y="257"/>
                  <a:pt x="1237" y="257"/>
                  <a:pt x="1237" y="257"/>
                </a:cubicBezTo>
                <a:cubicBezTo>
                  <a:pt x="1237" y="257"/>
                  <a:pt x="1237" y="257"/>
                  <a:pt x="1237" y="257"/>
                </a:cubicBezTo>
                <a:cubicBezTo>
                  <a:pt x="1236" y="263"/>
                  <a:pt x="1236" y="263"/>
                  <a:pt x="1236" y="263"/>
                </a:cubicBezTo>
                <a:cubicBezTo>
                  <a:pt x="1236" y="263"/>
                  <a:pt x="1236" y="263"/>
                  <a:pt x="1236" y="263"/>
                </a:cubicBezTo>
                <a:cubicBezTo>
                  <a:pt x="1234" y="266"/>
                  <a:pt x="1234" y="266"/>
                  <a:pt x="1234" y="266"/>
                </a:cubicBezTo>
                <a:cubicBezTo>
                  <a:pt x="1234" y="266"/>
                  <a:pt x="1234" y="266"/>
                  <a:pt x="1234" y="266"/>
                </a:cubicBezTo>
                <a:cubicBezTo>
                  <a:pt x="1232" y="267"/>
                  <a:pt x="1232" y="267"/>
                  <a:pt x="1232" y="267"/>
                </a:cubicBezTo>
                <a:cubicBezTo>
                  <a:pt x="1232" y="267"/>
                  <a:pt x="1232" y="267"/>
                  <a:pt x="1232" y="267"/>
                </a:cubicBezTo>
                <a:cubicBezTo>
                  <a:pt x="1230" y="269"/>
                  <a:pt x="1230" y="269"/>
                  <a:pt x="1230" y="269"/>
                </a:cubicBezTo>
                <a:cubicBezTo>
                  <a:pt x="1230" y="269"/>
                  <a:pt x="1230" y="269"/>
                  <a:pt x="1230" y="269"/>
                </a:cubicBezTo>
                <a:cubicBezTo>
                  <a:pt x="1229" y="269"/>
                  <a:pt x="1229" y="269"/>
                  <a:pt x="1229" y="269"/>
                </a:cubicBezTo>
                <a:cubicBezTo>
                  <a:pt x="1229" y="269"/>
                  <a:pt x="1229" y="269"/>
                  <a:pt x="1229" y="269"/>
                </a:cubicBezTo>
                <a:cubicBezTo>
                  <a:pt x="1225" y="271"/>
                  <a:pt x="1225" y="271"/>
                  <a:pt x="1225" y="271"/>
                </a:cubicBezTo>
                <a:cubicBezTo>
                  <a:pt x="1225" y="271"/>
                  <a:pt x="1225" y="271"/>
                  <a:pt x="1225" y="271"/>
                </a:cubicBezTo>
                <a:cubicBezTo>
                  <a:pt x="1223" y="272"/>
                  <a:pt x="1223" y="272"/>
                  <a:pt x="1223" y="272"/>
                </a:cubicBezTo>
                <a:cubicBezTo>
                  <a:pt x="1223" y="272"/>
                  <a:pt x="1223" y="272"/>
                  <a:pt x="1223" y="272"/>
                </a:cubicBezTo>
                <a:cubicBezTo>
                  <a:pt x="1221" y="274"/>
                  <a:pt x="1221" y="274"/>
                  <a:pt x="1221" y="274"/>
                </a:cubicBezTo>
                <a:cubicBezTo>
                  <a:pt x="1221" y="274"/>
                  <a:pt x="1221" y="274"/>
                  <a:pt x="1221" y="274"/>
                </a:cubicBezTo>
                <a:cubicBezTo>
                  <a:pt x="1219" y="275"/>
                  <a:pt x="1219" y="275"/>
                  <a:pt x="1219" y="275"/>
                </a:cubicBezTo>
                <a:cubicBezTo>
                  <a:pt x="1219" y="275"/>
                  <a:pt x="1219" y="275"/>
                  <a:pt x="1219" y="275"/>
                </a:cubicBezTo>
                <a:cubicBezTo>
                  <a:pt x="1217" y="278"/>
                  <a:pt x="1217" y="278"/>
                  <a:pt x="1217" y="278"/>
                </a:cubicBezTo>
                <a:cubicBezTo>
                  <a:pt x="1217" y="278"/>
                  <a:pt x="1217" y="278"/>
                  <a:pt x="1217" y="278"/>
                </a:cubicBezTo>
                <a:cubicBezTo>
                  <a:pt x="1218" y="280"/>
                  <a:pt x="1218" y="280"/>
                  <a:pt x="1218" y="280"/>
                </a:cubicBezTo>
                <a:cubicBezTo>
                  <a:pt x="1218" y="280"/>
                  <a:pt x="1218" y="280"/>
                  <a:pt x="1218" y="280"/>
                </a:cubicBezTo>
                <a:cubicBezTo>
                  <a:pt x="1218" y="282"/>
                  <a:pt x="1218" y="282"/>
                  <a:pt x="1218" y="282"/>
                </a:cubicBezTo>
                <a:cubicBezTo>
                  <a:pt x="1218" y="282"/>
                  <a:pt x="1218" y="282"/>
                  <a:pt x="1218" y="282"/>
                </a:cubicBezTo>
                <a:cubicBezTo>
                  <a:pt x="1221" y="282"/>
                  <a:pt x="1221" y="282"/>
                  <a:pt x="1221" y="282"/>
                </a:cubicBezTo>
                <a:cubicBezTo>
                  <a:pt x="1221" y="282"/>
                  <a:pt x="1221" y="282"/>
                  <a:pt x="1221" y="282"/>
                </a:cubicBezTo>
                <a:cubicBezTo>
                  <a:pt x="1222" y="284"/>
                  <a:pt x="1222" y="284"/>
                  <a:pt x="1222" y="284"/>
                </a:cubicBezTo>
                <a:cubicBezTo>
                  <a:pt x="1222" y="284"/>
                  <a:pt x="1222" y="284"/>
                  <a:pt x="1222" y="284"/>
                </a:cubicBezTo>
                <a:cubicBezTo>
                  <a:pt x="1225" y="285"/>
                  <a:pt x="1225" y="285"/>
                  <a:pt x="1225" y="285"/>
                </a:cubicBezTo>
                <a:cubicBezTo>
                  <a:pt x="1225" y="285"/>
                  <a:pt x="1225" y="285"/>
                  <a:pt x="1225" y="285"/>
                </a:cubicBezTo>
                <a:cubicBezTo>
                  <a:pt x="1226" y="286"/>
                  <a:pt x="1226" y="286"/>
                  <a:pt x="1226" y="286"/>
                </a:cubicBezTo>
                <a:cubicBezTo>
                  <a:pt x="1226" y="286"/>
                  <a:pt x="1226" y="286"/>
                  <a:pt x="1226" y="286"/>
                </a:cubicBezTo>
                <a:cubicBezTo>
                  <a:pt x="1230" y="287"/>
                  <a:pt x="1230" y="287"/>
                  <a:pt x="1230" y="287"/>
                </a:cubicBezTo>
                <a:cubicBezTo>
                  <a:pt x="1230" y="287"/>
                  <a:pt x="1230" y="287"/>
                  <a:pt x="1230" y="287"/>
                </a:cubicBezTo>
                <a:cubicBezTo>
                  <a:pt x="1230" y="289"/>
                  <a:pt x="1230" y="289"/>
                  <a:pt x="1230" y="289"/>
                </a:cubicBezTo>
                <a:cubicBezTo>
                  <a:pt x="1230" y="289"/>
                  <a:pt x="1230" y="289"/>
                  <a:pt x="1230" y="289"/>
                </a:cubicBezTo>
                <a:cubicBezTo>
                  <a:pt x="1230" y="290"/>
                  <a:pt x="1230" y="290"/>
                  <a:pt x="1230" y="290"/>
                </a:cubicBezTo>
                <a:cubicBezTo>
                  <a:pt x="1230" y="290"/>
                  <a:pt x="1230" y="290"/>
                  <a:pt x="1230" y="290"/>
                </a:cubicBezTo>
                <a:cubicBezTo>
                  <a:pt x="1230" y="291"/>
                  <a:pt x="1230" y="291"/>
                  <a:pt x="1230" y="291"/>
                </a:cubicBezTo>
                <a:cubicBezTo>
                  <a:pt x="1230" y="291"/>
                  <a:pt x="1230" y="291"/>
                  <a:pt x="1230" y="291"/>
                </a:cubicBezTo>
                <a:cubicBezTo>
                  <a:pt x="1231" y="292"/>
                  <a:pt x="1231" y="292"/>
                  <a:pt x="1231" y="292"/>
                </a:cubicBezTo>
                <a:cubicBezTo>
                  <a:pt x="1231" y="292"/>
                  <a:pt x="1231" y="292"/>
                  <a:pt x="1231" y="292"/>
                </a:cubicBezTo>
                <a:cubicBezTo>
                  <a:pt x="1231" y="294"/>
                  <a:pt x="1231" y="294"/>
                  <a:pt x="1231" y="294"/>
                </a:cubicBezTo>
                <a:cubicBezTo>
                  <a:pt x="1231" y="294"/>
                  <a:pt x="1231" y="294"/>
                  <a:pt x="1231" y="294"/>
                </a:cubicBezTo>
                <a:cubicBezTo>
                  <a:pt x="1231" y="295"/>
                  <a:pt x="1231" y="295"/>
                  <a:pt x="1231" y="295"/>
                </a:cubicBezTo>
                <a:cubicBezTo>
                  <a:pt x="1231" y="295"/>
                  <a:pt x="1231" y="295"/>
                  <a:pt x="1231" y="295"/>
                </a:cubicBezTo>
                <a:cubicBezTo>
                  <a:pt x="1231" y="295"/>
                  <a:pt x="1231" y="295"/>
                  <a:pt x="1231" y="295"/>
                </a:cubicBezTo>
                <a:cubicBezTo>
                  <a:pt x="1231" y="295"/>
                  <a:pt x="1231" y="295"/>
                  <a:pt x="1231" y="295"/>
                </a:cubicBezTo>
                <a:cubicBezTo>
                  <a:pt x="1231" y="296"/>
                  <a:pt x="1231" y="296"/>
                  <a:pt x="1231" y="296"/>
                </a:cubicBezTo>
                <a:cubicBezTo>
                  <a:pt x="1231" y="296"/>
                  <a:pt x="1231" y="296"/>
                  <a:pt x="1231" y="296"/>
                </a:cubicBezTo>
                <a:cubicBezTo>
                  <a:pt x="1225" y="298"/>
                  <a:pt x="1225" y="298"/>
                  <a:pt x="1225" y="298"/>
                </a:cubicBezTo>
                <a:cubicBezTo>
                  <a:pt x="1225" y="298"/>
                  <a:pt x="1225" y="298"/>
                  <a:pt x="1225" y="298"/>
                </a:cubicBezTo>
                <a:cubicBezTo>
                  <a:pt x="1223" y="301"/>
                  <a:pt x="1223" y="301"/>
                  <a:pt x="1223" y="301"/>
                </a:cubicBezTo>
                <a:cubicBezTo>
                  <a:pt x="1223" y="301"/>
                  <a:pt x="1223" y="301"/>
                  <a:pt x="1223" y="301"/>
                </a:cubicBezTo>
                <a:cubicBezTo>
                  <a:pt x="1223" y="302"/>
                  <a:pt x="1223" y="302"/>
                  <a:pt x="1223" y="302"/>
                </a:cubicBezTo>
                <a:cubicBezTo>
                  <a:pt x="1223" y="302"/>
                  <a:pt x="1223" y="302"/>
                  <a:pt x="1223" y="302"/>
                </a:cubicBezTo>
                <a:cubicBezTo>
                  <a:pt x="1225" y="305"/>
                  <a:pt x="1225" y="305"/>
                  <a:pt x="1225" y="305"/>
                </a:cubicBezTo>
                <a:cubicBezTo>
                  <a:pt x="1225" y="305"/>
                  <a:pt x="1225" y="305"/>
                  <a:pt x="1225" y="305"/>
                </a:cubicBezTo>
                <a:cubicBezTo>
                  <a:pt x="1225" y="306"/>
                  <a:pt x="1225" y="306"/>
                  <a:pt x="1225" y="306"/>
                </a:cubicBezTo>
                <a:cubicBezTo>
                  <a:pt x="1225" y="306"/>
                  <a:pt x="1225" y="306"/>
                  <a:pt x="1225" y="306"/>
                </a:cubicBezTo>
                <a:cubicBezTo>
                  <a:pt x="1226" y="309"/>
                  <a:pt x="1226" y="309"/>
                  <a:pt x="1226" y="309"/>
                </a:cubicBezTo>
                <a:cubicBezTo>
                  <a:pt x="1226" y="309"/>
                  <a:pt x="1226" y="309"/>
                  <a:pt x="1226" y="309"/>
                </a:cubicBezTo>
                <a:cubicBezTo>
                  <a:pt x="1227" y="310"/>
                  <a:pt x="1227" y="310"/>
                  <a:pt x="1227" y="310"/>
                </a:cubicBezTo>
                <a:cubicBezTo>
                  <a:pt x="1227" y="310"/>
                  <a:pt x="1227" y="310"/>
                  <a:pt x="1227" y="310"/>
                </a:cubicBezTo>
                <a:cubicBezTo>
                  <a:pt x="1227" y="312"/>
                  <a:pt x="1227" y="312"/>
                  <a:pt x="1227" y="312"/>
                </a:cubicBezTo>
                <a:cubicBezTo>
                  <a:pt x="1227" y="312"/>
                  <a:pt x="1227" y="312"/>
                  <a:pt x="1227" y="312"/>
                </a:cubicBezTo>
                <a:cubicBezTo>
                  <a:pt x="1227" y="313"/>
                  <a:pt x="1227" y="313"/>
                  <a:pt x="1227" y="313"/>
                </a:cubicBezTo>
                <a:cubicBezTo>
                  <a:pt x="1227" y="313"/>
                  <a:pt x="1227" y="313"/>
                  <a:pt x="1227" y="313"/>
                </a:cubicBezTo>
                <a:cubicBezTo>
                  <a:pt x="1225" y="316"/>
                  <a:pt x="1225" y="316"/>
                  <a:pt x="1225" y="316"/>
                </a:cubicBezTo>
                <a:cubicBezTo>
                  <a:pt x="1225" y="316"/>
                  <a:pt x="1225" y="316"/>
                  <a:pt x="1225" y="316"/>
                </a:cubicBezTo>
                <a:cubicBezTo>
                  <a:pt x="1222" y="317"/>
                  <a:pt x="1222" y="317"/>
                  <a:pt x="1222" y="317"/>
                </a:cubicBezTo>
                <a:cubicBezTo>
                  <a:pt x="1222" y="317"/>
                  <a:pt x="1222" y="317"/>
                  <a:pt x="1222" y="317"/>
                </a:cubicBezTo>
                <a:cubicBezTo>
                  <a:pt x="1220" y="318"/>
                  <a:pt x="1220" y="318"/>
                  <a:pt x="1220" y="318"/>
                </a:cubicBezTo>
                <a:cubicBezTo>
                  <a:pt x="1220" y="318"/>
                  <a:pt x="1220" y="318"/>
                  <a:pt x="1220" y="318"/>
                </a:cubicBezTo>
                <a:cubicBezTo>
                  <a:pt x="1218" y="318"/>
                  <a:pt x="1218" y="318"/>
                  <a:pt x="1218" y="318"/>
                </a:cubicBezTo>
                <a:cubicBezTo>
                  <a:pt x="1218" y="318"/>
                  <a:pt x="1218" y="318"/>
                  <a:pt x="1218" y="318"/>
                </a:cubicBezTo>
                <a:cubicBezTo>
                  <a:pt x="1215" y="319"/>
                  <a:pt x="1215" y="319"/>
                  <a:pt x="1215" y="319"/>
                </a:cubicBezTo>
                <a:cubicBezTo>
                  <a:pt x="1215" y="319"/>
                  <a:pt x="1215" y="319"/>
                  <a:pt x="1215" y="319"/>
                </a:cubicBezTo>
                <a:cubicBezTo>
                  <a:pt x="1213" y="320"/>
                  <a:pt x="1213" y="320"/>
                  <a:pt x="1213" y="320"/>
                </a:cubicBezTo>
                <a:cubicBezTo>
                  <a:pt x="1213" y="320"/>
                  <a:pt x="1213" y="320"/>
                  <a:pt x="1213" y="320"/>
                </a:cubicBezTo>
                <a:cubicBezTo>
                  <a:pt x="1210" y="321"/>
                  <a:pt x="1210" y="321"/>
                  <a:pt x="1210" y="321"/>
                </a:cubicBezTo>
                <a:cubicBezTo>
                  <a:pt x="1210" y="321"/>
                  <a:pt x="1210" y="321"/>
                  <a:pt x="1210" y="321"/>
                </a:cubicBezTo>
                <a:cubicBezTo>
                  <a:pt x="1209" y="322"/>
                  <a:pt x="1209" y="322"/>
                  <a:pt x="1209" y="322"/>
                </a:cubicBezTo>
                <a:cubicBezTo>
                  <a:pt x="1209" y="322"/>
                  <a:pt x="1209" y="322"/>
                  <a:pt x="1209" y="322"/>
                </a:cubicBezTo>
                <a:cubicBezTo>
                  <a:pt x="1207" y="406"/>
                  <a:pt x="1207" y="406"/>
                  <a:pt x="1207" y="406"/>
                </a:cubicBezTo>
                <a:cubicBezTo>
                  <a:pt x="1207" y="406"/>
                  <a:pt x="1207" y="406"/>
                  <a:pt x="1207" y="406"/>
                </a:cubicBezTo>
                <a:cubicBezTo>
                  <a:pt x="1199" y="407"/>
                  <a:pt x="1199" y="407"/>
                  <a:pt x="1199" y="407"/>
                </a:cubicBezTo>
                <a:cubicBezTo>
                  <a:pt x="1199" y="407"/>
                  <a:pt x="1199" y="407"/>
                  <a:pt x="1199" y="407"/>
                </a:cubicBezTo>
                <a:cubicBezTo>
                  <a:pt x="1195" y="404"/>
                  <a:pt x="1195" y="404"/>
                  <a:pt x="1195" y="404"/>
                </a:cubicBezTo>
                <a:cubicBezTo>
                  <a:pt x="1195" y="404"/>
                  <a:pt x="1195" y="404"/>
                  <a:pt x="1195" y="404"/>
                </a:cubicBezTo>
                <a:cubicBezTo>
                  <a:pt x="1192" y="400"/>
                  <a:pt x="1192" y="400"/>
                  <a:pt x="1192" y="400"/>
                </a:cubicBezTo>
                <a:cubicBezTo>
                  <a:pt x="1192" y="400"/>
                  <a:pt x="1192" y="400"/>
                  <a:pt x="1192" y="400"/>
                </a:cubicBezTo>
                <a:cubicBezTo>
                  <a:pt x="1187" y="398"/>
                  <a:pt x="1187" y="398"/>
                  <a:pt x="1187" y="398"/>
                </a:cubicBezTo>
                <a:cubicBezTo>
                  <a:pt x="1187" y="398"/>
                  <a:pt x="1187" y="398"/>
                  <a:pt x="1187" y="398"/>
                </a:cubicBezTo>
                <a:cubicBezTo>
                  <a:pt x="1182" y="396"/>
                  <a:pt x="1182" y="396"/>
                  <a:pt x="1182" y="396"/>
                </a:cubicBezTo>
                <a:cubicBezTo>
                  <a:pt x="1182" y="396"/>
                  <a:pt x="1182" y="396"/>
                  <a:pt x="1182" y="396"/>
                </a:cubicBezTo>
                <a:cubicBezTo>
                  <a:pt x="1176" y="396"/>
                  <a:pt x="1176" y="396"/>
                  <a:pt x="1176" y="396"/>
                </a:cubicBezTo>
                <a:cubicBezTo>
                  <a:pt x="1176" y="396"/>
                  <a:pt x="1176" y="396"/>
                  <a:pt x="1176" y="396"/>
                </a:cubicBezTo>
                <a:cubicBezTo>
                  <a:pt x="1171" y="394"/>
                  <a:pt x="1171" y="394"/>
                  <a:pt x="1171" y="394"/>
                </a:cubicBezTo>
                <a:cubicBezTo>
                  <a:pt x="1171" y="394"/>
                  <a:pt x="1171" y="394"/>
                  <a:pt x="1171" y="394"/>
                </a:cubicBezTo>
                <a:cubicBezTo>
                  <a:pt x="1166" y="392"/>
                  <a:pt x="1166" y="392"/>
                  <a:pt x="1166" y="392"/>
                </a:cubicBezTo>
                <a:cubicBezTo>
                  <a:pt x="1166" y="392"/>
                  <a:pt x="1166" y="392"/>
                  <a:pt x="1166" y="392"/>
                </a:cubicBezTo>
                <a:cubicBezTo>
                  <a:pt x="1161" y="389"/>
                  <a:pt x="1161" y="389"/>
                  <a:pt x="1161" y="389"/>
                </a:cubicBezTo>
                <a:cubicBezTo>
                  <a:pt x="1161" y="389"/>
                  <a:pt x="1161" y="389"/>
                  <a:pt x="1161" y="389"/>
                </a:cubicBezTo>
                <a:cubicBezTo>
                  <a:pt x="1155" y="390"/>
                  <a:pt x="1155" y="390"/>
                  <a:pt x="1155" y="390"/>
                </a:cubicBezTo>
                <a:cubicBezTo>
                  <a:pt x="1155" y="390"/>
                  <a:pt x="1155" y="390"/>
                  <a:pt x="1155" y="390"/>
                </a:cubicBezTo>
                <a:cubicBezTo>
                  <a:pt x="1132" y="409"/>
                  <a:pt x="1132" y="409"/>
                  <a:pt x="1132" y="409"/>
                </a:cubicBezTo>
                <a:cubicBezTo>
                  <a:pt x="1132" y="409"/>
                  <a:pt x="1132" y="409"/>
                  <a:pt x="1132" y="409"/>
                </a:cubicBezTo>
                <a:cubicBezTo>
                  <a:pt x="1124" y="414"/>
                  <a:pt x="1124" y="414"/>
                  <a:pt x="1124" y="414"/>
                </a:cubicBezTo>
                <a:cubicBezTo>
                  <a:pt x="1124" y="414"/>
                  <a:pt x="1124" y="414"/>
                  <a:pt x="1124" y="414"/>
                </a:cubicBezTo>
                <a:cubicBezTo>
                  <a:pt x="1120" y="420"/>
                  <a:pt x="1120" y="420"/>
                  <a:pt x="1120" y="420"/>
                </a:cubicBezTo>
                <a:cubicBezTo>
                  <a:pt x="1120" y="420"/>
                  <a:pt x="1120" y="420"/>
                  <a:pt x="1120" y="420"/>
                </a:cubicBezTo>
                <a:cubicBezTo>
                  <a:pt x="1117" y="426"/>
                  <a:pt x="1117" y="426"/>
                  <a:pt x="1117" y="426"/>
                </a:cubicBezTo>
                <a:cubicBezTo>
                  <a:pt x="1117" y="426"/>
                  <a:pt x="1117" y="426"/>
                  <a:pt x="1117" y="426"/>
                </a:cubicBezTo>
                <a:cubicBezTo>
                  <a:pt x="1114" y="432"/>
                  <a:pt x="1114" y="432"/>
                  <a:pt x="1114" y="432"/>
                </a:cubicBezTo>
                <a:cubicBezTo>
                  <a:pt x="1114" y="432"/>
                  <a:pt x="1114" y="432"/>
                  <a:pt x="1114" y="432"/>
                </a:cubicBezTo>
                <a:cubicBezTo>
                  <a:pt x="1110" y="439"/>
                  <a:pt x="1110" y="439"/>
                  <a:pt x="1110" y="439"/>
                </a:cubicBezTo>
                <a:cubicBezTo>
                  <a:pt x="1110" y="439"/>
                  <a:pt x="1110" y="439"/>
                  <a:pt x="1110" y="439"/>
                </a:cubicBezTo>
                <a:cubicBezTo>
                  <a:pt x="1106" y="445"/>
                  <a:pt x="1106" y="445"/>
                  <a:pt x="1106" y="445"/>
                </a:cubicBezTo>
                <a:cubicBezTo>
                  <a:pt x="1106" y="445"/>
                  <a:pt x="1106" y="445"/>
                  <a:pt x="1106" y="445"/>
                </a:cubicBezTo>
                <a:cubicBezTo>
                  <a:pt x="1101" y="451"/>
                  <a:pt x="1101" y="451"/>
                  <a:pt x="1101" y="451"/>
                </a:cubicBezTo>
                <a:cubicBezTo>
                  <a:pt x="1101" y="451"/>
                  <a:pt x="1101" y="451"/>
                  <a:pt x="1101" y="451"/>
                </a:cubicBezTo>
                <a:cubicBezTo>
                  <a:pt x="1096" y="454"/>
                  <a:pt x="1096" y="454"/>
                  <a:pt x="1096" y="454"/>
                </a:cubicBezTo>
                <a:lnTo>
                  <a:pt x="1093" y="454"/>
                </a:lnTo>
                <a:close/>
                <a:moveTo>
                  <a:pt x="425" y="424"/>
                </a:moveTo>
                <a:cubicBezTo>
                  <a:pt x="422" y="424"/>
                  <a:pt x="422" y="424"/>
                  <a:pt x="422" y="424"/>
                </a:cubicBezTo>
                <a:cubicBezTo>
                  <a:pt x="422" y="424"/>
                  <a:pt x="422" y="424"/>
                  <a:pt x="422" y="424"/>
                </a:cubicBezTo>
                <a:cubicBezTo>
                  <a:pt x="421" y="424"/>
                  <a:pt x="421" y="424"/>
                  <a:pt x="421" y="424"/>
                </a:cubicBezTo>
                <a:cubicBezTo>
                  <a:pt x="421" y="424"/>
                  <a:pt x="421" y="424"/>
                  <a:pt x="421" y="424"/>
                </a:cubicBezTo>
                <a:cubicBezTo>
                  <a:pt x="419" y="424"/>
                  <a:pt x="419" y="424"/>
                  <a:pt x="419" y="424"/>
                </a:cubicBezTo>
                <a:cubicBezTo>
                  <a:pt x="419" y="424"/>
                  <a:pt x="419" y="424"/>
                  <a:pt x="419" y="424"/>
                </a:cubicBezTo>
                <a:cubicBezTo>
                  <a:pt x="418" y="423"/>
                  <a:pt x="418" y="423"/>
                  <a:pt x="418" y="423"/>
                </a:cubicBezTo>
                <a:cubicBezTo>
                  <a:pt x="418" y="423"/>
                  <a:pt x="418" y="423"/>
                  <a:pt x="418" y="423"/>
                </a:cubicBezTo>
                <a:cubicBezTo>
                  <a:pt x="416" y="423"/>
                  <a:pt x="416" y="423"/>
                  <a:pt x="416" y="423"/>
                </a:cubicBezTo>
                <a:cubicBezTo>
                  <a:pt x="416" y="423"/>
                  <a:pt x="416" y="423"/>
                  <a:pt x="416" y="423"/>
                </a:cubicBezTo>
                <a:cubicBezTo>
                  <a:pt x="415" y="421"/>
                  <a:pt x="415" y="421"/>
                  <a:pt x="415" y="421"/>
                </a:cubicBezTo>
                <a:cubicBezTo>
                  <a:pt x="415" y="421"/>
                  <a:pt x="415" y="421"/>
                  <a:pt x="415" y="421"/>
                </a:cubicBezTo>
                <a:cubicBezTo>
                  <a:pt x="413" y="420"/>
                  <a:pt x="413" y="420"/>
                  <a:pt x="413" y="420"/>
                </a:cubicBezTo>
                <a:cubicBezTo>
                  <a:pt x="413" y="420"/>
                  <a:pt x="413" y="420"/>
                  <a:pt x="413" y="420"/>
                </a:cubicBezTo>
                <a:cubicBezTo>
                  <a:pt x="412" y="418"/>
                  <a:pt x="412" y="418"/>
                  <a:pt x="412" y="418"/>
                </a:cubicBezTo>
                <a:cubicBezTo>
                  <a:pt x="412" y="418"/>
                  <a:pt x="412" y="418"/>
                  <a:pt x="412" y="418"/>
                </a:cubicBezTo>
                <a:cubicBezTo>
                  <a:pt x="411" y="417"/>
                  <a:pt x="411" y="417"/>
                  <a:pt x="411" y="417"/>
                </a:cubicBezTo>
                <a:cubicBezTo>
                  <a:pt x="411" y="417"/>
                  <a:pt x="411" y="417"/>
                  <a:pt x="411" y="417"/>
                </a:cubicBezTo>
                <a:cubicBezTo>
                  <a:pt x="410" y="416"/>
                  <a:pt x="410" y="416"/>
                  <a:pt x="410" y="416"/>
                </a:cubicBezTo>
                <a:cubicBezTo>
                  <a:pt x="410" y="416"/>
                  <a:pt x="410" y="416"/>
                  <a:pt x="410" y="416"/>
                </a:cubicBezTo>
                <a:cubicBezTo>
                  <a:pt x="409" y="415"/>
                  <a:pt x="409" y="415"/>
                  <a:pt x="409" y="415"/>
                </a:cubicBezTo>
                <a:cubicBezTo>
                  <a:pt x="409" y="415"/>
                  <a:pt x="409" y="415"/>
                  <a:pt x="409" y="415"/>
                </a:cubicBezTo>
                <a:cubicBezTo>
                  <a:pt x="409" y="414"/>
                  <a:pt x="409" y="414"/>
                  <a:pt x="409" y="414"/>
                </a:cubicBezTo>
                <a:cubicBezTo>
                  <a:pt x="409" y="414"/>
                  <a:pt x="409" y="414"/>
                  <a:pt x="409" y="414"/>
                </a:cubicBezTo>
                <a:cubicBezTo>
                  <a:pt x="406" y="413"/>
                  <a:pt x="406" y="413"/>
                  <a:pt x="406" y="413"/>
                </a:cubicBezTo>
                <a:cubicBezTo>
                  <a:pt x="406" y="413"/>
                  <a:pt x="406" y="413"/>
                  <a:pt x="406" y="413"/>
                </a:cubicBezTo>
                <a:cubicBezTo>
                  <a:pt x="405" y="412"/>
                  <a:pt x="405" y="412"/>
                  <a:pt x="405" y="412"/>
                </a:cubicBezTo>
                <a:cubicBezTo>
                  <a:pt x="405" y="412"/>
                  <a:pt x="405" y="412"/>
                  <a:pt x="405" y="412"/>
                </a:cubicBezTo>
                <a:cubicBezTo>
                  <a:pt x="404" y="411"/>
                  <a:pt x="404" y="411"/>
                  <a:pt x="404" y="411"/>
                </a:cubicBezTo>
                <a:cubicBezTo>
                  <a:pt x="404" y="411"/>
                  <a:pt x="404" y="411"/>
                  <a:pt x="404" y="411"/>
                </a:cubicBezTo>
                <a:cubicBezTo>
                  <a:pt x="403" y="410"/>
                  <a:pt x="403" y="410"/>
                  <a:pt x="403" y="410"/>
                </a:cubicBezTo>
                <a:cubicBezTo>
                  <a:pt x="403" y="410"/>
                  <a:pt x="403" y="410"/>
                  <a:pt x="403" y="410"/>
                </a:cubicBezTo>
                <a:cubicBezTo>
                  <a:pt x="402" y="410"/>
                  <a:pt x="402" y="410"/>
                  <a:pt x="402" y="410"/>
                </a:cubicBezTo>
                <a:cubicBezTo>
                  <a:pt x="402" y="410"/>
                  <a:pt x="402" y="410"/>
                  <a:pt x="402" y="410"/>
                </a:cubicBezTo>
                <a:cubicBezTo>
                  <a:pt x="402" y="410"/>
                  <a:pt x="402" y="410"/>
                  <a:pt x="402" y="410"/>
                </a:cubicBezTo>
                <a:cubicBezTo>
                  <a:pt x="402" y="410"/>
                  <a:pt x="402" y="410"/>
                  <a:pt x="402" y="410"/>
                </a:cubicBezTo>
                <a:cubicBezTo>
                  <a:pt x="401" y="409"/>
                  <a:pt x="401" y="409"/>
                  <a:pt x="401" y="409"/>
                </a:cubicBezTo>
                <a:cubicBezTo>
                  <a:pt x="401" y="409"/>
                  <a:pt x="401" y="409"/>
                  <a:pt x="401" y="409"/>
                </a:cubicBezTo>
                <a:cubicBezTo>
                  <a:pt x="401" y="408"/>
                  <a:pt x="401" y="408"/>
                  <a:pt x="401" y="408"/>
                </a:cubicBezTo>
                <a:cubicBezTo>
                  <a:pt x="401" y="408"/>
                  <a:pt x="401" y="408"/>
                  <a:pt x="401" y="408"/>
                </a:cubicBezTo>
                <a:cubicBezTo>
                  <a:pt x="400" y="408"/>
                  <a:pt x="400" y="408"/>
                  <a:pt x="400" y="408"/>
                </a:cubicBezTo>
                <a:cubicBezTo>
                  <a:pt x="400" y="408"/>
                  <a:pt x="400" y="408"/>
                  <a:pt x="400" y="408"/>
                </a:cubicBezTo>
                <a:cubicBezTo>
                  <a:pt x="400" y="407"/>
                  <a:pt x="400" y="407"/>
                  <a:pt x="400" y="407"/>
                </a:cubicBezTo>
                <a:cubicBezTo>
                  <a:pt x="400" y="407"/>
                  <a:pt x="400" y="407"/>
                  <a:pt x="400" y="407"/>
                </a:cubicBezTo>
                <a:cubicBezTo>
                  <a:pt x="400" y="406"/>
                  <a:pt x="400" y="406"/>
                  <a:pt x="400" y="406"/>
                </a:cubicBezTo>
                <a:cubicBezTo>
                  <a:pt x="400" y="406"/>
                  <a:pt x="400" y="406"/>
                  <a:pt x="400" y="406"/>
                </a:cubicBezTo>
                <a:cubicBezTo>
                  <a:pt x="400" y="404"/>
                  <a:pt x="400" y="404"/>
                  <a:pt x="400" y="404"/>
                </a:cubicBezTo>
                <a:cubicBezTo>
                  <a:pt x="400" y="404"/>
                  <a:pt x="400" y="404"/>
                  <a:pt x="400" y="404"/>
                </a:cubicBezTo>
                <a:cubicBezTo>
                  <a:pt x="402" y="397"/>
                  <a:pt x="402" y="397"/>
                  <a:pt x="402" y="397"/>
                </a:cubicBezTo>
                <a:cubicBezTo>
                  <a:pt x="402" y="397"/>
                  <a:pt x="402" y="397"/>
                  <a:pt x="402" y="397"/>
                </a:cubicBezTo>
                <a:cubicBezTo>
                  <a:pt x="406" y="400"/>
                  <a:pt x="406" y="400"/>
                  <a:pt x="406" y="400"/>
                </a:cubicBezTo>
                <a:cubicBezTo>
                  <a:pt x="406" y="400"/>
                  <a:pt x="406" y="400"/>
                  <a:pt x="406" y="400"/>
                </a:cubicBezTo>
                <a:cubicBezTo>
                  <a:pt x="412" y="401"/>
                  <a:pt x="412" y="401"/>
                  <a:pt x="412" y="401"/>
                </a:cubicBezTo>
                <a:cubicBezTo>
                  <a:pt x="412" y="401"/>
                  <a:pt x="412" y="401"/>
                  <a:pt x="412" y="401"/>
                </a:cubicBezTo>
                <a:cubicBezTo>
                  <a:pt x="417" y="401"/>
                  <a:pt x="417" y="401"/>
                  <a:pt x="417" y="401"/>
                </a:cubicBezTo>
                <a:cubicBezTo>
                  <a:pt x="417" y="401"/>
                  <a:pt x="417" y="401"/>
                  <a:pt x="417" y="401"/>
                </a:cubicBezTo>
                <a:cubicBezTo>
                  <a:pt x="422" y="399"/>
                  <a:pt x="422" y="399"/>
                  <a:pt x="422" y="399"/>
                </a:cubicBezTo>
                <a:cubicBezTo>
                  <a:pt x="422" y="399"/>
                  <a:pt x="422" y="399"/>
                  <a:pt x="422" y="399"/>
                </a:cubicBezTo>
                <a:cubicBezTo>
                  <a:pt x="428" y="398"/>
                  <a:pt x="428" y="398"/>
                  <a:pt x="428" y="398"/>
                </a:cubicBezTo>
                <a:cubicBezTo>
                  <a:pt x="428" y="398"/>
                  <a:pt x="428" y="398"/>
                  <a:pt x="428" y="398"/>
                </a:cubicBezTo>
                <a:cubicBezTo>
                  <a:pt x="433" y="396"/>
                  <a:pt x="433" y="396"/>
                  <a:pt x="433" y="396"/>
                </a:cubicBezTo>
                <a:cubicBezTo>
                  <a:pt x="433" y="396"/>
                  <a:pt x="433" y="396"/>
                  <a:pt x="433" y="396"/>
                </a:cubicBezTo>
                <a:cubicBezTo>
                  <a:pt x="438" y="395"/>
                  <a:pt x="438" y="395"/>
                  <a:pt x="438" y="395"/>
                </a:cubicBezTo>
                <a:cubicBezTo>
                  <a:pt x="438" y="395"/>
                  <a:pt x="438" y="395"/>
                  <a:pt x="438" y="395"/>
                </a:cubicBezTo>
                <a:cubicBezTo>
                  <a:pt x="443" y="392"/>
                  <a:pt x="443" y="392"/>
                  <a:pt x="443" y="392"/>
                </a:cubicBezTo>
                <a:cubicBezTo>
                  <a:pt x="443" y="392"/>
                  <a:pt x="443" y="392"/>
                  <a:pt x="443" y="392"/>
                </a:cubicBezTo>
                <a:cubicBezTo>
                  <a:pt x="448" y="389"/>
                  <a:pt x="448" y="389"/>
                  <a:pt x="448" y="389"/>
                </a:cubicBezTo>
                <a:cubicBezTo>
                  <a:pt x="448" y="389"/>
                  <a:pt x="448" y="389"/>
                  <a:pt x="448" y="389"/>
                </a:cubicBezTo>
                <a:cubicBezTo>
                  <a:pt x="454" y="385"/>
                  <a:pt x="454" y="385"/>
                  <a:pt x="454" y="385"/>
                </a:cubicBezTo>
                <a:cubicBezTo>
                  <a:pt x="454" y="385"/>
                  <a:pt x="454" y="385"/>
                  <a:pt x="454" y="385"/>
                </a:cubicBezTo>
                <a:cubicBezTo>
                  <a:pt x="459" y="381"/>
                  <a:pt x="459" y="381"/>
                  <a:pt x="459" y="381"/>
                </a:cubicBezTo>
                <a:cubicBezTo>
                  <a:pt x="459" y="381"/>
                  <a:pt x="459" y="381"/>
                  <a:pt x="459" y="381"/>
                </a:cubicBezTo>
                <a:cubicBezTo>
                  <a:pt x="464" y="377"/>
                  <a:pt x="464" y="377"/>
                  <a:pt x="464" y="377"/>
                </a:cubicBezTo>
                <a:cubicBezTo>
                  <a:pt x="464" y="377"/>
                  <a:pt x="464" y="377"/>
                  <a:pt x="464" y="377"/>
                </a:cubicBezTo>
                <a:cubicBezTo>
                  <a:pt x="468" y="372"/>
                  <a:pt x="468" y="372"/>
                  <a:pt x="468" y="372"/>
                </a:cubicBezTo>
                <a:cubicBezTo>
                  <a:pt x="468" y="372"/>
                  <a:pt x="468" y="372"/>
                  <a:pt x="468" y="372"/>
                </a:cubicBezTo>
                <a:cubicBezTo>
                  <a:pt x="474" y="367"/>
                  <a:pt x="474" y="367"/>
                  <a:pt x="474" y="367"/>
                </a:cubicBezTo>
                <a:cubicBezTo>
                  <a:pt x="474" y="367"/>
                  <a:pt x="474" y="367"/>
                  <a:pt x="474" y="367"/>
                </a:cubicBezTo>
                <a:cubicBezTo>
                  <a:pt x="478" y="363"/>
                  <a:pt x="478" y="363"/>
                  <a:pt x="478" y="363"/>
                </a:cubicBezTo>
                <a:cubicBezTo>
                  <a:pt x="478" y="363"/>
                  <a:pt x="478" y="363"/>
                  <a:pt x="478" y="363"/>
                </a:cubicBezTo>
                <a:cubicBezTo>
                  <a:pt x="483" y="357"/>
                  <a:pt x="483" y="357"/>
                  <a:pt x="483" y="357"/>
                </a:cubicBezTo>
                <a:cubicBezTo>
                  <a:pt x="483" y="357"/>
                  <a:pt x="483" y="357"/>
                  <a:pt x="483" y="357"/>
                </a:cubicBezTo>
                <a:cubicBezTo>
                  <a:pt x="486" y="359"/>
                  <a:pt x="486" y="359"/>
                  <a:pt x="486" y="359"/>
                </a:cubicBezTo>
                <a:cubicBezTo>
                  <a:pt x="486" y="359"/>
                  <a:pt x="486" y="359"/>
                  <a:pt x="486" y="359"/>
                </a:cubicBezTo>
                <a:cubicBezTo>
                  <a:pt x="481" y="367"/>
                  <a:pt x="481" y="367"/>
                  <a:pt x="481" y="367"/>
                </a:cubicBezTo>
                <a:cubicBezTo>
                  <a:pt x="481" y="367"/>
                  <a:pt x="481" y="367"/>
                  <a:pt x="481" y="367"/>
                </a:cubicBezTo>
                <a:cubicBezTo>
                  <a:pt x="476" y="374"/>
                  <a:pt x="476" y="374"/>
                  <a:pt x="476" y="374"/>
                </a:cubicBezTo>
                <a:cubicBezTo>
                  <a:pt x="476" y="374"/>
                  <a:pt x="476" y="374"/>
                  <a:pt x="476" y="374"/>
                </a:cubicBezTo>
                <a:cubicBezTo>
                  <a:pt x="470" y="381"/>
                  <a:pt x="470" y="381"/>
                  <a:pt x="470" y="381"/>
                </a:cubicBezTo>
                <a:cubicBezTo>
                  <a:pt x="470" y="381"/>
                  <a:pt x="470" y="381"/>
                  <a:pt x="470" y="381"/>
                </a:cubicBezTo>
                <a:cubicBezTo>
                  <a:pt x="463" y="388"/>
                  <a:pt x="463" y="388"/>
                  <a:pt x="463" y="388"/>
                </a:cubicBezTo>
                <a:cubicBezTo>
                  <a:pt x="463" y="388"/>
                  <a:pt x="463" y="388"/>
                  <a:pt x="463" y="388"/>
                </a:cubicBezTo>
                <a:cubicBezTo>
                  <a:pt x="457" y="396"/>
                  <a:pt x="457" y="396"/>
                  <a:pt x="457" y="396"/>
                </a:cubicBezTo>
                <a:cubicBezTo>
                  <a:pt x="457" y="396"/>
                  <a:pt x="457" y="396"/>
                  <a:pt x="457" y="396"/>
                </a:cubicBezTo>
                <a:cubicBezTo>
                  <a:pt x="451" y="403"/>
                  <a:pt x="451" y="403"/>
                  <a:pt x="451" y="403"/>
                </a:cubicBezTo>
                <a:cubicBezTo>
                  <a:pt x="451" y="403"/>
                  <a:pt x="451" y="403"/>
                  <a:pt x="451" y="403"/>
                </a:cubicBezTo>
                <a:cubicBezTo>
                  <a:pt x="444" y="411"/>
                  <a:pt x="444" y="411"/>
                  <a:pt x="444" y="411"/>
                </a:cubicBezTo>
                <a:cubicBezTo>
                  <a:pt x="444" y="411"/>
                  <a:pt x="444" y="411"/>
                  <a:pt x="444" y="411"/>
                </a:cubicBezTo>
                <a:cubicBezTo>
                  <a:pt x="441" y="419"/>
                  <a:pt x="441" y="419"/>
                  <a:pt x="441" y="419"/>
                </a:cubicBezTo>
                <a:cubicBezTo>
                  <a:pt x="441" y="419"/>
                  <a:pt x="441" y="419"/>
                  <a:pt x="441" y="419"/>
                </a:cubicBezTo>
                <a:cubicBezTo>
                  <a:pt x="438" y="420"/>
                  <a:pt x="438" y="420"/>
                  <a:pt x="438" y="420"/>
                </a:cubicBezTo>
                <a:cubicBezTo>
                  <a:pt x="438" y="420"/>
                  <a:pt x="438" y="420"/>
                  <a:pt x="438" y="420"/>
                </a:cubicBezTo>
                <a:cubicBezTo>
                  <a:pt x="436" y="421"/>
                  <a:pt x="436" y="421"/>
                  <a:pt x="436" y="421"/>
                </a:cubicBezTo>
                <a:cubicBezTo>
                  <a:pt x="436" y="421"/>
                  <a:pt x="436" y="421"/>
                  <a:pt x="436" y="421"/>
                </a:cubicBezTo>
                <a:cubicBezTo>
                  <a:pt x="434" y="422"/>
                  <a:pt x="434" y="422"/>
                  <a:pt x="434" y="422"/>
                </a:cubicBezTo>
                <a:cubicBezTo>
                  <a:pt x="434" y="422"/>
                  <a:pt x="434" y="422"/>
                  <a:pt x="434" y="422"/>
                </a:cubicBezTo>
                <a:cubicBezTo>
                  <a:pt x="433" y="422"/>
                  <a:pt x="433" y="422"/>
                  <a:pt x="433" y="422"/>
                </a:cubicBezTo>
                <a:cubicBezTo>
                  <a:pt x="433" y="422"/>
                  <a:pt x="433" y="422"/>
                  <a:pt x="433" y="422"/>
                </a:cubicBezTo>
                <a:cubicBezTo>
                  <a:pt x="431" y="423"/>
                  <a:pt x="431" y="423"/>
                  <a:pt x="431" y="423"/>
                </a:cubicBezTo>
                <a:cubicBezTo>
                  <a:pt x="431" y="423"/>
                  <a:pt x="431" y="423"/>
                  <a:pt x="431" y="423"/>
                </a:cubicBezTo>
                <a:cubicBezTo>
                  <a:pt x="429" y="424"/>
                  <a:pt x="429" y="424"/>
                  <a:pt x="429" y="424"/>
                </a:cubicBezTo>
                <a:cubicBezTo>
                  <a:pt x="429" y="424"/>
                  <a:pt x="429" y="424"/>
                  <a:pt x="429" y="424"/>
                </a:cubicBezTo>
                <a:cubicBezTo>
                  <a:pt x="426" y="424"/>
                  <a:pt x="426" y="424"/>
                  <a:pt x="426" y="424"/>
                </a:cubicBezTo>
                <a:cubicBezTo>
                  <a:pt x="426" y="424"/>
                  <a:pt x="426" y="424"/>
                  <a:pt x="426" y="424"/>
                </a:cubicBezTo>
                <a:cubicBezTo>
                  <a:pt x="425" y="424"/>
                  <a:pt x="425" y="424"/>
                  <a:pt x="425" y="424"/>
                </a:cubicBezTo>
                <a:close/>
                <a:moveTo>
                  <a:pt x="1686" y="419"/>
                </a:moveTo>
                <a:cubicBezTo>
                  <a:pt x="1683" y="419"/>
                  <a:pt x="1683" y="419"/>
                  <a:pt x="1683" y="419"/>
                </a:cubicBezTo>
                <a:cubicBezTo>
                  <a:pt x="1683" y="419"/>
                  <a:pt x="1683" y="419"/>
                  <a:pt x="1683" y="419"/>
                </a:cubicBezTo>
                <a:cubicBezTo>
                  <a:pt x="1681" y="418"/>
                  <a:pt x="1681" y="418"/>
                  <a:pt x="1681" y="418"/>
                </a:cubicBezTo>
                <a:cubicBezTo>
                  <a:pt x="1681" y="418"/>
                  <a:pt x="1681" y="418"/>
                  <a:pt x="1681" y="418"/>
                </a:cubicBezTo>
                <a:cubicBezTo>
                  <a:pt x="1678" y="417"/>
                  <a:pt x="1678" y="417"/>
                  <a:pt x="1678" y="417"/>
                </a:cubicBezTo>
                <a:cubicBezTo>
                  <a:pt x="1678" y="417"/>
                  <a:pt x="1678" y="417"/>
                  <a:pt x="1678" y="417"/>
                </a:cubicBezTo>
                <a:cubicBezTo>
                  <a:pt x="1677" y="415"/>
                  <a:pt x="1677" y="415"/>
                  <a:pt x="1677" y="415"/>
                </a:cubicBezTo>
                <a:cubicBezTo>
                  <a:pt x="1677" y="415"/>
                  <a:pt x="1677" y="415"/>
                  <a:pt x="1677" y="415"/>
                </a:cubicBezTo>
                <a:cubicBezTo>
                  <a:pt x="1673" y="414"/>
                  <a:pt x="1673" y="414"/>
                  <a:pt x="1673" y="414"/>
                </a:cubicBezTo>
                <a:cubicBezTo>
                  <a:pt x="1673" y="414"/>
                  <a:pt x="1673" y="414"/>
                  <a:pt x="1673" y="414"/>
                </a:cubicBezTo>
                <a:cubicBezTo>
                  <a:pt x="1671" y="412"/>
                  <a:pt x="1671" y="412"/>
                  <a:pt x="1671" y="412"/>
                </a:cubicBezTo>
                <a:cubicBezTo>
                  <a:pt x="1671" y="412"/>
                  <a:pt x="1671" y="412"/>
                  <a:pt x="1671" y="412"/>
                </a:cubicBezTo>
                <a:cubicBezTo>
                  <a:pt x="1668" y="411"/>
                  <a:pt x="1668" y="411"/>
                  <a:pt x="1668" y="411"/>
                </a:cubicBezTo>
                <a:cubicBezTo>
                  <a:pt x="1668" y="411"/>
                  <a:pt x="1668" y="411"/>
                  <a:pt x="1668" y="411"/>
                </a:cubicBezTo>
                <a:cubicBezTo>
                  <a:pt x="1665" y="410"/>
                  <a:pt x="1665" y="410"/>
                  <a:pt x="1665" y="410"/>
                </a:cubicBezTo>
                <a:cubicBezTo>
                  <a:pt x="1665" y="410"/>
                  <a:pt x="1665" y="410"/>
                  <a:pt x="1665" y="410"/>
                </a:cubicBezTo>
                <a:cubicBezTo>
                  <a:pt x="1662" y="349"/>
                  <a:pt x="1662" y="349"/>
                  <a:pt x="1662" y="349"/>
                </a:cubicBezTo>
                <a:cubicBezTo>
                  <a:pt x="1662" y="349"/>
                  <a:pt x="1662" y="349"/>
                  <a:pt x="1662" y="349"/>
                </a:cubicBezTo>
                <a:cubicBezTo>
                  <a:pt x="1662" y="349"/>
                  <a:pt x="1662" y="349"/>
                  <a:pt x="1662" y="349"/>
                </a:cubicBezTo>
                <a:cubicBezTo>
                  <a:pt x="1662" y="349"/>
                  <a:pt x="1662" y="349"/>
                  <a:pt x="1662" y="349"/>
                </a:cubicBezTo>
                <a:cubicBezTo>
                  <a:pt x="1662" y="348"/>
                  <a:pt x="1662" y="348"/>
                  <a:pt x="1662" y="348"/>
                </a:cubicBezTo>
                <a:cubicBezTo>
                  <a:pt x="1662" y="348"/>
                  <a:pt x="1662" y="348"/>
                  <a:pt x="1662" y="348"/>
                </a:cubicBezTo>
                <a:cubicBezTo>
                  <a:pt x="1663" y="348"/>
                  <a:pt x="1663" y="348"/>
                  <a:pt x="1663" y="348"/>
                </a:cubicBezTo>
                <a:cubicBezTo>
                  <a:pt x="1663" y="348"/>
                  <a:pt x="1663" y="348"/>
                  <a:pt x="1663" y="348"/>
                </a:cubicBezTo>
                <a:cubicBezTo>
                  <a:pt x="1665" y="347"/>
                  <a:pt x="1665" y="347"/>
                  <a:pt x="1665" y="347"/>
                </a:cubicBezTo>
                <a:cubicBezTo>
                  <a:pt x="1665" y="347"/>
                  <a:pt x="1665" y="347"/>
                  <a:pt x="1665" y="347"/>
                </a:cubicBezTo>
                <a:cubicBezTo>
                  <a:pt x="1666" y="348"/>
                  <a:pt x="1666" y="348"/>
                  <a:pt x="1666" y="348"/>
                </a:cubicBezTo>
                <a:cubicBezTo>
                  <a:pt x="1666" y="348"/>
                  <a:pt x="1666" y="348"/>
                  <a:pt x="1666" y="348"/>
                </a:cubicBezTo>
                <a:cubicBezTo>
                  <a:pt x="1668" y="348"/>
                  <a:pt x="1668" y="348"/>
                  <a:pt x="1668" y="348"/>
                </a:cubicBezTo>
                <a:cubicBezTo>
                  <a:pt x="1668" y="348"/>
                  <a:pt x="1668" y="348"/>
                  <a:pt x="1668" y="348"/>
                </a:cubicBezTo>
                <a:cubicBezTo>
                  <a:pt x="1669" y="348"/>
                  <a:pt x="1669" y="348"/>
                  <a:pt x="1669" y="348"/>
                </a:cubicBezTo>
                <a:cubicBezTo>
                  <a:pt x="1669" y="348"/>
                  <a:pt x="1669" y="348"/>
                  <a:pt x="1669" y="348"/>
                </a:cubicBezTo>
                <a:cubicBezTo>
                  <a:pt x="1671" y="348"/>
                  <a:pt x="1671" y="348"/>
                  <a:pt x="1671" y="348"/>
                </a:cubicBezTo>
                <a:cubicBezTo>
                  <a:pt x="1671" y="348"/>
                  <a:pt x="1671" y="348"/>
                  <a:pt x="1671" y="348"/>
                </a:cubicBezTo>
                <a:cubicBezTo>
                  <a:pt x="1673" y="357"/>
                  <a:pt x="1673" y="357"/>
                  <a:pt x="1673" y="357"/>
                </a:cubicBezTo>
                <a:cubicBezTo>
                  <a:pt x="1673" y="357"/>
                  <a:pt x="1673" y="357"/>
                  <a:pt x="1673" y="357"/>
                </a:cubicBezTo>
                <a:cubicBezTo>
                  <a:pt x="1679" y="366"/>
                  <a:pt x="1679" y="366"/>
                  <a:pt x="1679" y="366"/>
                </a:cubicBezTo>
                <a:cubicBezTo>
                  <a:pt x="1679" y="366"/>
                  <a:pt x="1679" y="366"/>
                  <a:pt x="1679" y="366"/>
                </a:cubicBezTo>
                <a:cubicBezTo>
                  <a:pt x="1684" y="374"/>
                  <a:pt x="1684" y="374"/>
                  <a:pt x="1684" y="374"/>
                </a:cubicBezTo>
                <a:cubicBezTo>
                  <a:pt x="1684" y="374"/>
                  <a:pt x="1684" y="374"/>
                  <a:pt x="1684" y="374"/>
                </a:cubicBezTo>
                <a:cubicBezTo>
                  <a:pt x="1689" y="382"/>
                  <a:pt x="1689" y="382"/>
                  <a:pt x="1689" y="382"/>
                </a:cubicBezTo>
                <a:cubicBezTo>
                  <a:pt x="1689" y="382"/>
                  <a:pt x="1689" y="382"/>
                  <a:pt x="1689" y="382"/>
                </a:cubicBezTo>
                <a:cubicBezTo>
                  <a:pt x="1693" y="391"/>
                  <a:pt x="1693" y="391"/>
                  <a:pt x="1693" y="391"/>
                </a:cubicBezTo>
                <a:cubicBezTo>
                  <a:pt x="1693" y="391"/>
                  <a:pt x="1693" y="391"/>
                  <a:pt x="1693" y="391"/>
                </a:cubicBezTo>
                <a:cubicBezTo>
                  <a:pt x="1696" y="399"/>
                  <a:pt x="1696" y="399"/>
                  <a:pt x="1696" y="399"/>
                </a:cubicBezTo>
                <a:cubicBezTo>
                  <a:pt x="1696" y="399"/>
                  <a:pt x="1696" y="399"/>
                  <a:pt x="1696" y="399"/>
                </a:cubicBezTo>
                <a:cubicBezTo>
                  <a:pt x="1696" y="408"/>
                  <a:pt x="1696" y="408"/>
                  <a:pt x="1696" y="408"/>
                </a:cubicBezTo>
                <a:cubicBezTo>
                  <a:pt x="1696" y="408"/>
                  <a:pt x="1696" y="408"/>
                  <a:pt x="1696" y="408"/>
                </a:cubicBezTo>
                <a:cubicBezTo>
                  <a:pt x="1695" y="415"/>
                  <a:pt x="1695" y="415"/>
                  <a:pt x="1695" y="415"/>
                </a:cubicBezTo>
                <a:cubicBezTo>
                  <a:pt x="1695" y="415"/>
                  <a:pt x="1695" y="415"/>
                  <a:pt x="1695" y="415"/>
                </a:cubicBezTo>
                <a:cubicBezTo>
                  <a:pt x="1693" y="416"/>
                  <a:pt x="1693" y="416"/>
                  <a:pt x="1693" y="416"/>
                </a:cubicBezTo>
                <a:cubicBezTo>
                  <a:pt x="1693" y="416"/>
                  <a:pt x="1693" y="416"/>
                  <a:pt x="1693" y="416"/>
                </a:cubicBezTo>
                <a:cubicBezTo>
                  <a:pt x="1692" y="417"/>
                  <a:pt x="1692" y="417"/>
                  <a:pt x="1692" y="417"/>
                </a:cubicBezTo>
                <a:cubicBezTo>
                  <a:pt x="1692" y="417"/>
                  <a:pt x="1692" y="417"/>
                  <a:pt x="1692" y="417"/>
                </a:cubicBezTo>
                <a:cubicBezTo>
                  <a:pt x="1691" y="417"/>
                  <a:pt x="1691" y="417"/>
                  <a:pt x="1691" y="417"/>
                </a:cubicBezTo>
                <a:cubicBezTo>
                  <a:pt x="1691" y="417"/>
                  <a:pt x="1691" y="417"/>
                  <a:pt x="1691" y="417"/>
                </a:cubicBezTo>
                <a:cubicBezTo>
                  <a:pt x="1691" y="417"/>
                  <a:pt x="1691" y="417"/>
                  <a:pt x="1691" y="417"/>
                </a:cubicBezTo>
                <a:cubicBezTo>
                  <a:pt x="1691" y="417"/>
                  <a:pt x="1691" y="417"/>
                  <a:pt x="1691" y="417"/>
                </a:cubicBezTo>
                <a:cubicBezTo>
                  <a:pt x="1689" y="418"/>
                  <a:pt x="1689" y="418"/>
                  <a:pt x="1689" y="418"/>
                </a:cubicBezTo>
                <a:cubicBezTo>
                  <a:pt x="1689" y="418"/>
                  <a:pt x="1689" y="418"/>
                  <a:pt x="1689" y="418"/>
                </a:cubicBezTo>
                <a:cubicBezTo>
                  <a:pt x="1688" y="419"/>
                  <a:pt x="1688" y="419"/>
                  <a:pt x="1688" y="419"/>
                </a:cubicBezTo>
                <a:cubicBezTo>
                  <a:pt x="1688" y="419"/>
                  <a:pt x="1688" y="419"/>
                  <a:pt x="1688" y="419"/>
                </a:cubicBezTo>
                <a:cubicBezTo>
                  <a:pt x="1687" y="419"/>
                  <a:pt x="1687" y="419"/>
                  <a:pt x="1687" y="419"/>
                </a:cubicBezTo>
                <a:cubicBezTo>
                  <a:pt x="1687" y="419"/>
                  <a:pt x="1687" y="419"/>
                  <a:pt x="1687" y="419"/>
                </a:cubicBezTo>
                <a:cubicBezTo>
                  <a:pt x="1686" y="419"/>
                  <a:pt x="1686" y="419"/>
                  <a:pt x="1686" y="419"/>
                </a:cubicBezTo>
                <a:close/>
                <a:moveTo>
                  <a:pt x="573" y="412"/>
                </a:moveTo>
                <a:cubicBezTo>
                  <a:pt x="574" y="413"/>
                  <a:pt x="574" y="413"/>
                  <a:pt x="574" y="413"/>
                </a:cubicBezTo>
                <a:cubicBezTo>
                  <a:pt x="574" y="413"/>
                  <a:pt x="574" y="413"/>
                  <a:pt x="574" y="413"/>
                </a:cubicBezTo>
                <a:cubicBezTo>
                  <a:pt x="575" y="413"/>
                  <a:pt x="575" y="413"/>
                  <a:pt x="575" y="413"/>
                </a:cubicBezTo>
                <a:cubicBezTo>
                  <a:pt x="575" y="413"/>
                  <a:pt x="575" y="413"/>
                  <a:pt x="575" y="413"/>
                </a:cubicBezTo>
                <a:cubicBezTo>
                  <a:pt x="576" y="412"/>
                  <a:pt x="576" y="412"/>
                  <a:pt x="576" y="412"/>
                </a:cubicBezTo>
                <a:cubicBezTo>
                  <a:pt x="576" y="412"/>
                  <a:pt x="576" y="412"/>
                  <a:pt x="576" y="412"/>
                </a:cubicBezTo>
                <a:cubicBezTo>
                  <a:pt x="578" y="411"/>
                  <a:pt x="578" y="411"/>
                  <a:pt x="578" y="411"/>
                </a:cubicBezTo>
                <a:cubicBezTo>
                  <a:pt x="578" y="411"/>
                  <a:pt x="578" y="411"/>
                  <a:pt x="578" y="411"/>
                </a:cubicBezTo>
                <a:cubicBezTo>
                  <a:pt x="579" y="411"/>
                  <a:pt x="579" y="411"/>
                  <a:pt x="579" y="411"/>
                </a:cubicBezTo>
                <a:cubicBezTo>
                  <a:pt x="579" y="411"/>
                  <a:pt x="579" y="411"/>
                  <a:pt x="579" y="411"/>
                </a:cubicBezTo>
                <a:cubicBezTo>
                  <a:pt x="580" y="410"/>
                  <a:pt x="580" y="410"/>
                  <a:pt x="580" y="410"/>
                </a:cubicBezTo>
                <a:cubicBezTo>
                  <a:pt x="580" y="410"/>
                  <a:pt x="580" y="410"/>
                  <a:pt x="580" y="410"/>
                </a:cubicBezTo>
                <a:cubicBezTo>
                  <a:pt x="581" y="410"/>
                  <a:pt x="581" y="410"/>
                  <a:pt x="581" y="410"/>
                </a:cubicBezTo>
                <a:cubicBezTo>
                  <a:pt x="581" y="410"/>
                  <a:pt x="581" y="410"/>
                  <a:pt x="581" y="410"/>
                </a:cubicBezTo>
                <a:cubicBezTo>
                  <a:pt x="582" y="410"/>
                  <a:pt x="582" y="410"/>
                  <a:pt x="582" y="410"/>
                </a:cubicBezTo>
                <a:cubicBezTo>
                  <a:pt x="582" y="410"/>
                  <a:pt x="582" y="410"/>
                  <a:pt x="582" y="410"/>
                </a:cubicBezTo>
                <a:cubicBezTo>
                  <a:pt x="581" y="393"/>
                  <a:pt x="581" y="393"/>
                  <a:pt x="581" y="393"/>
                </a:cubicBezTo>
                <a:cubicBezTo>
                  <a:pt x="581" y="393"/>
                  <a:pt x="581" y="393"/>
                  <a:pt x="581" y="393"/>
                </a:cubicBezTo>
                <a:cubicBezTo>
                  <a:pt x="580" y="376"/>
                  <a:pt x="580" y="376"/>
                  <a:pt x="580" y="376"/>
                </a:cubicBezTo>
                <a:cubicBezTo>
                  <a:pt x="580" y="376"/>
                  <a:pt x="580" y="376"/>
                  <a:pt x="580" y="376"/>
                </a:cubicBezTo>
                <a:cubicBezTo>
                  <a:pt x="578" y="359"/>
                  <a:pt x="578" y="359"/>
                  <a:pt x="578" y="359"/>
                </a:cubicBezTo>
                <a:cubicBezTo>
                  <a:pt x="578" y="359"/>
                  <a:pt x="578" y="359"/>
                  <a:pt x="578" y="359"/>
                </a:cubicBezTo>
                <a:cubicBezTo>
                  <a:pt x="576" y="341"/>
                  <a:pt x="576" y="341"/>
                  <a:pt x="576" y="341"/>
                </a:cubicBezTo>
                <a:cubicBezTo>
                  <a:pt x="576" y="341"/>
                  <a:pt x="576" y="341"/>
                  <a:pt x="576" y="341"/>
                </a:cubicBezTo>
                <a:cubicBezTo>
                  <a:pt x="573" y="324"/>
                  <a:pt x="573" y="324"/>
                  <a:pt x="573" y="324"/>
                </a:cubicBezTo>
                <a:cubicBezTo>
                  <a:pt x="573" y="324"/>
                  <a:pt x="573" y="324"/>
                  <a:pt x="573" y="324"/>
                </a:cubicBezTo>
                <a:cubicBezTo>
                  <a:pt x="571" y="308"/>
                  <a:pt x="571" y="308"/>
                  <a:pt x="571" y="308"/>
                </a:cubicBezTo>
                <a:cubicBezTo>
                  <a:pt x="571" y="308"/>
                  <a:pt x="571" y="308"/>
                  <a:pt x="571" y="308"/>
                </a:cubicBezTo>
                <a:cubicBezTo>
                  <a:pt x="570" y="291"/>
                  <a:pt x="570" y="291"/>
                  <a:pt x="570" y="291"/>
                </a:cubicBezTo>
                <a:cubicBezTo>
                  <a:pt x="570" y="291"/>
                  <a:pt x="570" y="291"/>
                  <a:pt x="570" y="291"/>
                </a:cubicBezTo>
                <a:cubicBezTo>
                  <a:pt x="574" y="274"/>
                  <a:pt x="574" y="274"/>
                  <a:pt x="574" y="274"/>
                </a:cubicBezTo>
                <a:cubicBezTo>
                  <a:pt x="574" y="274"/>
                  <a:pt x="574" y="274"/>
                  <a:pt x="574" y="274"/>
                </a:cubicBezTo>
                <a:cubicBezTo>
                  <a:pt x="588" y="259"/>
                  <a:pt x="588" y="259"/>
                  <a:pt x="588" y="259"/>
                </a:cubicBezTo>
                <a:cubicBezTo>
                  <a:pt x="588" y="259"/>
                  <a:pt x="588" y="259"/>
                  <a:pt x="588" y="259"/>
                </a:cubicBezTo>
                <a:cubicBezTo>
                  <a:pt x="589" y="256"/>
                  <a:pt x="589" y="256"/>
                  <a:pt x="589" y="256"/>
                </a:cubicBezTo>
                <a:cubicBezTo>
                  <a:pt x="589" y="256"/>
                  <a:pt x="589" y="256"/>
                  <a:pt x="589" y="256"/>
                </a:cubicBezTo>
                <a:cubicBezTo>
                  <a:pt x="592" y="253"/>
                  <a:pt x="592" y="253"/>
                  <a:pt x="592" y="253"/>
                </a:cubicBezTo>
                <a:cubicBezTo>
                  <a:pt x="592" y="253"/>
                  <a:pt x="592" y="253"/>
                  <a:pt x="592" y="253"/>
                </a:cubicBezTo>
                <a:cubicBezTo>
                  <a:pt x="593" y="250"/>
                  <a:pt x="593" y="250"/>
                  <a:pt x="593" y="250"/>
                </a:cubicBezTo>
                <a:cubicBezTo>
                  <a:pt x="593" y="250"/>
                  <a:pt x="593" y="250"/>
                  <a:pt x="593" y="250"/>
                </a:cubicBezTo>
                <a:cubicBezTo>
                  <a:pt x="595" y="245"/>
                  <a:pt x="595" y="245"/>
                  <a:pt x="595" y="245"/>
                </a:cubicBezTo>
                <a:cubicBezTo>
                  <a:pt x="595" y="245"/>
                  <a:pt x="595" y="245"/>
                  <a:pt x="595" y="245"/>
                </a:cubicBezTo>
                <a:cubicBezTo>
                  <a:pt x="595" y="242"/>
                  <a:pt x="595" y="242"/>
                  <a:pt x="595" y="242"/>
                </a:cubicBezTo>
                <a:cubicBezTo>
                  <a:pt x="595" y="242"/>
                  <a:pt x="595" y="242"/>
                  <a:pt x="595" y="242"/>
                </a:cubicBezTo>
                <a:cubicBezTo>
                  <a:pt x="595" y="238"/>
                  <a:pt x="595" y="238"/>
                  <a:pt x="595" y="238"/>
                </a:cubicBezTo>
                <a:cubicBezTo>
                  <a:pt x="595" y="238"/>
                  <a:pt x="595" y="238"/>
                  <a:pt x="595" y="238"/>
                </a:cubicBezTo>
                <a:cubicBezTo>
                  <a:pt x="593" y="234"/>
                  <a:pt x="593" y="234"/>
                  <a:pt x="593" y="234"/>
                </a:cubicBezTo>
                <a:cubicBezTo>
                  <a:pt x="593" y="234"/>
                  <a:pt x="593" y="234"/>
                  <a:pt x="593" y="234"/>
                </a:cubicBezTo>
                <a:cubicBezTo>
                  <a:pt x="593" y="229"/>
                  <a:pt x="593" y="229"/>
                  <a:pt x="593" y="229"/>
                </a:cubicBezTo>
                <a:cubicBezTo>
                  <a:pt x="593" y="229"/>
                  <a:pt x="593" y="229"/>
                  <a:pt x="593" y="229"/>
                </a:cubicBezTo>
                <a:cubicBezTo>
                  <a:pt x="591" y="229"/>
                  <a:pt x="591" y="229"/>
                  <a:pt x="591" y="229"/>
                </a:cubicBezTo>
                <a:cubicBezTo>
                  <a:pt x="591" y="229"/>
                  <a:pt x="591" y="229"/>
                  <a:pt x="591" y="229"/>
                </a:cubicBezTo>
                <a:cubicBezTo>
                  <a:pt x="588" y="230"/>
                  <a:pt x="588" y="230"/>
                  <a:pt x="588" y="230"/>
                </a:cubicBezTo>
                <a:cubicBezTo>
                  <a:pt x="588" y="230"/>
                  <a:pt x="588" y="230"/>
                  <a:pt x="588" y="230"/>
                </a:cubicBezTo>
                <a:cubicBezTo>
                  <a:pt x="588" y="231"/>
                  <a:pt x="588" y="231"/>
                  <a:pt x="588" y="231"/>
                </a:cubicBezTo>
                <a:cubicBezTo>
                  <a:pt x="588" y="231"/>
                  <a:pt x="588" y="231"/>
                  <a:pt x="588" y="231"/>
                </a:cubicBezTo>
                <a:cubicBezTo>
                  <a:pt x="588" y="233"/>
                  <a:pt x="588" y="233"/>
                  <a:pt x="588" y="233"/>
                </a:cubicBezTo>
                <a:cubicBezTo>
                  <a:pt x="588" y="233"/>
                  <a:pt x="588" y="233"/>
                  <a:pt x="588" y="233"/>
                </a:cubicBezTo>
                <a:cubicBezTo>
                  <a:pt x="589" y="234"/>
                  <a:pt x="589" y="234"/>
                  <a:pt x="589" y="234"/>
                </a:cubicBezTo>
                <a:cubicBezTo>
                  <a:pt x="589" y="234"/>
                  <a:pt x="589" y="234"/>
                  <a:pt x="589" y="234"/>
                </a:cubicBezTo>
                <a:cubicBezTo>
                  <a:pt x="589" y="236"/>
                  <a:pt x="589" y="236"/>
                  <a:pt x="589" y="236"/>
                </a:cubicBezTo>
                <a:cubicBezTo>
                  <a:pt x="589" y="236"/>
                  <a:pt x="589" y="236"/>
                  <a:pt x="589" y="236"/>
                </a:cubicBezTo>
                <a:cubicBezTo>
                  <a:pt x="591" y="236"/>
                  <a:pt x="591" y="236"/>
                  <a:pt x="591" y="236"/>
                </a:cubicBezTo>
                <a:cubicBezTo>
                  <a:pt x="591" y="236"/>
                  <a:pt x="591" y="236"/>
                  <a:pt x="591" y="236"/>
                </a:cubicBezTo>
                <a:cubicBezTo>
                  <a:pt x="591" y="238"/>
                  <a:pt x="591" y="238"/>
                  <a:pt x="591" y="238"/>
                </a:cubicBezTo>
                <a:cubicBezTo>
                  <a:pt x="591" y="238"/>
                  <a:pt x="591" y="238"/>
                  <a:pt x="591" y="238"/>
                </a:cubicBezTo>
                <a:cubicBezTo>
                  <a:pt x="591" y="238"/>
                  <a:pt x="591" y="238"/>
                  <a:pt x="591" y="238"/>
                </a:cubicBezTo>
                <a:cubicBezTo>
                  <a:pt x="591" y="238"/>
                  <a:pt x="591" y="238"/>
                  <a:pt x="591" y="238"/>
                </a:cubicBezTo>
                <a:cubicBezTo>
                  <a:pt x="587" y="242"/>
                  <a:pt x="587" y="242"/>
                  <a:pt x="587" y="242"/>
                </a:cubicBezTo>
                <a:cubicBezTo>
                  <a:pt x="587" y="242"/>
                  <a:pt x="587" y="242"/>
                  <a:pt x="587" y="242"/>
                </a:cubicBezTo>
                <a:cubicBezTo>
                  <a:pt x="586" y="244"/>
                  <a:pt x="586" y="244"/>
                  <a:pt x="586" y="244"/>
                </a:cubicBezTo>
                <a:cubicBezTo>
                  <a:pt x="586" y="244"/>
                  <a:pt x="586" y="244"/>
                  <a:pt x="586" y="244"/>
                </a:cubicBezTo>
                <a:cubicBezTo>
                  <a:pt x="583" y="247"/>
                  <a:pt x="583" y="247"/>
                  <a:pt x="583" y="247"/>
                </a:cubicBezTo>
                <a:cubicBezTo>
                  <a:pt x="583" y="247"/>
                  <a:pt x="583" y="247"/>
                  <a:pt x="583" y="247"/>
                </a:cubicBezTo>
                <a:cubicBezTo>
                  <a:pt x="582" y="250"/>
                  <a:pt x="582" y="250"/>
                  <a:pt x="582" y="250"/>
                </a:cubicBezTo>
                <a:cubicBezTo>
                  <a:pt x="582" y="250"/>
                  <a:pt x="582" y="250"/>
                  <a:pt x="582" y="250"/>
                </a:cubicBezTo>
                <a:cubicBezTo>
                  <a:pt x="580" y="253"/>
                  <a:pt x="580" y="253"/>
                  <a:pt x="580" y="253"/>
                </a:cubicBezTo>
                <a:cubicBezTo>
                  <a:pt x="580" y="253"/>
                  <a:pt x="580" y="253"/>
                  <a:pt x="580" y="253"/>
                </a:cubicBezTo>
                <a:cubicBezTo>
                  <a:pt x="578" y="255"/>
                  <a:pt x="578" y="255"/>
                  <a:pt x="578" y="255"/>
                </a:cubicBezTo>
                <a:cubicBezTo>
                  <a:pt x="578" y="255"/>
                  <a:pt x="578" y="255"/>
                  <a:pt x="578" y="255"/>
                </a:cubicBezTo>
                <a:cubicBezTo>
                  <a:pt x="575" y="256"/>
                  <a:pt x="575" y="256"/>
                  <a:pt x="575" y="256"/>
                </a:cubicBezTo>
                <a:cubicBezTo>
                  <a:pt x="575" y="256"/>
                  <a:pt x="575" y="256"/>
                  <a:pt x="575" y="256"/>
                </a:cubicBezTo>
                <a:cubicBezTo>
                  <a:pt x="573" y="256"/>
                  <a:pt x="573" y="256"/>
                  <a:pt x="573" y="256"/>
                </a:cubicBezTo>
                <a:cubicBezTo>
                  <a:pt x="573" y="256"/>
                  <a:pt x="573" y="256"/>
                  <a:pt x="573" y="256"/>
                </a:cubicBezTo>
                <a:cubicBezTo>
                  <a:pt x="569" y="255"/>
                  <a:pt x="569" y="255"/>
                  <a:pt x="569" y="255"/>
                </a:cubicBezTo>
                <a:cubicBezTo>
                  <a:pt x="569" y="255"/>
                  <a:pt x="569" y="255"/>
                  <a:pt x="569" y="255"/>
                </a:cubicBezTo>
                <a:cubicBezTo>
                  <a:pt x="571" y="227"/>
                  <a:pt x="571" y="227"/>
                  <a:pt x="571" y="227"/>
                </a:cubicBezTo>
                <a:cubicBezTo>
                  <a:pt x="571" y="227"/>
                  <a:pt x="571" y="227"/>
                  <a:pt x="571" y="227"/>
                </a:cubicBezTo>
                <a:cubicBezTo>
                  <a:pt x="593" y="205"/>
                  <a:pt x="593" y="205"/>
                  <a:pt x="593" y="205"/>
                </a:cubicBezTo>
                <a:cubicBezTo>
                  <a:pt x="593" y="205"/>
                  <a:pt x="593" y="205"/>
                  <a:pt x="593" y="205"/>
                </a:cubicBezTo>
                <a:cubicBezTo>
                  <a:pt x="619" y="183"/>
                  <a:pt x="619" y="183"/>
                  <a:pt x="619" y="183"/>
                </a:cubicBezTo>
                <a:cubicBezTo>
                  <a:pt x="619" y="183"/>
                  <a:pt x="619" y="183"/>
                  <a:pt x="619" y="183"/>
                </a:cubicBezTo>
                <a:cubicBezTo>
                  <a:pt x="647" y="156"/>
                  <a:pt x="647" y="156"/>
                  <a:pt x="647" y="156"/>
                </a:cubicBezTo>
                <a:cubicBezTo>
                  <a:pt x="647" y="156"/>
                  <a:pt x="647" y="156"/>
                  <a:pt x="647" y="156"/>
                </a:cubicBezTo>
                <a:cubicBezTo>
                  <a:pt x="646" y="153"/>
                  <a:pt x="646" y="153"/>
                  <a:pt x="646" y="153"/>
                </a:cubicBezTo>
                <a:cubicBezTo>
                  <a:pt x="646" y="153"/>
                  <a:pt x="646" y="153"/>
                  <a:pt x="646" y="153"/>
                </a:cubicBezTo>
                <a:cubicBezTo>
                  <a:pt x="646" y="150"/>
                  <a:pt x="646" y="150"/>
                  <a:pt x="646" y="150"/>
                </a:cubicBezTo>
                <a:cubicBezTo>
                  <a:pt x="646" y="150"/>
                  <a:pt x="646" y="150"/>
                  <a:pt x="646" y="150"/>
                </a:cubicBezTo>
                <a:cubicBezTo>
                  <a:pt x="645" y="147"/>
                  <a:pt x="645" y="147"/>
                  <a:pt x="645" y="147"/>
                </a:cubicBezTo>
                <a:cubicBezTo>
                  <a:pt x="645" y="147"/>
                  <a:pt x="645" y="147"/>
                  <a:pt x="645" y="147"/>
                </a:cubicBezTo>
                <a:cubicBezTo>
                  <a:pt x="645" y="143"/>
                  <a:pt x="645" y="143"/>
                  <a:pt x="645" y="143"/>
                </a:cubicBezTo>
                <a:cubicBezTo>
                  <a:pt x="645" y="143"/>
                  <a:pt x="645" y="143"/>
                  <a:pt x="645" y="143"/>
                </a:cubicBezTo>
                <a:cubicBezTo>
                  <a:pt x="643" y="142"/>
                  <a:pt x="643" y="142"/>
                  <a:pt x="643" y="142"/>
                </a:cubicBezTo>
                <a:cubicBezTo>
                  <a:pt x="643" y="142"/>
                  <a:pt x="643" y="142"/>
                  <a:pt x="643" y="142"/>
                </a:cubicBezTo>
                <a:cubicBezTo>
                  <a:pt x="641" y="139"/>
                  <a:pt x="641" y="139"/>
                  <a:pt x="641" y="139"/>
                </a:cubicBezTo>
                <a:cubicBezTo>
                  <a:pt x="641" y="139"/>
                  <a:pt x="641" y="139"/>
                  <a:pt x="641" y="139"/>
                </a:cubicBezTo>
                <a:cubicBezTo>
                  <a:pt x="639" y="137"/>
                  <a:pt x="639" y="137"/>
                  <a:pt x="639" y="137"/>
                </a:cubicBezTo>
                <a:cubicBezTo>
                  <a:pt x="639" y="137"/>
                  <a:pt x="639" y="137"/>
                  <a:pt x="639" y="137"/>
                </a:cubicBezTo>
                <a:cubicBezTo>
                  <a:pt x="637" y="135"/>
                  <a:pt x="637" y="135"/>
                  <a:pt x="637" y="135"/>
                </a:cubicBezTo>
                <a:cubicBezTo>
                  <a:pt x="637" y="135"/>
                  <a:pt x="637" y="135"/>
                  <a:pt x="637" y="135"/>
                </a:cubicBezTo>
                <a:cubicBezTo>
                  <a:pt x="627" y="134"/>
                  <a:pt x="627" y="134"/>
                  <a:pt x="627" y="134"/>
                </a:cubicBezTo>
                <a:cubicBezTo>
                  <a:pt x="627" y="134"/>
                  <a:pt x="627" y="134"/>
                  <a:pt x="627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14" y="138"/>
                  <a:pt x="614" y="138"/>
                  <a:pt x="614" y="138"/>
                </a:cubicBezTo>
                <a:cubicBezTo>
                  <a:pt x="614" y="138"/>
                  <a:pt x="614" y="138"/>
                  <a:pt x="614" y="138"/>
                </a:cubicBezTo>
                <a:cubicBezTo>
                  <a:pt x="607" y="142"/>
                  <a:pt x="607" y="142"/>
                  <a:pt x="607" y="142"/>
                </a:cubicBezTo>
                <a:cubicBezTo>
                  <a:pt x="607" y="142"/>
                  <a:pt x="607" y="142"/>
                  <a:pt x="607" y="142"/>
                </a:cubicBezTo>
                <a:cubicBezTo>
                  <a:pt x="601" y="146"/>
                  <a:pt x="601" y="146"/>
                  <a:pt x="601" y="146"/>
                </a:cubicBezTo>
                <a:cubicBezTo>
                  <a:pt x="601" y="146"/>
                  <a:pt x="601" y="146"/>
                  <a:pt x="601" y="146"/>
                </a:cubicBezTo>
                <a:cubicBezTo>
                  <a:pt x="596" y="151"/>
                  <a:pt x="596" y="151"/>
                  <a:pt x="596" y="151"/>
                </a:cubicBezTo>
                <a:cubicBezTo>
                  <a:pt x="596" y="151"/>
                  <a:pt x="596" y="151"/>
                  <a:pt x="596" y="151"/>
                </a:cubicBezTo>
                <a:cubicBezTo>
                  <a:pt x="589" y="156"/>
                  <a:pt x="589" y="156"/>
                  <a:pt x="589" y="156"/>
                </a:cubicBezTo>
                <a:cubicBezTo>
                  <a:pt x="589" y="156"/>
                  <a:pt x="589" y="156"/>
                  <a:pt x="589" y="156"/>
                </a:cubicBezTo>
                <a:cubicBezTo>
                  <a:pt x="583" y="157"/>
                  <a:pt x="583" y="157"/>
                  <a:pt x="583" y="157"/>
                </a:cubicBezTo>
                <a:cubicBezTo>
                  <a:pt x="583" y="157"/>
                  <a:pt x="583" y="157"/>
                  <a:pt x="583" y="157"/>
                </a:cubicBezTo>
                <a:cubicBezTo>
                  <a:pt x="580" y="157"/>
                  <a:pt x="580" y="157"/>
                  <a:pt x="580" y="157"/>
                </a:cubicBezTo>
                <a:cubicBezTo>
                  <a:pt x="580" y="157"/>
                  <a:pt x="580" y="157"/>
                  <a:pt x="580" y="157"/>
                </a:cubicBezTo>
                <a:cubicBezTo>
                  <a:pt x="580" y="154"/>
                  <a:pt x="580" y="154"/>
                  <a:pt x="580" y="154"/>
                </a:cubicBezTo>
                <a:cubicBezTo>
                  <a:pt x="580" y="154"/>
                  <a:pt x="580" y="154"/>
                  <a:pt x="580" y="154"/>
                </a:cubicBezTo>
                <a:cubicBezTo>
                  <a:pt x="579" y="152"/>
                  <a:pt x="579" y="152"/>
                  <a:pt x="579" y="152"/>
                </a:cubicBezTo>
                <a:cubicBezTo>
                  <a:pt x="579" y="152"/>
                  <a:pt x="579" y="152"/>
                  <a:pt x="579" y="152"/>
                </a:cubicBezTo>
                <a:cubicBezTo>
                  <a:pt x="580" y="149"/>
                  <a:pt x="580" y="149"/>
                  <a:pt x="580" y="149"/>
                </a:cubicBezTo>
                <a:cubicBezTo>
                  <a:pt x="580" y="149"/>
                  <a:pt x="580" y="149"/>
                  <a:pt x="580" y="149"/>
                </a:cubicBezTo>
                <a:cubicBezTo>
                  <a:pt x="580" y="147"/>
                  <a:pt x="580" y="147"/>
                  <a:pt x="580" y="147"/>
                </a:cubicBezTo>
                <a:cubicBezTo>
                  <a:pt x="580" y="147"/>
                  <a:pt x="580" y="147"/>
                  <a:pt x="580" y="147"/>
                </a:cubicBezTo>
                <a:cubicBezTo>
                  <a:pt x="580" y="145"/>
                  <a:pt x="580" y="145"/>
                  <a:pt x="580" y="145"/>
                </a:cubicBezTo>
                <a:cubicBezTo>
                  <a:pt x="580" y="145"/>
                  <a:pt x="580" y="145"/>
                  <a:pt x="580" y="145"/>
                </a:cubicBezTo>
                <a:cubicBezTo>
                  <a:pt x="581" y="143"/>
                  <a:pt x="581" y="143"/>
                  <a:pt x="581" y="143"/>
                </a:cubicBezTo>
                <a:cubicBezTo>
                  <a:pt x="581" y="143"/>
                  <a:pt x="581" y="143"/>
                  <a:pt x="581" y="143"/>
                </a:cubicBezTo>
                <a:cubicBezTo>
                  <a:pt x="583" y="141"/>
                  <a:pt x="583" y="141"/>
                  <a:pt x="583" y="141"/>
                </a:cubicBezTo>
                <a:cubicBezTo>
                  <a:pt x="583" y="141"/>
                  <a:pt x="583" y="141"/>
                  <a:pt x="583" y="141"/>
                </a:cubicBezTo>
                <a:cubicBezTo>
                  <a:pt x="623" y="107"/>
                  <a:pt x="623" y="107"/>
                  <a:pt x="623" y="107"/>
                </a:cubicBezTo>
                <a:cubicBezTo>
                  <a:pt x="623" y="107"/>
                  <a:pt x="623" y="107"/>
                  <a:pt x="623" y="107"/>
                </a:cubicBezTo>
                <a:cubicBezTo>
                  <a:pt x="625" y="107"/>
                  <a:pt x="625" y="107"/>
                  <a:pt x="625" y="107"/>
                </a:cubicBezTo>
                <a:cubicBezTo>
                  <a:pt x="625" y="107"/>
                  <a:pt x="625" y="107"/>
                  <a:pt x="625" y="107"/>
                </a:cubicBezTo>
                <a:cubicBezTo>
                  <a:pt x="627" y="106"/>
                  <a:pt x="627" y="106"/>
                  <a:pt x="627" y="106"/>
                </a:cubicBezTo>
                <a:cubicBezTo>
                  <a:pt x="627" y="106"/>
                  <a:pt x="627" y="106"/>
                  <a:pt x="627" y="106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1" y="105"/>
                  <a:pt x="631" y="105"/>
                  <a:pt x="631" y="105"/>
                </a:cubicBezTo>
                <a:cubicBezTo>
                  <a:pt x="631" y="105"/>
                  <a:pt x="631" y="105"/>
                  <a:pt x="631" y="105"/>
                </a:cubicBezTo>
                <a:cubicBezTo>
                  <a:pt x="634" y="105"/>
                  <a:pt x="634" y="105"/>
                  <a:pt x="634" y="105"/>
                </a:cubicBezTo>
                <a:cubicBezTo>
                  <a:pt x="634" y="105"/>
                  <a:pt x="634" y="105"/>
                  <a:pt x="634" y="105"/>
                </a:cubicBezTo>
                <a:cubicBezTo>
                  <a:pt x="636" y="104"/>
                  <a:pt x="636" y="104"/>
                  <a:pt x="636" y="104"/>
                </a:cubicBezTo>
                <a:cubicBezTo>
                  <a:pt x="636" y="104"/>
                  <a:pt x="636" y="104"/>
                  <a:pt x="636" y="104"/>
                </a:cubicBezTo>
                <a:cubicBezTo>
                  <a:pt x="638" y="104"/>
                  <a:pt x="638" y="104"/>
                  <a:pt x="638" y="104"/>
                </a:cubicBezTo>
                <a:cubicBezTo>
                  <a:pt x="638" y="104"/>
                  <a:pt x="638" y="104"/>
                  <a:pt x="638" y="104"/>
                </a:cubicBezTo>
                <a:cubicBezTo>
                  <a:pt x="641" y="103"/>
                  <a:pt x="641" y="103"/>
                  <a:pt x="641" y="103"/>
                </a:cubicBezTo>
                <a:cubicBezTo>
                  <a:pt x="641" y="103"/>
                  <a:pt x="641" y="103"/>
                  <a:pt x="641" y="103"/>
                </a:cubicBezTo>
                <a:cubicBezTo>
                  <a:pt x="642" y="100"/>
                  <a:pt x="642" y="100"/>
                  <a:pt x="642" y="100"/>
                </a:cubicBezTo>
                <a:cubicBezTo>
                  <a:pt x="642" y="100"/>
                  <a:pt x="642" y="100"/>
                  <a:pt x="642" y="100"/>
                </a:cubicBezTo>
                <a:cubicBezTo>
                  <a:pt x="640" y="99"/>
                  <a:pt x="640" y="99"/>
                  <a:pt x="640" y="99"/>
                </a:cubicBezTo>
                <a:cubicBezTo>
                  <a:pt x="640" y="99"/>
                  <a:pt x="640" y="99"/>
                  <a:pt x="640" y="99"/>
                </a:cubicBezTo>
                <a:cubicBezTo>
                  <a:pt x="639" y="99"/>
                  <a:pt x="639" y="99"/>
                  <a:pt x="639" y="99"/>
                </a:cubicBezTo>
                <a:cubicBezTo>
                  <a:pt x="639" y="99"/>
                  <a:pt x="639" y="99"/>
                  <a:pt x="639" y="99"/>
                </a:cubicBezTo>
                <a:cubicBezTo>
                  <a:pt x="638" y="98"/>
                  <a:pt x="638" y="98"/>
                  <a:pt x="638" y="98"/>
                </a:cubicBezTo>
                <a:cubicBezTo>
                  <a:pt x="638" y="98"/>
                  <a:pt x="638" y="98"/>
                  <a:pt x="638" y="98"/>
                </a:cubicBezTo>
                <a:cubicBezTo>
                  <a:pt x="637" y="97"/>
                  <a:pt x="637" y="97"/>
                  <a:pt x="637" y="97"/>
                </a:cubicBezTo>
                <a:cubicBezTo>
                  <a:pt x="637" y="97"/>
                  <a:pt x="637" y="97"/>
                  <a:pt x="637" y="97"/>
                </a:cubicBezTo>
                <a:cubicBezTo>
                  <a:pt x="635" y="96"/>
                  <a:pt x="635" y="96"/>
                  <a:pt x="635" y="96"/>
                </a:cubicBezTo>
                <a:cubicBezTo>
                  <a:pt x="635" y="96"/>
                  <a:pt x="635" y="96"/>
                  <a:pt x="635" y="96"/>
                </a:cubicBezTo>
                <a:cubicBezTo>
                  <a:pt x="634" y="95"/>
                  <a:pt x="634" y="95"/>
                  <a:pt x="634" y="95"/>
                </a:cubicBezTo>
                <a:cubicBezTo>
                  <a:pt x="634" y="95"/>
                  <a:pt x="634" y="95"/>
                  <a:pt x="634" y="95"/>
                </a:cubicBezTo>
                <a:cubicBezTo>
                  <a:pt x="633" y="94"/>
                  <a:pt x="633" y="94"/>
                  <a:pt x="633" y="94"/>
                </a:cubicBezTo>
                <a:cubicBezTo>
                  <a:pt x="633" y="94"/>
                  <a:pt x="633" y="94"/>
                  <a:pt x="633" y="94"/>
                </a:cubicBezTo>
                <a:cubicBezTo>
                  <a:pt x="631" y="92"/>
                  <a:pt x="631" y="92"/>
                  <a:pt x="631" y="92"/>
                </a:cubicBezTo>
                <a:cubicBezTo>
                  <a:pt x="631" y="92"/>
                  <a:pt x="631" y="92"/>
                  <a:pt x="631" y="92"/>
                </a:cubicBezTo>
                <a:cubicBezTo>
                  <a:pt x="587" y="110"/>
                  <a:pt x="587" y="110"/>
                  <a:pt x="587" y="110"/>
                </a:cubicBezTo>
                <a:cubicBezTo>
                  <a:pt x="587" y="110"/>
                  <a:pt x="587" y="110"/>
                  <a:pt x="587" y="110"/>
                </a:cubicBezTo>
                <a:cubicBezTo>
                  <a:pt x="583" y="106"/>
                  <a:pt x="583" y="106"/>
                  <a:pt x="583" y="106"/>
                </a:cubicBezTo>
                <a:cubicBezTo>
                  <a:pt x="583" y="106"/>
                  <a:pt x="583" y="106"/>
                  <a:pt x="583" y="106"/>
                </a:cubicBezTo>
                <a:cubicBezTo>
                  <a:pt x="584" y="104"/>
                  <a:pt x="584" y="104"/>
                  <a:pt x="584" y="104"/>
                </a:cubicBezTo>
                <a:cubicBezTo>
                  <a:pt x="584" y="104"/>
                  <a:pt x="584" y="104"/>
                  <a:pt x="584" y="104"/>
                </a:cubicBezTo>
                <a:cubicBezTo>
                  <a:pt x="585" y="102"/>
                  <a:pt x="585" y="102"/>
                  <a:pt x="585" y="102"/>
                </a:cubicBezTo>
                <a:cubicBezTo>
                  <a:pt x="585" y="102"/>
                  <a:pt x="585" y="102"/>
                  <a:pt x="585" y="102"/>
                </a:cubicBezTo>
                <a:cubicBezTo>
                  <a:pt x="585" y="99"/>
                  <a:pt x="585" y="99"/>
                  <a:pt x="585" y="99"/>
                </a:cubicBezTo>
                <a:cubicBezTo>
                  <a:pt x="585" y="99"/>
                  <a:pt x="585" y="99"/>
                  <a:pt x="585" y="99"/>
                </a:cubicBezTo>
                <a:cubicBezTo>
                  <a:pt x="586" y="97"/>
                  <a:pt x="586" y="97"/>
                  <a:pt x="586" y="97"/>
                </a:cubicBezTo>
                <a:cubicBezTo>
                  <a:pt x="586" y="97"/>
                  <a:pt x="586" y="97"/>
                  <a:pt x="586" y="97"/>
                </a:cubicBezTo>
                <a:cubicBezTo>
                  <a:pt x="586" y="95"/>
                  <a:pt x="586" y="95"/>
                  <a:pt x="586" y="95"/>
                </a:cubicBezTo>
                <a:cubicBezTo>
                  <a:pt x="586" y="95"/>
                  <a:pt x="586" y="95"/>
                  <a:pt x="586" y="95"/>
                </a:cubicBezTo>
                <a:cubicBezTo>
                  <a:pt x="586" y="92"/>
                  <a:pt x="586" y="92"/>
                  <a:pt x="586" y="92"/>
                </a:cubicBezTo>
                <a:cubicBezTo>
                  <a:pt x="586" y="92"/>
                  <a:pt x="586" y="92"/>
                  <a:pt x="586" y="92"/>
                </a:cubicBezTo>
                <a:cubicBezTo>
                  <a:pt x="586" y="89"/>
                  <a:pt x="586" y="89"/>
                  <a:pt x="586" y="89"/>
                </a:cubicBezTo>
                <a:cubicBezTo>
                  <a:pt x="586" y="89"/>
                  <a:pt x="586" y="89"/>
                  <a:pt x="586" y="89"/>
                </a:cubicBezTo>
                <a:cubicBezTo>
                  <a:pt x="587" y="86"/>
                  <a:pt x="587" y="86"/>
                  <a:pt x="587" y="86"/>
                </a:cubicBezTo>
                <a:cubicBezTo>
                  <a:pt x="587" y="86"/>
                  <a:pt x="587" y="86"/>
                  <a:pt x="587" y="86"/>
                </a:cubicBezTo>
                <a:cubicBezTo>
                  <a:pt x="587" y="82"/>
                  <a:pt x="587" y="82"/>
                  <a:pt x="587" y="82"/>
                </a:cubicBezTo>
                <a:cubicBezTo>
                  <a:pt x="587" y="82"/>
                  <a:pt x="587" y="82"/>
                  <a:pt x="587" y="82"/>
                </a:cubicBezTo>
                <a:cubicBezTo>
                  <a:pt x="589" y="76"/>
                  <a:pt x="589" y="76"/>
                  <a:pt x="589" y="76"/>
                </a:cubicBezTo>
                <a:cubicBezTo>
                  <a:pt x="589" y="76"/>
                  <a:pt x="589" y="76"/>
                  <a:pt x="589" y="76"/>
                </a:cubicBezTo>
                <a:cubicBezTo>
                  <a:pt x="592" y="71"/>
                  <a:pt x="592" y="71"/>
                  <a:pt x="592" y="71"/>
                </a:cubicBezTo>
                <a:cubicBezTo>
                  <a:pt x="592" y="71"/>
                  <a:pt x="592" y="71"/>
                  <a:pt x="592" y="71"/>
                </a:cubicBezTo>
                <a:cubicBezTo>
                  <a:pt x="593" y="64"/>
                  <a:pt x="593" y="64"/>
                  <a:pt x="593" y="64"/>
                </a:cubicBezTo>
                <a:cubicBezTo>
                  <a:pt x="593" y="64"/>
                  <a:pt x="593" y="64"/>
                  <a:pt x="593" y="64"/>
                </a:cubicBezTo>
                <a:cubicBezTo>
                  <a:pt x="593" y="59"/>
                  <a:pt x="593" y="59"/>
                  <a:pt x="593" y="59"/>
                </a:cubicBezTo>
                <a:cubicBezTo>
                  <a:pt x="593" y="59"/>
                  <a:pt x="593" y="59"/>
                  <a:pt x="593" y="59"/>
                </a:cubicBezTo>
                <a:cubicBezTo>
                  <a:pt x="595" y="52"/>
                  <a:pt x="595" y="52"/>
                  <a:pt x="595" y="52"/>
                </a:cubicBezTo>
                <a:cubicBezTo>
                  <a:pt x="595" y="52"/>
                  <a:pt x="595" y="52"/>
                  <a:pt x="595" y="52"/>
                </a:cubicBezTo>
                <a:cubicBezTo>
                  <a:pt x="595" y="47"/>
                  <a:pt x="595" y="47"/>
                  <a:pt x="595" y="47"/>
                </a:cubicBezTo>
                <a:cubicBezTo>
                  <a:pt x="595" y="47"/>
                  <a:pt x="595" y="47"/>
                  <a:pt x="595" y="47"/>
                </a:cubicBezTo>
                <a:cubicBezTo>
                  <a:pt x="593" y="40"/>
                  <a:pt x="593" y="40"/>
                  <a:pt x="593" y="40"/>
                </a:cubicBezTo>
                <a:cubicBezTo>
                  <a:pt x="593" y="40"/>
                  <a:pt x="593" y="40"/>
                  <a:pt x="593" y="40"/>
                </a:cubicBezTo>
                <a:cubicBezTo>
                  <a:pt x="566" y="20"/>
                  <a:pt x="566" y="20"/>
                  <a:pt x="566" y="20"/>
                </a:cubicBezTo>
                <a:cubicBezTo>
                  <a:pt x="561" y="19"/>
                  <a:pt x="561" y="19"/>
                  <a:pt x="561" y="19"/>
                </a:cubicBezTo>
                <a:cubicBezTo>
                  <a:pt x="562" y="33"/>
                  <a:pt x="562" y="33"/>
                  <a:pt x="562" y="33"/>
                </a:cubicBezTo>
                <a:cubicBezTo>
                  <a:pt x="562" y="33"/>
                  <a:pt x="562" y="33"/>
                  <a:pt x="562" y="33"/>
                </a:cubicBezTo>
                <a:cubicBezTo>
                  <a:pt x="564" y="45"/>
                  <a:pt x="564" y="45"/>
                  <a:pt x="564" y="45"/>
                </a:cubicBezTo>
                <a:cubicBezTo>
                  <a:pt x="564" y="45"/>
                  <a:pt x="564" y="45"/>
                  <a:pt x="564" y="45"/>
                </a:cubicBezTo>
                <a:cubicBezTo>
                  <a:pt x="565" y="58"/>
                  <a:pt x="565" y="58"/>
                  <a:pt x="565" y="58"/>
                </a:cubicBezTo>
                <a:cubicBezTo>
                  <a:pt x="565" y="58"/>
                  <a:pt x="565" y="58"/>
                  <a:pt x="565" y="58"/>
                </a:cubicBezTo>
                <a:cubicBezTo>
                  <a:pt x="567" y="70"/>
                  <a:pt x="567" y="70"/>
                  <a:pt x="567" y="70"/>
                </a:cubicBezTo>
                <a:cubicBezTo>
                  <a:pt x="567" y="70"/>
                  <a:pt x="567" y="70"/>
                  <a:pt x="567" y="70"/>
                </a:cubicBezTo>
                <a:cubicBezTo>
                  <a:pt x="567" y="83"/>
                  <a:pt x="567" y="83"/>
                  <a:pt x="567" y="83"/>
                </a:cubicBezTo>
                <a:cubicBezTo>
                  <a:pt x="567" y="83"/>
                  <a:pt x="567" y="83"/>
                  <a:pt x="567" y="83"/>
                </a:cubicBezTo>
                <a:cubicBezTo>
                  <a:pt x="567" y="96"/>
                  <a:pt x="567" y="96"/>
                  <a:pt x="567" y="96"/>
                </a:cubicBezTo>
                <a:cubicBezTo>
                  <a:pt x="567" y="96"/>
                  <a:pt x="567" y="96"/>
                  <a:pt x="567" y="96"/>
                </a:cubicBezTo>
                <a:cubicBezTo>
                  <a:pt x="565" y="109"/>
                  <a:pt x="565" y="109"/>
                  <a:pt x="565" y="109"/>
                </a:cubicBezTo>
                <a:cubicBezTo>
                  <a:pt x="565" y="109"/>
                  <a:pt x="565" y="109"/>
                  <a:pt x="565" y="109"/>
                </a:cubicBezTo>
                <a:cubicBezTo>
                  <a:pt x="564" y="120"/>
                  <a:pt x="564" y="120"/>
                  <a:pt x="564" y="120"/>
                </a:cubicBezTo>
                <a:cubicBezTo>
                  <a:pt x="564" y="120"/>
                  <a:pt x="564" y="120"/>
                  <a:pt x="564" y="120"/>
                </a:cubicBezTo>
                <a:cubicBezTo>
                  <a:pt x="501" y="146"/>
                  <a:pt x="501" y="146"/>
                  <a:pt x="501" y="146"/>
                </a:cubicBezTo>
                <a:cubicBezTo>
                  <a:pt x="501" y="146"/>
                  <a:pt x="501" y="146"/>
                  <a:pt x="501" y="146"/>
                </a:cubicBezTo>
                <a:cubicBezTo>
                  <a:pt x="466" y="159"/>
                  <a:pt x="466" y="159"/>
                  <a:pt x="466" y="159"/>
                </a:cubicBezTo>
                <a:cubicBezTo>
                  <a:pt x="466" y="159"/>
                  <a:pt x="466" y="159"/>
                  <a:pt x="466" y="159"/>
                </a:cubicBezTo>
                <a:cubicBezTo>
                  <a:pt x="467" y="163"/>
                  <a:pt x="467" y="163"/>
                  <a:pt x="467" y="163"/>
                </a:cubicBezTo>
                <a:cubicBezTo>
                  <a:pt x="467" y="163"/>
                  <a:pt x="467" y="163"/>
                  <a:pt x="467" y="163"/>
                </a:cubicBezTo>
                <a:cubicBezTo>
                  <a:pt x="471" y="165"/>
                  <a:pt x="471" y="165"/>
                  <a:pt x="471" y="165"/>
                </a:cubicBezTo>
                <a:cubicBezTo>
                  <a:pt x="471" y="165"/>
                  <a:pt x="471" y="165"/>
                  <a:pt x="471" y="165"/>
                </a:cubicBezTo>
                <a:cubicBezTo>
                  <a:pt x="474" y="167"/>
                  <a:pt x="474" y="167"/>
                  <a:pt x="474" y="167"/>
                </a:cubicBezTo>
                <a:cubicBezTo>
                  <a:pt x="474" y="167"/>
                  <a:pt x="474" y="167"/>
                  <a:pt x="474" y="167"/>
                </a:cubicBezTo>
                <a:cubicBezTo>
                  <a:pt x="478" y="168"/>
                  <a:pt x="478" y="168"/>
                  <a:pt x="478" y="168"/>
                </a:cubicBezTo>
                <a:cubicBezTo>
                  <a:pt x="478" y="168"/>
                  <a:pt x="478" y="168"/>
                  <a:pt x="478" y="168"/>
                </a:cubicBezTo>
                <a:cubicBezTo>
                  <a:pt x="481" y="169"/>
                  <a:pt x="481" y="169"/>
                  <a:pt x="481" y="169"/>
                </a:cubicBezTo>
                <a:cubicBezTo>
                  <a:pt x="481" y="169"/>
                  <a:pt x="481" y="169"/>
                  <a:pt x="481" y="169"/>
                </a:cubicBezTo>
                <a:cubicBezTo>
                  <a:pt x="485" y="169"/>
                  <a:pt x="485" y="169"/>
                  <a:pt x="485" y="169"/>
                </a:cubicBezTo>
                <a:cubicBezTo>
                  <a:pt x="485" y="169"/>
                  <a:pt x="485" y="169"/>
                  <a:pt x="485" y="169"/>
                </a:cubicBezTo>
                <a:cubicBezTo>
                  <a:pt x="489" y="170"/>
                  <a:pt x="489" y="170"/>
                  <a:pt x="489" y="170"/>
                </a:cubicBezTo>
                <a:cubicBezTo>
                  <a:pt x="489" y="170"/>
                  <a:pt x="489" y="170"/>
                  <a:pt x="489" y="170"/>
                </a:cubicBezTo>
                <a:cubicBezTo>
                  <a:pt x="493" y="170"/>
                  <a:pt x="493" y="170"/>
                  <a:pt x="493" y="170"/>
                </a:cubicBezTo>
                <a:cubicBezTo>
                  <a:pt x="493" y="170"/>
                  <a:pt x="493" y="170"/>
                  <a:pt x="493" y="170"/>
                </a:cubicBezTo>
                <a:cubicBezTo>
                  <a:pt x="499" y="171"/>
                  <a:pt x="499" y="171"/>
                  <a:pt x="499" y="171"/>
                </a:cubicBezTo>
                <a:cubicBezTo>
                  <a:pt x="499" y="171"/>
                  <a:pt x="499" y="171"/>
                  <a:pt x="499" y="171"/>
                </a:cubicBezTo>
                <a:cubicBezTo>
                  <a:pt x="506" y="170"/>
                  <a:pt x="506" y="170"/>
                  <a:pt x="506" y="170"/>
                </a:cubicBezTo>
                <a:cubicBezTo>
                  <a:pt x="506" y="170"/>
                  <a:pt x="506" y="170"/>
                  <a:pt x="506" y="170"/>
                </a:cubicBezTo>
                <a:cubicBezTo>
                  <a:pt x="513" y="168"/>
                  <a:pt x="513" y="168"/>
                  <a:pt x="513" y="168"/>
                </a:cubicBezTo>
                <a:cubicBezTo>
                  <a:pt x="513" y="168"/>
                  <a:pt x="513" y="168"/>
                  <a:pt x="513" y="168"/>
                </a:cubicBezTo>
                <a:cubicBezTo>
                  <a:pt x="519" y="164"/>
                  <a:pt x="519" y="164"/>
                  <a:pt x="519" y="164"/>
                </a:cubicBezTo>
                <a:cubicBezTo>
                  <a:pt x="519" y="164"/>
                  <a:pt x="519" y="164"/>
                  <a:pt x="519" y="164"/>
                </a:cubicBezTo>
                <a:cubicBezTo>
                  <a:pt x="523" y="161"/>
                  <a:pt x="523" y="161"/>
                  <a:pt x="523" y="161"/>
                </a:cubicBezTo>
                <a:cubicBezTo>
                  <a:pt x="523" y="161"/>
                  <a:pt x="523" y="161"/>
                  <a:pt x="523" y="161"/>
                </a:cubicBezTo>
                <a:cubicBezTo>
                  <a:pt x="528" y="157"/>
                  <a:pt x="528" y="157"/>
                  <a:pt x="528" y="157"/>
                </a:cubicBezTo>
                <a:cubicBezTo>
                  <a:pt x="528" y="157"/>
                  <a:pt x="528" y="157"/>
                  <a:pt x="528" y="157"/>
                </a:cubicBezTo>
                <a:cubicBezTo>
                  <a:pt x="534" y="154"/>
                  <a:pt x="534" y="154"/>
                  <a:pt x="534" y="154"/>
                </a:cubicBezTo>
                <a:cubicBezTo>
                  <a:pt x="534" y="154"/>
                  <a:pt x="534" y="154"/>
                  <a:pt x="534" y="154"/>
                </a:cubicBezTo>
                <a:cubicBezTo>
                  <a:pt x="539" y="149"/>
                  <a:pt x="539" y="149"/>
                  <a:pt x="539" y="149"/>
                </a:cubicBezTo>
                <a:cubicBezTo>
                  <a:pt x="539" y="149"/>
                  <a:pt x="539" y="149"/>
                  <a:pt x="539" y="149"/>
                </a:cubicBezTo>
                <a:cubicBezTo>
                  <a:pt x="563" y="131"/>
                  <a:pt x="563" y="131"/>
                  <a:pt x="563" y="131"/>
                </a:cubicBezTo>
                <a:cubicBezTo>
                  <a:pt x="563" y="131"/>
                  <a:pt x="563" y="131"/>
                  <a:pt x="563" y="131"/>
                </a:cubicBezTo>
                <a:cubicBezTo>
                  <a:pt x="566" y="133"/>
                  <a:pt x="566" y="133"/>
                  <a:pt x="566" y="133"/>
                </a:cubicBezTo>
                <a:cubicBezTo>
                  <a:pt x="566" y="133"/>
                  <a:pt x="566" y="133"/>
                  <a:pt x="566" y="133"/>
                </a:cubicBezTo>
                <a:cubicBezTo>
                  <a:pt x="566" y="136"/>
                  <a:pt x="566" y="136"/>
                  <a:pt x="566" y="136"/>
                </a:cubicBezTo>
                <a:cubicBezTo>
                  <a:pt x="566" y="136"/>
                  <a:pt x="566" y="136"/>
                  <a:pt x="566" y="136"/>
                </a:cubicBezTo>
                <a:cubicBezTo>
                  <a:pt x="566" y="139"/>
                  <a:pt x="566" y="139"/>
                  <a:pt x="566" y="139"/>
                </a:cubicBezTo>
                <a:cubicBezTo>
                  <a:pt x="566" y="139"/>
                  <a:pt x="566" y="139"/>
                  <a:pt x="566" y="139"/>
                </a:cubicBezTo>
                <a:cubicBezTo>
                  <a:pt x="566" y="142"/>
                  <a:pt x="566" y="142"/>
                  <a:pt x="566" y="142"/>
                </a:cubicBezTo>
                <a:cubicBezTo>
                  <a:pt x="566" y="142"/>
                  <a:pt x="566" y="142"/>
                  <a:pt x="566" y="142"/>
                </a:cubicBezTo>
                <a:cubicBezTo>
                  <a:pt x="566" y="143"/>
                  <a:pt x="566" y="143"/>
                  <a:pt x="566" y="143"/>
                </a:cubicBezTo>
                <a:cubicBezTo>
                  <a:pt x="566" y="143"/>
                  <a:pt x="566" y="143"/>
                  <a:pt x="566" y="143"/>
                </a:cubicBezTo>
                <a:cubicBezTo>
                  <a:pt x="565" y="146"/>
                  <a:pt x="565" y="146"/>
                  <a:pt x="565" y="146"/>
                </a:cubicBezTo>
                <a:cubicBezTo>
                  <a:pt x="565" y="146"/>
                  <a:pt x="565" y="146"/>
                  <a:pt x="565" y="146"/>
                </a:cubicBezTo>
                <a:cubicBezTo>
                  <a:pt x="564" y="148"/>
                  <a:pt x="564" y="148"/>
                  <a:pt x="564" y="148"/>
                </a:cubicBezTo>
                <a:cubicBezTo>
                  <a:pt x="564" y="148"/>
                  <a:pt x="564" y="148"/>
                  <a:pt x="564" y="148"/>
                </a:cubicBezTo>
                <a:cubicBezTo>
                  <a:pt x="564" y="150"/>
                  <a:pt x="564" y="150"/>
                  <a:pt x="564" y="150"/>
                </a:cubicBezTo>
                <a:cubicBezTo>
                  <a:pt x="564" y="150"/>
                  <a:pt x="564" y="150"/>
                  <a:pt x="564" y="150"/>
                </a:cubicBezTo>
                <a:cubicBezTo>
                  <a:pt x="564" y="152"/>
                  <a:pt x="564" y="152"/>
                  <a:pt x="564" y="152"/>
                </a:cubicBezTo>
                <a:cubicBezTo>
                  <a:pt x="564" y="152"/>
                  <a:pt x="564" y="152"/>
                  <a:pt x="564" y="152"/>
                </a:cubicBezTo>
                <a:cubicBezTo>
                  <a:pt x="538" y="171"/>
                  <a:pt x="538" y="171"/>
                  <a:pt x="538" y="171"/>
                </a:cubicBezTo>
                <a:cubicBezTo>
                  <a:pt x="538" y="171"/>
                  <a:pt x="538" y="171"/>
                  <a:pt x="538" y="171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65" y="166"/>
                  <a:pt x="565" y="166"/>
                  <a:pt x="565" y="166"/>
                </a:cubicBezTo>
                <a:cubicBezTo>
                  <a:pt x="565" y="166"/>
                  <a:pt x="565" y="166"/>
                  <a:pt x="565" y="166"/>
                </a:cubicBezTo>
                <a:cubicBezTo>
                  <a:pt x="564" y="169"/>
                  <a:pt x="564" y="169"/>
                  <a:pt x="564" y="169"/>
                </a:cubicBezTo>
                <a:cubicBezTo>
                  <a:pt x="564" y="169"/>
                  <a:pt x="564" y="169"/>
                  <a:pt x="564" y="169"/>
                </a:cubicBezTo>
                <a:cubicBezTo>
                  <a:pt x="564" y="171"/>
                  <a:pt x="564" y="171"/>
                  <a:pt x="564" y="171"/>
                </a:cubicBezTo>
                <a:cubicBezTo>
                  <a:pt x="564" y="171"/>
                  <a:pt x="564" y="171"/>
                  <a:pt x="564" y="171"/>
                </a:cubicBezTo>
                <a:cubicBezTo>
                  <a:pt x="563" y="174"/>
                  <a:pt x="563" y="174"/>
                  <a:pt x="563" y="174"/>
                </a:cubicBezTo>
                <a:cubicBezTo>
                  <a:pt x="563" y="174"/>
                  <a:pt x="563" y="174"/>
                  <a:pt x="563" y="174"/>
                </a:cubicBezTo>
                <a:cubicBezTo>
                  <a:pt x="563" y="176"/>
                  <a:pt x="563" y="176"/>
                  <a:pt x="563" y="176"/>
                </a:cubicBezTo>
                <a:cubicBezTo>
                  <a:pt x="563" y="176"/>
                  <a:pt x="563" y="176"/>
                  <a:pt x="563" y="176"/>
                </a:cubicBezTo>
                <a:cubicBezTo>
                  <a:pt x="561" y="179"/>
                  <a:pt x="561" y="179"/>
                  <a:pt x="561" y="179"/>
                </a:cubicBezTo>
                <a:cubicBezTo>
                  <a:pt x="561" y="179"/>
                  <a:pt x="561" y="179"/>
                  <a:pt x="561" y="179"/>
                </a:cubicBezTo>
                <a:cubicBezTo>
                  <a:pt x="560" y="180"/>
                  <a:pt x="560" y="180"/>
                  <a:pt x="560" y="180"/>
                </a:cubicBezTo>
                <a:cubicBezTo>
                  <a:pt x="560" y="180"/>
                  <a:pt x="560" y="180"/>
                  <a:pt x="560" y="180"/>
                </a:cubicBezTo>
                <a:cubicBezTo>
                  <a:pt x="558" y="182"/>
                  <a:pt x="558" y="182"/>
                  <a:pt x="558" y="182"/>
                </a:cubicBezTo>
                <a:cubicBezTo>
                  <a:pt x="558" y="182"/>
                  <a:pt x="558" y="182"/>
                  <a:pt x="558" y="182"/>
                </a:cubicBezTo>
                <a:cubicBezTo>
                  <a:pt x="556" y="182"/>
                  <a:pt x="556" y="182"/>
                  <a:pt x="556" y="182"/>
                </a:cubicBezTo>
                <a:cubicBezTo>
                  <a:pt x="556" y="182"/>
                  <a:pt x="556" y="182"/>
                  <a:pt x="556" y="182"/>
                </a:cubicBezTo>
                <a:cubicBezTo>
                  <a:pt x="539" y="198"/>
                  <a:pt x="539" y="198"/>
                  <a:pt x="539" y="198"/>
                </a:cubicBezTo>
                <a:cubicBezTo>
                  <a:pt x="539" y="198"/>
                  <a:pt x="539" y="198"/>
                  <a:pt x="539" y="198"/>
                </a:cubicBezTo>
                <a:cubicBezTo>
                  <a:pt x="535" y="201"/>
                  <a:pt x="535" y="201"/>
                  <a:pt x="535" y="201"/>
                </a:cubicBezTo>
                <a:cubicBezTo>
                  <a:pt x="535" y="201"/>
                  <a:pt x="535" y="201"/>
                  <a:pt x="535" y="201"/>
                </a:cubicBezTo>
                <a:cubicBezTo>
                  <a:pt x="532" y="205"/>
                  <a:pt x="532" y="205"/>
                  <a:pt x="532" y="205"/>
                </a:cubicBezTo>
                <a:cubicBezTo>
                  <a:pt x="532" y="205"/>
                  <a:pt x="532" y="205"/>
                  <a:pt x="532" y="205"/>
                </a:cubicBezTo>
                <a:cubicBezTo>
                  <a:pt x="527" y="209"/>
                  <a:pt x="527" y="209"/>
                  <a:pt x="527" y="209"/>
                </a:cubicBezTo>
                <a:cubicBezTo>
                  <a:pt x="527" y="209"/>
                  <a:pt x="527" y="209"/>
                  <a:pt x="527" y="209"/>
                </a:cubicBezTo>
                <a:cubicBezTo>
                  <a:pt x="524" y="213"/>
                  <a:pt x="524" y="213"/>
                  <a:pt x="524" y="213"/>
                </a:cubicBezTo>
                <a:cubicBezTo>
                  <a:pt x="524" y="213"/>
                  <a:pt x="524" y="213"/>
                  <a:pt x="524" y="213"/>
                </a:cubicBezTo>
                <a:cubicBezTo>
                  <a:pt x="520" y="216"/>
                  <a:pt x="520" y="216"/>
                  <a:pt x="520" y="216"/>
                </a:cubicBezTo>
                <a:cubicBezTo>
                  <a:pt x="520" y="216"/>
                  <a:pt x="520" y="216"/>
                  <a:pt x="520" y="216"/>
                </a:cubicBezTo>
                <a:cubicBezTo>
                  <a:pt x="517" y="219"/>
                  <a:pt x="517" y="219"/>
                  <a:pt x="517" y="219"/>
                </a:cubicBezTo>
                <a:cubicBezTo>
                  <a:pt x="517" y="219"/>
                  <a:pt x="517" y="219"/>
                  <a:pt x="517" y="219"/>
                </a:cubicBezTo>
                <a:cubicBezTo>
                  <a:pt x="513" y="221"/>
                  <a:pt x="513" y="221"/>
                  <a:pt x="513" y="221"/>
                </a:cubicBezTo>
                <a:cubicBezTo>
                  <a:pt x="513" y="221"/>
                  <a:pt x="513" y="221"/>
                  <a:pt x="513" y="221"/>
                </a:cubicBezTo>
                <a:cubicBezTo>
                  <a:pt x="509" y="221"/>
                  <a:pt x="509" y="221"/>
                  <a:pt x="509" y="221"/>
                </a:cubicBezTo>
                <a:cubicBezTo>
                  <a:pt x="509" y="221"/>
                  <a:pt x="509" y="221"/>
                  <a:pt x="509" y="221"/>
                </a:cubicBezTo>
                <a:cubicBezTo>
                  <a:pt x="507" y="219"/>
                  <a:pt x="507" y="219"/>
                  <a:pt x="507" y="219"/>
                </a:cubicBezTo>
                <a:cubicBezTo>
                  <a:pt x="507" y="219"/>
                  <a:pt x="507" y="219"/>
                  <a:pt x="507" y="219"/>
                </a:cubicBezTo>
                <a:cubicBezTo>
                  <a:pt x="507" y="217"/>
                  <a:pt x="507" y="217"/>
                  <a:pt x="507" y="217"/>
                </a:cubicBezTo>
                <a:cubicBezTo>
                  <a:pt x="507" y="217"/>
                  <a:pt x="507" y="217"/>
                  <a:pt x="507" y="217"/>
                </a:cubicBezTo>
                <a:cubicBezTo>
                  <a:pt x="508" y="215"/>
                  <a:pt x="508" y="215"/>
                  <a:pt x="508" y="215"/>
                </a:cubicBezTo>
                <a:cubicBezTo>
                  <a:pt x="508" y="215"/>
                  <a:pt x="508" y="215"/>
                  <a:pt x="508" y="215"/>
                </a:cubicBezTo>
                <a:cubicBezTo>
                  <a:pt x="509" y="214"/>
                  <a:pt x="509" y="214"/>
                  <a:pt x="509" y="214"/>
                </a:cubicBezTo>
                <a:cubicBezTo>
                  <a:pt x="509" y="214"/>
                  <a:pt x="509" y="214"/>
                  <a:pt x="509" y="214"/>
                </a:cubicBezTo>
                <a:cubicBezTo>
                  <a:pt x="509" y="212"/>
                  <a:pt x="509" y="212"/>
                  <a:pt x="509" y="212"/>
                </a:cubicBezTo>
                <a:cubicBezTo>
                  <a:pt x="509" y="212"/>
                  <a:pt x="509" y="212"/>
                  <a:pt x="509" y="212"/>
                </a:cubicBezTo>
                <a:cubicBezTo>
                  <a:pt x="510" y="210"/>
                  <a:pt x="510" y="210"/>
                  <a:pt x="510" y="210"/>
                </a:cubicBezTo>
                <a:cubicBezTo>
                  <a:pt x="510" y="210"/>
                  <a:pt x="510" y="210"/>
                  <a:pt x="510" y="210"/>
                </a:cubicBezTo>
                <a:cubicBezTo>
                  <a:pt x="510" y="208"/>
                  <a:pt x="510" y="208"/>
                  <a:pt x="510" y="208"/>
                </a:cubicBezTo>
                <a:cubicBezTo>
                  <a:pt x="510" y="208"/>
                  <a:pt x="510" y="208"/>
                  <a:pt x="510" y="208"/>
                </a:cubicBezTo>
                <a:cubicBezTo>
                  <a:pt x="512" y="205"/>
                  <a:pt x="512" y="205"/>
                  <a:pt x="512" y="205"/>
                </a:cubicBezTo>
                <a:cubicBezTo>
                  <a:pt x="512" y="205"/>
                  <a:pt x="512" y="205"/>
                  <a:pt x="512" y="205"/>
                </a:cubicBezTo>
                <a:cubicBezTo>
                  <a:pt x="509" y="208"/>
                  <a:pt x="509" y="208"/>
                  <a:pt x="509" y="208"/>
                </a:cubicBezTo>
                <a:cubicBezTo>
                  <a:pt x="509" y="208"/>
                  <a:pt x="509" y="208"/>
                  <a:pt x="509" y="208"/>
                </a:cubicBezTo>
                <a:cubicBezTo>
                  <a:pt x="508" y="210"/>
                  <a:pt x="508" y="210"/>
                  <a:pt x="508" y="210"/>
                </a:cubicBezTo>
                <a:cubicBezTo>
                  <a:pt x="508" y="210"/>
                  <a:pt x="508" y="210"/>
                  <a:pt x="508" y="210"/>
                </a:cubicBezTo>
                <a:cubicBezTo>
                  <a:pt x="507" y="212"/>
                  <a:pt x="507" y="212"/>
                  <a:pt x="507" y="212"/>
                </a:cubicBezTo>
                <a:cubicBezTo>
                  <a:pt x="507" y="212"/>
                  <a:pt x="507" y="212"/>
                  <a:pt x="507" y="212"/>
                </a:cubicBezTo>
                <a:cubicBezTo>
                  <a:pt x="507" y="213"/>
                  <a:pt x="507" y="213"/>
                  <a:pt x="507" y="213"/>
                </a:cubicBezTo>
                <a:cubicBezTo>
                  <a:pt x="507" y="213"/>
                  <a:pt x="507" y="213"/>
                  <a:pt x="507" y="213"/>
                </a:cubicBezTo>
                <a:cubicBezTo>
                  <a:pt x="505" y="214"/>
                  <a:pt x="505" y="214"/>
                  <a:pt x="505" y="214"/>
                </a:cubicBezTo>
                <a:cubicBezTo>
                  <a:pt x="505" y="214"/>
                  <a:pt x="505" y="214"/>
                  <a:pt x="505" y="214"/>
                </a:cubicBezTo>
                <a:cubicBezTo>
                  <a:pt x="504" y="215"/>
                  <a:pt x="504" y="215"/>
                  <a:pt x="504" y="215"/>
                </a:cubicBezTo>
                <a:cubicBezTo>
                  <a:pt x="504" y="215"/>
                  <a:pt x="504" y="215"/>
                  <a:pt x="504" y="215"/>
                </a:cubicBezTo>
                <a:cubicBezTo>
                  <a:pt x="503" y="216"/>
                  <a:pt x="503" y="216"/>
                  <a:pt x="503" y="216"/>
                </a:cubicBezTo>
                <a:cubicBezTo>
                  <a:pt x="503" y="216"/>
                  <a:pt x="503" y="216"/>
                  <a:pt x="503" y="216"/>
                </a:cubicBezTo>
                <a:cubicBezTo>
                  <a:pt x="503" y="217"/>
                  <a:pt x="503" y="217"/>
                  <a:pt x="503" y="217"/>
                </a:cubicBezTo>
                <a:cubicBezTo>
                  <a:pt x="503" y="217"/>
                  <a:pt x="503" y="217"/>
                  <a:pt x="503" y="217"/>
                </a:cubicBezTo>
                <a:cubicBezTo>
                  <a:pt x="500" y="223"/>
                  <a:pt x="500" y="223"/>
                  <a:pt x="500" y="223"/>
                </a:cubicBezTo>
                <a:cubicBezTo>
                  <a:pt x="500" y="223"/>
                  <a:pt x="500" y="223"/>
                  <a:pt x="500" y="223"/>
                </a:cubicBezTo>
                <a:cubicBezTo>
                  <a:pt x="497" y="228"/>
                  <a:pt x="497" y="228"/>
                  <a:pt x="497" y="228"/>
                </a:cubicBezTo>
                <a:cubicBezTo>
                  <a:pt x="497" y="228"/>
                  <a:pt x="497" y="228"/>
                  <a:pt x="497" y="228"/>
                </a:cubicBezTo>
                <a:cubicBezTo>
                  <a:pt x="494" y="233"/>
                  <a:pt x="494" y="233"/>
                  <a:pt x="494" y="233"/>
                </a:cubicBezTo>
                <a:cubicBezTo>
                  <a:pt x="494" y="233"/>
                  <a:pt x="494" y="233"/>
                  <a:pt x="494" y="233"/>
                </a:cubicBezTo>
                <a:cubicBezTo>
                  <a:pt x="490" y="237"/>
                  <a:pt x="490" y="237"/>
                  <a:pt x="490" y="237"/>
                </a:cubicBezTo>
                <a:cubicBezTo>
                  <a:pt x="490" y="237"/>
                  <a:pt x="490" y="237"/>
                  <a:pt x="490" y="237"/>
                </a:cubicBezTo>
                <a:cubicBezTo>
                  <a:pt x="487" y="243"/>
                  <a:pt x="487" y="243"/>
                  <a:pt x="487" y="243"/>
                </a:cubicBezTo>
                <a:cubicBezTo>
                  <a:pt x="487" y="243"/>
                  <a:pt x="487" y="243"/>
                  <a:pt x="487" y="243"/>
                </a:cubicBezTo>
                <a:cubicBezTo>
                  <a:pt x="486" y="247"/>
                  <a:pt x="486" y="247"/>
                  <a:pt x="486" y="247"/>
                </a:cubicBezTo>
                <a:cubicBezTo>
                  <a:pt x="486" y="247"/>
                  <a:pt x="486" y="247"/>
                  <a:pt x="486" y="247"/>
                </a:cubicBezTo>
                <a:cubicBezTo>
                  <a:pt x="485" y="252"/>
                  <a:pt x="485" y="252"/>
                  <a:pt x="485" y="252"/>
                </a:cubicBezTo>
                <a:cubicBezTo>
                  <a:pt x="485" y="252"/>
                  <a:pt x="485" y="252"/>
                  <a:pt x="485" y="252"/>
                </a:cubicBezTo>
                <a:cubicBezTo>
                  <a:pt x="489" y="256"/>
                  <a:pt x="489" y="256"/>
                  <a:pt x="489" y="256"/>
                </a:cubicBezTo>
                <a:cubicBezTo>
                  <a:pt x="489" y="256"/>
                  <a:pt x="489" y="256"/>
                  <a:pt x="489" y="256"/>
                </a:cubicBezTo>
                <a:cubicBezTo>
                  <a:pt x="489" y="257"/>
                  <a:pt x="489" y="257"/>
                  <a:pt x="489" y="257"/>
                </a:cubicBezTo>
                <a:cubicBezTo>
                  <a:pt x="489" y="257"/>
                  <a:pt x="489" y="257"/>
                  <a:pt x="489" y="257"/>
                </a:cubicBezTo>
                <a:cubicBezTo>
                  <a:pt x="490" y="258"/>
                  <a:pt x="490" y="258"/>
                  <a:pt x="490" y="258"/>
                </a:cubicBezTo>
                <a:cubicBezTo>
                  <a:pt x="490" y="258"/>
                  <a:pt x="490" y="258"/>
                  <a:pt x="490" y="258"/>
                </a:cubicBezTo>
                <a:cubicBezTo>
                  <a:pt x="490" y="258"/>
                  <a:pt x="490" y="258"/>
                  <a:pt x="490" y="258"/>
                </a:cubicBezTo>
                <a:cubicBezTo>
                  <a:pt x="490" y="258"/>
                  <a:pt x="490" y="258"/>
                  <a:pt x="490" y="258"/>
                </a:cubicBezTo>
                <a:cubicBezTo>
                  <a:pt x="493" y="258"/>
                  <a:pt x="493" y="258"/>
                  <a:pt x="493" y="258"/>
                </a:cubicBezTo>
                <a:cubicBezTo>
                  <a:pt x="493" y="258"/>
                  <a:pt x="493" y="258"/>
                  <a:pt x="493" y="258"/>
                </a:cubicBezTo>
                <a:cubicBezTo>
                  <a:pt x="494" y="258"/>
                  <a:pt x="494" y="258"/>
                  <a:pt x="494" y="258"/>
                </a:cubicBezTo>
                <a:cubicBezTo>
                  <a:pt x="494" y="258"/>
                  <a:pt x="494" y="258"/>
                  <a:pt x="494" y="258"/>
                </a:cubicBezTo>
                <a:cubicBezTo>
                  <a:pt x="496" y="258"/>
                  <a:pt x="496" y="258"/>
                  <a:pt x="496" y="258"/>
                </a:cubicBezTo>
                <a:cubicBezTo>
                  <a:pt x="496" y="258"/>
                  <a:pt x="496" y="258"/>
                  <a:pt x="496" y="258"/>
                </a:cubicBezTo>
                <a:cubicBezTo>
                  <a:pt x="497" y="258"/>
                  <a:pt x="497" y="258"/>
                  <a:pt x="497" y="258"/>
                </a:cubicBezTo>
                <a:cubicBezTo>
                  <a:pt x="497" y="258"/>
                  <a:pt x="497" y="258"/>
                  <a:pt x="497" y="258"/>
                </a:cubicBezTo>
                <a:cubicBezTo>
                  <a:pt x="499" y="257"/>
                  <a:pt x="499" y="257"/>
                  <a:pt x="499" y="257"/>
                </a:cubicBezTo>
                <a:cubicBezTo>
                  <a:pt x="499" y="257"/>
                  <a:pt x="499" y="257"/>
                  <a:pt x="499" y="257"/>
                </a:cubicBezTo>
                <a:cubicBezTo>
                  <a:pt x="506" y="250"/>
                  <a:pt x="506" y="250"/>
                  <a:pt x="506" y="250"/>
                </a:cubicBezTo>
                <a:cubicBezTo>
                  <a:pt x="506" y="250"/>
                  <a:pt x="506" y="250"/>
                  <a:pt x="506" y="250"/>
                </a:cubicBezTo>
                <a:cubicBezTo>
                  <a:pt x="514" y="242"/>
                  <a:pt x="514" y="242"/>
                  <a:pt x="514" y="242"/>
                </a:cubicBezTo>
                <a:cubicBezTo>
                  <a:pt x="514" y="242"/>
                  <a:pt x="514" y="242"/>
                  <a:pt x="514" y="242"/>
                </a:cubicBezTo>
                <a:cubicBezTo>
                  <a:pt x="519" y="233"/>
                  <a:pt x="519" y="233"/>
                  <a:pt x="519" y="233"/>
                </a:cubicBezTo>
                <a:cubicBezTo>
                  <a:pt x="519" y="233"/>
                  <a:pt x="519" y="233"/>
                  <a:pt x="519" y="233"/>
                </a:cubicBezTo>
                <a:cubicBezTo>
                  <a:pt x="525" y="223"/>
                  <a:pt x="525" y="223"/>
                  <a:pt x="525" y="223"/>
                </a:cubicBezTo>
                <a:cubicBezTo>
                  <a:pt x="525" y="223"/>
                  <a:pt x="525" y="223"/>
                  <a:pt x="525" y="223"/>
                </a:cubicBezTo>
                <a:cubicBezTo>
                  <a:pt x="531" y="214"/>
                  <a:pt x="531" y="214"/>
                  <a:pt x="531" y="214"/>
                </a:cubicBezTo>
                <a:cubicBezTo>
                  <a:pt x="531" y="214"/>
                  <a:pt x="531" y="214"/>
                  <a:pt x="531" y="214"/>
                </a:cubicBezTo>
                <a:cubicBezTo>
                  <a:pt x="537" y="205"/>
                  <a:pt x="537" y="205"/>
                  <a:pt x="537" y="205"/>
                </a:cubicBezTo>
                <a:cubicBezTo>
                  <a:pt x="537" y="205"/>
                  <a:pt x="537" y="205"/>
                  <a:pt x="537" y="205"/>
                </a:cubicBezTo>
                <a:cubicBezTo>
                  <a:pt x="544" y="198"/>
                  <a:pt x="544" y="198"/>
                  <a:pt x="544" y="198"/>
                </a:cubicBezTo>
                <a:cubicBezTo>
                  <a:pt x="544" y="198"/>
                  <a:pt x="544" y="198"/>
                  <a:pt x="544" y="198"/>
                </a:cubicBezTo>
                <a:cubicBezTo>
                  <a:pt x="554" y="190"/>
                  <a:pt x="554" y="190"/>
                  <a:pt x="554" y="190"/>
                </a:cubicBezTo>
                <a:cubicBezTo>
                  <a:pt x="554" y="190"/>
                  <a:pt x="554" y="190"/>
                  <a:pt x="554" y="190"/>
                </a:cubicBezTo>
                <a:cubicBezTo>
                  <a:pt x="554" y="190"/>
                  <a:pt x="554" y="190"/>
                  <a:pt x="554" y="190"/>
                </a:cubicBezTo>
                <a:cubicBezTo>
                  <a:pt x="554" y="190"/>
                  <a:pt x="554" y="190"/>
                  <a:pt x="554" y="190"/>
                </a:cubicBezTo>
                <a:cubicBezTo>
                  <a:pt x="555" y="190"/>
                  <a:pt x="555" y="190"/>
                  <a:pt x="555" y="190"/>
                </a:cubicBezTo>
                <a:cubicBezTo>
                  <a:pt x="555" y="190"/>
                  <a:pt x="555" y="190"/>
                  <a:pt x="555" y="190"/>
                </a:cubicBezTo>
                <a:cubicBezTo>
                  <a:pt x="556" y="190"/>
                  <a:pt x="556" y="190"/>
                  <a:pt x="556" y="190"/>
                </a:cubicBezTo>
                <a:cubicBezTo>
                  <a:pt x="556" y="190"/>
                  <a:pt x="556" y="190"/>
                  <a:pt x="556" y="190"/>
                </a:cubicBezTo>
                <a:cubicBezTo>
                  <a:pt x="557" y="189"/>
                  <a:pt x="557" y="189"/>
                  <a:pt x="557" y="189"/>
                </a:cubicBezTo>
                <a:cubicBezTo>
                  <a:pt x="557" y="189"/>
                  <a:pt x="557" y="189"/>
                  <a:pt x="557" y="189"/>
                </a:cubicBezTo>
                <a:cubicBezTo>
                  <a:pt x="558" y="189"/>
                  <a:pt x="558" y="189"/>
                  <a:pt x="558" y="189"/>
                </a:cubicBezTo>
                <a:cubicBezTo>
                  <a:pt x="558" y="189"/>
                  <a:pt x="558" y="189"/>
                  <a:pt x="558" y="189"/>
                </a:cubicBezTo>
                <a:cubicBezTo>
                  <a:pt x="559" y="189"/>
                  <a:pt x="559" y="189"/>
                  <a:pt x="559" y="189"/>
                </a:cubicBezTo>
                <a:cubicBezTo>
                  <a:pt x="559" y="189"/>
                  <a:pt x="559" y="189"/>
                  <a:pt x="559" y="189"/>
                </a:cubicBezTo>
                <a:cubicBezTo>
                  <a:pt x="560" y="189"/>
                  <a:pt x="560" y="189"/>
                  <a:pt x="560" y="189"/>
                </a:cubicBezTo>
                <a:cubicBezTo>
                  <a:pt x="560" y="189"/>
                  <a:pt x="560" y="189"/>
                  <a:pt x="560" y="189"/>
                </a:cubicBezTo>
                <a:cubicBezTo>
                  <a:pt x="561" y="189"/>
                  <a:pt x="561" y="189"/>
                  <a:pt x="561" y="189"/>
                </a:cubicBezTo>
                <a:cubicBezTo>
                  <a:pt x="561" y="189"/>
                  <a:pt x="561" y="189"/>
                  <a:pt x="561" y="189"/>
                </a:cubicBezTo>
                <a:cubicBezTo>
                  <a:pt x="561" y="192"/>
                  <a:pt x="561" y="192"/>
                  <a:pt x="561" y="192"/>
                </a:cubicBezTo>
                <a:cubicBezTo>
                  <a:pt x="561" y="192"/>
                  <a:pt x="561" y="192"/>
                  <a:pt x="561" y="192"/>
                </a:cubicBezTo>
                <a:cubicBezTo>
                  <a:pt x="561" y="195"/>
                  <a:pt x="561" y="195"/>
                  <a:pt x="561" y="195"/>
                </a:cubicBezTo>
                <a:cubicBezTo>
                  <a:pt x="561" y="195"/>
                  <a:pt x="561" y="195"/>
                  <a:pt x="561" y="195"/>
                </a:cubicBezTo>
                <a:cubicBezTo>
                  <a:pt x="561" y="198"/>
                  <a:pt x="561" y="198"/>
                  <a:pt x="561" y="198"/>
                </a:cubicBezTo>
                <a:cubicBezTo>
                  <a:pt x="561" y="198"/>
                  <a:pt x="561" y="198"/>
                  <a:pt x="561" y="198"/>
                </a:cubicBezTo>
                <a:cubicBezTo>
                  <a:pt x="562" y="200"/>
                  <a:pt x="562" y="200"/>
                  <a:pt x="562" y="200"/>
                </a:cubicBezTo>
                <a:cubicBezTo>
                  <a:pt x="562" y="200"/>
                  <a:pt x="562" y="200"/>
                  <a:pt x="562" y="200"/>
                </a:cubicBezTo>
                <a:cubicBezTo>
                  <a:pt x="561" y="203"/>
                  <a:pt x="561" y="203"/>
                  <a:pt x="561" y="203"/>
                </a:cubicBezTo>
                <a:cubicBezTo>
                  <a:pt x="561" y="203"/>
                  <a:pt x="561" y="203"/>
                  <a:pt x="561" y="203"/>
                </a:cubicBezTo>
                <a:cubicBezTo>
                  <a:pt x="561" y="205"/>
                  <a:pt x="561" y="205"/>
                  <a:pt x="561" y="205"/>
                </a:cubicBezTo>
                <a:cubicBezTo>
                  <a:pt x="561" y="205"/>
                  <a:pt x="561" y="205"/>
                  <a:pt x="561" y="205"/>
                </a:cubicBezTo>
                <a:cubicBezTo>
                  <a:pt x="561" y="208"/>
                  <a:pt x="561" y="208"/>
                  <a:pt x="561" y="208"/>
                </a:cubicBezTo>
                <a:cubicBezTo>
                  <a:pt x="561" y="208"/>
                  <a:pt x="561" y="208"/>
                  <a:pt x="561" y="208"/>
                </a:cubicBezTo>
                <a:cubicBezTo>
                  <a:pt x="561" y="210"/>
                  <a:pt x="561" y="210"/>
                  <a:pt x="561" y="210"/>
                </a:cubicBezTo>
                <a:cubicBezTo>
                  <a:pt x="561" y="210"/>
                  <a:pt x="561" y="210"/>
                  <a:pt x="561" y="210"/>
                </a:cubicBezTo>
                <a:cubicBezTo>
                  <a:pt x="559" y="211"/>
                  <a:pt x="559" y="211"/>
                  <a:pt x="559" y="211"/>
                </a:cubicBezTo>
                <a:cubicBezTo>
                  <a:pt x="559" y="211"/>
                  <a:pt x="559" y="211"/>
                  <a:pt x="559" y="211"/>
                </a:cubicBezTo>
                <a:cubicBezTo>
                  <a:pt x="558" y="212"/>
                  <a:pt x="558" y="212"/>
                  <a:pt x="558" y="212"/>
                </a:cubicBezTo>
                <a:cubicBezTo>
                  <a:pt x="558" y="212"/>
                  <a:pt x="558" y="212"/>
                  <a:pt x="558" y="212"/>
                </a:cubicBezTo>
                <a:cubicBezTo>
                  <a:pt x="557" y="213"/>
                  <a:pt x="557" y="213"/>
                  <a:pt x="557" y="213"/>
                </a:cubicBezTo>
                <a:cubicBezTo>
                  <a:pt x="557" y="213"/>
                  <a:pt x="557" y="213"/>
                  <a:pt x="557" y="213"/>
                </a:cubicBezTo>
                <a:cubicBezTo>
                  <a:pt x="556" y="213"/>
                  <a:pt x="556" y="213"/>
                  <a:pt x="556" y="213"/>
                </a:cubicBezTo>
                <a:cubicBezTo>
                  <a:pt x="556" y="213"/>
                  <a:pt x="556" y="213"/>
                  <a:pt x="556" y="213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3" y="215"/>
                  <a:pt x="553" y="215"/>
                  <a:pt x="553" y="215"/>
                </a:cubicBezTo>
                <a:cubicBezTo>
                  <a:pt x="553" y="215"/>
                  <a:pt x="553" y="215"/>
                  <a:pt x="553" y="215"/>
                </a:cubicBezTo>
                <a:cubicBezTo>
                  <a:pt x="553" y="217"/>
                  <a:pt x="553" y="217"/>
                  <a:pt x="553" y="217"/>
                </a:cubicBezTo>
                <a:cubicBezTo>
                  <a:pt x="553" y="217"/>
                  <a:pt x="553" y="217"/>
                  <a:pt x="553" y="217"/>
                </a:cubicBezTo>
                <a:cubicBezTo>
                  <a:pt x="553" y="219"/>
                  <a:pt x="553" y="219"/>
                  <a:pt x="553" y="219"/>
                </a:cubicBezTo>
                <a:cubicBezTo>
                  <a:pt x="553" y="219"/>
                  <a:pt x="553" y="219"/>
                  <a:pt x="553" y="219"/>
                </a:cubicBezTo>
                <a:cubicBezTo>
                  <a:pt x="553" y="220"/>
                  <a:pt x="553" y="220"/>
                  <a:pt x="553" y="220"/>
                </a:cubicBezTo>
                <a:cubicBezTo>
                  <a:pt x="553" y="220"/>
                  <a:pt x="553" y="220"/>
                  <a:pt x="553" y="220"/>
                </a:cubicBezTo>
                <a:cubicBezTo>
                  <a:pt x="553" y="222"/>
                  <a:pt x="553" y="222"/>
                  <a:pt x="553" y="222"/>
                </a:cubicBezTo>
                <a:cubicBezTo>
                  <a:pt x="553" y="222"/>
                  <a:pt x="553" y="222"/>
                  <a:pt x="553" y="222"/>
                </a:cubicBezTo>
                <a:cubicBezTo>
                  <a:pt x="554" y="223"/>
                  <a:pt x="554" y="223"/>
                  <a:pt x="554" y="223"/>
                </a:cubicBezTo>
                <a:cubicBezTo>
                  <a:pt x="554" y="223"/>
                  <a:pt x="554" y="223"/>
                  <a:pt x="554" y="223"/>
                </a:cubicBezTo>
                <a:cubicBezTo>
                  <a:pt x="555" y="225"/>
                  <a:pt x="555" y="225"/>
                  <a:pt x="555" y="225"/>
                </a:cubicBezTo>
                <a:cubicBezTo>
                  <a:pt x="555" y="225"/>
                  <a:pt x="555" y="225"/>
                  <a:pt x="555" y="225"/>
                </a:cubicBezTo>
                <a:cubicBezTo>
                  <a:pt x="556" y="225"/>
                  <a:pt x="556" y="225"/>
                  <a:pt x="556" y="225"/>
                </a:cubicBezTo>
                <a:cubicBezTo>
                  <a:pt x="556" y="225"/>
                  <a:pt x="556" y="225"/>
                  <a:pt x="556" y="225"/>
                </a:cubicBezTo>
                <a:cubicBezTo>
                  <a:pt x="562" y="227"/>
                  <a:pt x="562" y="227"/>
                  <a:pt x="562" y="227"/>
                </a:cubicBezTo>
                <a:cubicBezTo>
                  <a:pt x="562" y="227"/>
                  <a:pt x="562" y="227"/>
                  <a:pt x="562" y="227"/>
                </a:cubicBezTo>
                <a:cubicBezTo>
                  <a:pt x="558" y="268"/>
                  <a:pt x="558" y="268"/>
                  <a:pt x="558" y="268"/>
                </a:cubicBezTo>
                <a:cubicBezTo>
                  <a:pt x="558" y="268"/>
                  <a:pt x="558" y="268"/>
                  <a:pt x="558" y="268"/>
                </a:cubicBezTo>
                <a:cubicBezTo>
                  <a:pt x="555" y="269"/>
                  <a:pt x="555" y="269"/>
                  <a:pt x="555" y="269"/>
                </a:cubicBezTo>
                <a:cubicBezTo>
                  <a:pt x="555" y="269"/>
                  <a:pt x="555" y="269"/>
                  <a:pt x="555" y="269"/>
                </a:cubicBezTo>
                <a:cubicBezTo>
                  <a:pt x="551" y="270"/>
                  <a:pt x="551" y="270"/>
                  <a:pt x="551" y="270"/>
                </a:cubicBezTo>
                <a:cubicBezTo>
                  <a:pt x="551" y="270"/>
                  <a:pt x="551" y="270"/>
                  <a:pt x="551" y="270"/>
                </a:cubicBezTo>
                <a:cubicBezTo>
                  <a:pt x="548" y="272"/>
                  <a:pt x="548" y="272"/>
                  <a:pt x="548" y="272"/>
                </a:cubicBezTo>
                <a:cubicBezTo>
                  <a:pt x="548" y="272"/>
                  <a:pt x="548" y="272"/>
                  <a:pt x="548" y="272"/>
                </a:cubicBezTo>
                <a:cubicBezTo>
                  <a:pt x="546" y="272"/>
                  <a:pt x="546" y="272"/>
                  <a:pt x="546" y="272"/>
                </a:cubicBezTo>
                <a:cubicBezTo>
                  <a:pt x="546" y="272"/>
                  <a:pt x="546" y="272"/>
                  <a:pt x="546" y="272"/>
                </a:cubicBezTo>
                <a:cubicBezTo>
                  <a:pt x="543" y="274"/>
                  <a:pt x="543" y="274"/>
                  <a:pt x="543" y="274"/>
                </a:cubicBezTo>
                <a:cubicBezTo>
                  <a:pt x="543" y="274"/>
                  <a:pt x="543" y="274"/>
                  <a:pt x="543" y="274"/>
                </a:cubicBezTo>
                <a:cubicBezTo>
                  <a:pt x="541" y="275"/>
                  <a:pt x="541" y="275"/>
                  <a:pt x="541" y="275"/>
                </a:cubicBezTo>
                <a:cubicBezTo>
                  <a:pt x="541" y="275"/>
                  <a:pt x="541" y="275"/>
                  <a:pt x="541" y="275"/>
                </a:cubicBezTo>
                <a:cubicBezTo>
                  <a:pt x="539" y="276"/>
                  <a:pt x="539" y="276"/>
                  <a:pt x="539" y="276"/>
                </a:cubicBezTo>
                <a:cubicBezTo>
                  <a:pt x="539" y="276"/>
                  <a:pt x="539" y="276"/>
                  <a:pt x="539" y="276"/>
                </a:cubicBezTo>
                <a:cubicBezTo>
                  <a:pt x="538" y="277"/>
                  <a:pt x="538" y="277"/>
                  <a:pt x="538" y="277"/>
                </a:cubicBezTo>
                <a:cubicBezTo>
                  <a:pt x="538" y="277"/>
                  <a:pt x="538" y="277"/>
                  <a:pt x="538" y="277"/>
                </a:cubicBezTo>
                <a:cubicBezTo>
                  <a:pt x="538" y="279"/>
                  <a:pt x="538" y="279"/>
                  <a:pt x="538" y="279"/>
                </a:cubicBezTo>
                <a:cubicBezTo>
                  <a:pt x="538" y="279"/>
                  <a:pt x="538" y="279"/>
                  <a:pt x="538" y="279"/>
                </a:cubicBezTo>
                <a:cubicBezTo>
                  <a:pt x="539" y="280"/>
                  <a:pt x="539" y="280"/>
                  <a:pt x="539" y="280"/>
                </a:cubicBezTo>
                <a:cubicBezTo>
                  <a:pt x="539" y="280"/>
                  <a:pt x="539" y="280"/>
                  <a:pt x="539" y="280"/>
                </a:cubicBezTo>
                <a:cubicBezTo>
                  <a:pt x="539" y="281"/>
                  <a:pt x="539" y="281"/>
                  <a:pt x="539" y="281"/>
                </a:cubicBezTo>
                <a:cubicBezTo>
                  <a:pt x="539" y="281"/>
                  <a:pt x="539" y="281"/>
                  <a:pt x="539" y="281"/>
                </a:cubicBezTo>
                <a:cubicBezTo>
                  <a:pt x="540" y="282"/>
                  <a:pt x="540" y="282"/>
                  <a:pt x="540" y="282"/>
                </a:cubicBezTo>
                <a:cubicBezTo>
                  <a:pt x="540" y="282"/>
                  <a:pt x="540" y="282"/>
                  <a:pt x="540" y="282"/>
                </a:cubicBezTo>
                <a:cubicBezTo>
                  <a:pt x="540" y="282"/>
                  <a:pt x="540" y="282"/>
                  <a:pt x="540" y="282"/>
                </a:cubicBezTo>
                <a:cubicBezTo>
                  <a:pt x="540" y="282"/>
                  <a:pt x="540" y="282"/>
                  <a:pt x="540" y="282"/>
                </a:cubicBezTo>
                <a:cubicBezTo>
                  <a:pt x="541" y="283"/>
                  <a:pt x="541" y="283"/>
                  <a:pt x="541" y="283"/>
                </a:cubicBezTo>
                <a:cubicBezTo>
                  <a:pt x="541" y="283"/>
                  <a:pt x="541" y="283"/>
                  <a:pt x="541" y="283"/>
                </a:cubicBezTo>
                <a:cubicBezTo>
                  <a:pt x="541" y="284"/>
                  <a:pt x="541" y="284"/>
                  <a:pt x="541" y="284"/>
                </a:cubicBezTo>
                <a:cubicBezTo>
                  <a:pt x="541" y="284"/>
                  <a:pt x="541" y="284"/>
                  <a:pt x="541" y="284"/>
                </a:cubicBezTo>
                <a:cubicBezTo>
                  <a:pt x="542" y="284"/>
                  <a:pt x="542" y="284"/>
                  <a:pt x="542" y="284"/>
                </a:cubicBezTo>
                <a:cubicBezTo>
                  <a:pt x="542" y="284"/>
                  <a:pt x="542" y="284"/>
                  <a:pt x="542" y="284"/>
                </a:cubicBezTo>
                <a:cubicBezTo>
                  <a:pt x="543" y="285"/>
                  <a:pt x="543" y="285"/>
                  <a:pt x="543" y="285"/>
                </a:cubicBezTo>
                <a:cubicBezTo>
                  <a:pt x="543" y="285"/>
                  <a:pt x="543" y="285"/>
                  <a:pt x="543" y="285"/>
                </a:cubicBezTo>
                <a:cubicBezTo>
                  <a:pt x="545" y="286"/>
                  <a:pt x="545" y="286"/>
                  <a:pt x="545" y="286"/>
                </a:cubicBezTo>
                <a:cubicBezTo>
                  <a:pt x="545" y="286"/>
                  <a:pt x="545" y="286"/>
                  <a:pt x="545" y="286"/>
                </a:cubicBezTo>
                <a:cubicBezTo>
                  <a:pt x="547" y="287"/>
                  <a:pt x="547" y="287"/>
                  <a:pt x="547" y="287"/>
                </a:cubicBezTo>
                <a:cubicBezTo>
                  <a:pt x="547" y="287"/>
                  <a:pt x="547" y="287"/>
                  <a:pt x="547" y="287"/>
                </a:cubicBezTo>
                <a:cubicBezTo>
                  <a:pt x="549" y="287"/>
                  <a:pt x="549" y="287"/>
                  <a:pt x="549" y="287"/>
                </a:cubicBezTo>
                <a:cubicBezTo>
                  <a:pt x="549" y="287"/>
                  <a:pt x="549" y="287"/>
                  <a:pt x="549" y="287"/>
                </a:cubicBezTo>
                <a:cubicBezTo>
                  <a:pt x="550" y="288"/>
                  <a:pt x="550" y="288"/>
                  <a:pt x="550" y="288"/>
                </a:cubicBezTo>
                <a:cubicBezTo>
                  <a:pt x="550" y="288"/>
                  <a:pt x="550" y="288"/>
                  <a:pt x="550" y="288"/>
                </a:cubicBezTo>
                <a:cubicBezTo>
                  <a:pt x="553" y="288"/>
                  <a:pt x="553" y="288"/>
                  <a:pt x="553" y="288"/>
                </a:cubicBezTo>
                <a:cubicBezTo>
                  <a:pt x="553" y="288"/>
                  <a:pt x="553" y="288"/>
                  <a:pt x="553" y="288"/>
                </a:cubicBezTo>
                <a:cubicBezTo>
                  <a:pt x="554" y="289"/>
                  <a:pt x="554" y="289"/>
                  <a:pt x="554" y="289"/>
                </a:cubicBezTo>
                <a:cubicBezTo>
                  <a:pt x="554" y="289"/>
                  <a:pt x="554" y="289"/>
                  <a:pt x="554" y="289"/>
                </a:cubicBezTo>
                <a:cubicBezTo>
                  <a:pt x="556" y="289"/>
                  <a:pt x="556" y="289"/>
                  <a:pt x="556" y="289"/>
                </a:cubicBezTo>
                <a:cubicBezTo>
                  <a:pt x="556" y="289"/>
                  <a:pt x="556" y="289"/>
                  <a:pt x="556" y="289"/>
                </a:cubicBezTo>
                <a:cubicBezTo>
                  <a:pt x="554" y="375"/>
                  <a:pt x="554" y="375"/>
                  <a:pt x="554" y="375"/>
                </a:cubicBezTo>
                <a:cubicBezTo>
                  <a:pt x="554" y="375"/>
                  <a:pt x="554" y="375"/>
                  <a:pt x="554" y="375"/>
                </a:cubicBezTo>
                <a:cubicBezTo>
                  <a:pt x="550" y="378"/>
                  <a:pt x="550" y="378"/>
                  <a:pt x="550" y="378"/>
                </a:cubicBezTo>
                <a:cubicBezTo>
                  <a:pt x="550" y="378"/>
                  <a:pt x="550" y="378"/>
                  <a:pt x="550" y="378"/>
                </a:cubicBezTo>
                <a:cubicBezTo>
                  <a:pt x="545" y="379"/>
                  <a:pt x="545" y="379"/>
                  <a:pt x="545" y="379"/>
                </a:cubicBezTo>
                <a:cubicBezTo>
                  <a:pt x="545" y="379"/>
                  <a:pt x="545" y="379"/>
                  <a:pt x="545" y="379"/>
                </a:cubicBezTo>
                <a:cubicBezTo>
                  <a:pt x="541" y="379"/>
                  <a:pt x="541" y="379"/>
                  <a:pt x="541" y="379"/>
                </a:cubicBezTo>
                <a:cubicBezTo>
                  <a:pt x="541" y="379"/>
                  <a:pt x="541" y="379"/>
                  <a:pt x="541" y="379"/>
                </a:cubicBezTo>
                <a:cubicBezTo>
                  <a:pt x="536" y="379"/>
                  <a:pt x="536" y="379"/>
                  <a:pt x="536" y="379"/>
                </a:cubicBezTo>
                <a:cubicBezTo>
                  <a:pt x="536" y="379"/>
                  <a:pt x="536" y="379"/>
                  <a:pt x="536" y="379"/>
                </a:cubicBezTo>
                <a:cubicBezTo>
                  <a:pt x="532" y="378"/>
                  <a:pt x="532" y="378"/>
                  <a:pt x="532" y="378"/>
                </a:cubicBezTo>
                <a:cubicBezTo>
                  <a:pt x="532" y="378"/>
                  <a:pt x="532" y="378"/>
                  <a:pt x="532" y="378"/>
                </a:cubicBezTo>
                <a:cubicBezTo>
                  <a:pt x="526" y="378"/>
                  <a:pt x="526" y="378"/>
                  <a:pt x="526" y="378"/>
                </a:cubicBezTo>
                <a:cubicBezTo>
                  <a:pt x="526" y="378"/>
                  <a:pt x="526" y="378"/>
                  <a:pt x="526" y="378"/>
                </a:cubicBezTo>
                <a:cubicBezTo>
                  <a:pt x="523" y="378"/>
                  <a:pt x="523" y="378"/>
                  <a:pt x="523" y="378"/>
                </a:cubicBezTo>
                <a:cubicBezTo>
                  <a:pt x="523" y="378"/>
                  <a:pt x="523" y="378"/>
                  <a:pt x="523" y="378"/>
                </a:cubicBezTo>
                <a:cubicBezTo>
                  <a:pt x="518" y="378"/>
                  <a:pt x="518" y="378"/>
                  <a:pt x="518" y="378"/>
                </a:cubicBezTo>
                <a:cubicBezTo>
                  <a:pt x="518" y="378"/>
                  <a:pt x="518" y="378"/>
                  <a:pt x="518" y="378"/>
                </a:cubicBezTo>
                <a:cubicBezTo>
                  <a:pt x="515" y="378"/>
                  <a:pt x="515" y="378"/>
                  <a:pt x="515" y="378"/>
                </a:cubicBezTo>
                <a:cubicBezTo>
                  <a:pt x="515" y="378"/>
                  <a:pt x="515" y="378"/>
                  <a:pt x="515" y="378"/>
                </a:cubicBezTo>
                <a:cubicBezTo>
                  <a:pt x="514" y="381"/>
                  <a:pt x="514" y="381"/>
                  <a:pt x="514" y="381"/>
                </a:cubicBezTo>
                <a:cubicBezTo>
                  <a:pt x="514" y="381"/>
                  <a:pt x="514" y="381"/>
                  <a:pt x="514" y="381"/>
                </a:cubicBezTo>
                <a:cubicBezTo>
                  <a:pt x="522" y="383"/>
                  <a:pt x="522" y="383"/>
                  <a:pt x="522" y="383"/>
                </a:cubicBezTo>
                <a:cubicBezTo>
                  <a:pt x="522" y="383"/>
                  <a:pt x="522" y="383"/>
                  <a:pt x="522" y="383"/>
                </a:cubicBezTo>
                <a:cubicBezTo>
                  <a:pt x="531" y="386"/>
                  <a:pt x="531" y="386"/>
                  <a:pt x="531" y="386"/>
                </a:cubicBezTo>
                <a:cubicBezTo>
                  <a:pt x="531" y="386"/>
                  <a:pt x="531" y="386"/>
                  <a:pt x="531" y="386"/>
                </a:cubicBezTo>
                <a:cubicBezTo>
                  <a:pt x="538" y="390"/>
                  <a:pt x="538" y="390"/>
                  <a:pt x="538" y="390"/>
                </a:cubicBezTo>
                <a:cubicBezTo>
                  <a:pt x="538" y="390"/>
                  <a:pt x="538" y="390"/>
                  <a:pt x="538" y="390"/>
                </a:cubicBezTo>
                <a:cubicBezTo>
                  <a:pt x="546" y="393"/>
                  <a:pt x="546" y="393"/>
                  <a:pt x="546" y="393"/>
                </a:cubicBezTo>
                <a:cubicBezTo>
                  <a:pt x="546" y="393"/>
                  <a:pt x="546" y="393"/>
                  <a:pt x="546" y="393"/>
                </a:cubicBezTo>
                <a:cubicBezTo>
                  <a:pt x="553" y="397"/>
                  <a:pt x="553" y="397"/>
                  <a:pt x="553" y="397"/>
                </a:cubicBezTo>
                <a:cubicBezTo>
                  <a:pt x="553" y="397"/>
                  <a:pt x="553" y="397"/>
                  <a:pt x="553" y="397"/>
                </a:cubicBezTo>
                <a:cubicBezTo>
                  <a:pt x="559" y="402"/>
                  <a:pt x="559" y="402"/>
                  <a:pt x="559" y="402"/>
                </a:cubicBezTo>
                <a:cubicBezTo>
                  <a:pt x="559" y="402"/>
                  <a:pt x="559" y="402"/>
                  <a:pt x="559" y="402"/>
                </a:cubicBezTo>
                <a:cubicBezTo>
                  <a:pt x="565" y="408"/>
                  <a:pt x="565" y="408"/>
                  <a:pt x="565" y="408"/>
                </a:cubicBezTo>
                <a:cubicBezTo>
                  <a:pt x="565" y="408"/>
                  <a:pt x="565" y="408"/>
                  <a:pt x="565" y="408"/>
                </a:cubicBezTo>
                <a:cubicBezTo>
                  <a:pt x="571" y="412"/>
                  <a:pt x="571" y="412"/>
                  <a:pt x="571" y="412"/>
                </a:cubicBezTo>
                <a:lnTo>
                  <a:pt x="573" y="412"/>
                </a:lnTo>
                <a:close/>
                <a:moveTo>
                  <a:pt x="1446" y="406"/>
                </a:moveTo>
                <a:cubicBezTo>
                  <a:pt x="1469" y="399"/>
                  <a:pt x="1469" y="399"/>
                  <a:pt x="1469" y="399"/>
                </a:cubicBezTo>
                <a:cubicBezTo>
                  <a:pt x="1469" y="399"/>
                  <a:pt x="1469" y="399"/>
                  <a:pt x="1469" y="399"/>
                </a:cubicBezTo>
                <a:cubicBezTo>
                  <a:pt x="1469" y="398"/>
                  <a:pt x="1469" y="398"/>
                  <a:pt x="1469" y="398"/>
                </a:cubicBezTo>
                <a:cubicBezTo>
                  <a:pt x="1469" y="398"/>
                  <a:pt x="1469" y="398"/>
                  <a:pt x="1469" y="398"/>
                </a:cubicBezTo>
                <a:cubicBezTo>
                  <a:pt x="1472" y="397"/>
                  <a:pt x="1472" y="397"/>
                  <a:pt x="1472" y="397"/>
                </a:cubicBezTo>
                <a:cubicBezTo>
                  <a:pt x="1472" y="397"/>
                  <a:pt x="1472" y="397"/>
                  <a:pt x="1472" y="397"/>
                </a:cubicBezTo>
                <a:cubicBezTo>
                  <a:pt x="1473" y="396"/>
                  <a:pt x="1473" y="396"/>
                  <a:pt x="1473" y="396"/>
                </a:cubicBezTo>
                <a:cubicBezTo>
                  <a:pt x="1473" y="396"/>
                  <a:pt x="1473" y="396"/>
                  <a:pt x="1473" y="396"/>
                </a:cubicBezTo>
                <a:cubicBezTo>
                  <a:pt x="1476" y="396"/>
                  <a:pt x="1476" y="396"/>
                  <a:pt x="1476" y="396"/>
                </a:cubicBezTo>
                <a:cubicBezTo>
                  <a:pt x="1476" y="396"/>
                  <a:pt x="1476" y="396"/>
                  <a:pt x="1476" y="396"/>
                </a:cubicBezTo>
                <a:cubicBezTo>
                  <a:pt x="1477" y="396"/>
                  <a:pt x="1477" y="396"/>
                  <a:pt x="1477" y="396"/>
                </a:cubicBezTo>
                <a:cubicBezTo>
                  <a:pt x="1477" y="396"/>
                  <a:pt x="1477" y="396"/>
                  <a:pt x="1477" y="396"/>
                </a:cubicBezTo>
                <a:cubicBezTo>
                  <a:pt x="1479" y="396"/>
                  <a:pt x="1479" y="396"/>
                  <a:pt x="1479" y="396"/>
                </a:cubicBezTo>
                <a:cubicBezTo>
                  <a:pt x="1479" y="396"/>
                  <a:pt x="1479" y="396"/>
                  <a:pt x="1479" y="396"/>
                </a:cubicBezTo>
                <a:cubicBezTo>
                  <a:pt x="1480" y="395"/>
                  <a:pt x="1480" y="395"/>
                  <a:pt x="1480" y="395"/>
                </a:cubicBezTo>
                <a:cubicBezTo>
                  <a:pt x="1480" y="395"/>
                  <a:pt x="1480" y="395"/>
                  <a:pt x="1480" y="395"/>
                </a:cubicBezTo>
                <a:cubicBezTo>
                  <a:pt x="1482" y="393"/>
                  <a:pt x="1482" y="393"/>
                  <a:pt x="1482" y="393"/>
                </a:cubicBezTo>
                <a:cubicBezTo>
                  <a:pt x="1482" y="393"/>
                  <a:pt x="1482" y="393"/>
                  <a:pt x="1482" y="393"/>
                </a:cubicBezTo>
                <a:cubicBezTo>
                  <a:pt x="1509" y="378"/>
                  <a:pt x="1509" y="378"/>
                  <a:pt x="1509" y="378"/>
                </a:cubicBezTo>
                <a:cubicBezTo>
                  <a:pt x="1509" y="378"/>
                  <a:pt x="1509" y="378"/>
                  <a:pt x="1509" y="378"/>
                </a:cubicBezTo>
                <a:cubicBezTo>
                  <a:pt x="1517" y="377"/>
                  <a:pt x="1517" y="377"/>
                  <a:pt x="1517" y="377"/>
                </a:cubicBezTo>
                <a:cubicBezTo>
                  <a:pt x="1517" y="377"/>
                  <a:pt x="1517" y="377"/>
                  <a:pt x="1517" y="377"/>
                </a:cubicBezTo>
                <a:cubicBezTo>
                  <a:pt x="1523" y="374"/>
                  <a:pt x="1523" y="374"/>
                  <a:pt x="1523" y="374"/>
                </a:cubicBezTo>
                <a:cubicBezTo>
                  <a:pt x="1523" y="374"/>
                  <a:pt x="1523" y="374"/>
                  <a:pt x="1523" y="374"/>
                </a:cubicBezTo>
                <a:cubicBezTo>
                  <a:pt x="1528" y="370"/>
                  <a:pt x="1528" y="370"/>
                  <a:pt x="1528" y="370"/>
                </a:cubicBezTo>
                <a:cubicBezTo>
                  <a:pt x="1528" y="370"/>
                  <a:pt x="1528" y="370"/>
                  <a:pt x="1528" y="370"/>
                </a:cubicBezTo>
                <a:cubicBezTo>
                  <a:pt x="1533" y="366"/>
                  <a:pt x="1533" y="366"/>
                  <a:pt x="1533" y="366"/>
                </a:cubicBezTo>
                <a:cubicBezTo>
                  <a:pt x="1533" y="366"/>
                  <a:pt x="1533" y="366"/>
                  <a:pt x="1533" y="366"/>
                </a:cubicBezTo>
                <a:cubicBezTo>
                  <a:pt x="1538" y="362"/>
                  <a:pt x="1538" y="362"/>
                  <a:pt x="1538" y="362"/>
                </a:cubicBezTo>
                <a:cubicBezTo>
                  <a:pt x="1538" y="362"/>
                  <a:pt x="1538" y="362"/>
                  <a:pt x="1538" y="362"/>
                </a:cubicBezTo>
                <a:cubicBezTo>
                  <a:pt x="1542" y="357"/>
                  <a:pt x="1542" y="357"/>
                  <a:pt x="1542" y="357"/>
                </a:cubicBezTo>
                <a:cubicBezTo>
                  <a:pt x="1542" y="357"/>
                  <a:pt x="1542" y="357"/>
                  <a:pt x="1542" y="357"/>
                </a:cubicBezTo>
                <a:cubicBezTo>
                  <a:pt x="1545" y="353"/>
                  <a:pt x="1545" y="353"/>
                  <a:pt x="1545" y="353"/>
                </a:cubicBezTo>
                <a:cubicBezTo>
                  <a:pt x="1545" y="353"/>
                  <a:pt x="1545" y="353"/>
                  <a:pt x="1545" y="353"/>
                </a:cubicBezTo>
                <a:cubicBezTo>
                  <a:pt x="1550" y="348"/>
                  <a:pt x="1550" y="348"/>
                  <a:pt x="1550" y="348"/>
                </a:cubicBezTo>
                <a:cubicBezTo>
                  <a:pt x="1550" y="348"/>
                  <a:pt x="1550" y="348"/>
                  <a:pt x="1550" y="348"/>
                </a:cubicBezTo>
                <a:cubicBezTo>
                  <a:pt x="1568" y="312"/>
                  <a:pt x="1568" y="312"/>
                  <a:pt x="1568" y="312"/>
                </a:cubicBezTo>
                <a:cubicBezTo>
                  <a:pt x="1568" y="312"/>
                  <a:pt x="1568" y="312"/>
                  <a:pt x="1568" y="312"/>
                </a:cubicBezTo>
                <a:cubicBezTo>
                  <a:pt x="1583" y="269"/>
                  <a:pt x="1583" y="269"/>
                  <a:pt x="1583" y="269"/>
                </a:cubicBezTo>
                <a:cubicBezTo>
                  <a:pt x="1583" y="269"/>
                  <a:pt x="1583" y="269"/>
                  <a:pt x="1583" y="269"/>
                </a:cubicBezTo>
                <a:cubicBezTo>
                  <a:pt x="1584" y="269"/>
                  <a:pt x="1584" y="269"/>
                  <a:pt x="1584" y="269"/>
                </a:cubicBezTo>
                <a:cubicBezTo>
                  <a:pt x="1584" y="269"/>
                  <a:pt x="1584" y="269"/>
                  <a:pt x="1584" y="269"/>
                </a:cubicBezTo>
                <a:cubicBezTo>
                  <a:pt x="1586" y="267"/>
                  <a:pt x="1586" y="267"/>
                  <a:pt x="1586" y="267"/>
                </a:cubicBezTo>
                <a:cubicBezTo>
                  <a:pt x="1586" y="267"/>
                  <a:pt x="1586" y="267"/>
                  <a:pt x="1586" y="267"/>
                </a:cubicBezTo>
                <a:cubicBezTo>
                  <a:pt x="1588" y="266"/>
                  <a:pt x="1588" y="266"/>
                  <a:pt x="1588" y="266"/>
                </a:cubicBezTo>
                <a:cubicBezTo>
                  <a:pt x="1588" y="266"/>
                  <a:pt x="1588" y="266"/>
                  <a:pt x="1588" y="266"/>
                </a:cubicBezTo>
                <a:cubicBezTo>
                  <a:pt x="1591" y="264"/>
                  <a:pt x="1591" y="264"/>
                  <a:pt x="1591" y="264"/>
                </a:cubicBezTo>
                <a:cubicBezTo>
                  <a:pt x="1591" y="264"/>
                  <a:pt x="1591" y="264"/>
                  <a:pt x="1591" y="264"/>
                </a:cubicBezTo>
                <a:cubicBezTo>
                  <a:pt x="1593" y="263"/>
                  <a:pt x="1593" y="263"/>
                  <a:pt x="1593" y="263"/>
                </a:cubicBezTo>
                <a:cubicBezTo>
                  <a:pt x="1593" y="263"/>
                  <a:pt x="1593" y="263"/>
                  <a:pt x="1593" y="263"/>
                </a:cubicBezTo>
                <a:cubicBezTo>
                  <a:pt x="1597" y="262"/>
                  <a:pt x="1597" y="262"/>
                  <a:pt x="1597" y="262"/>
                </a:cubicBezTo>
                <a:cubicBezTo>
                  <a:pt x="1597" y="262"/>
                  <a:pt x="1597" y="262"/>
                  <a:pt x="1597" y="262"/>
                </a:cubicBezTo>
                <a:cubicBezTo>
                  <a:pt x="1599" y="262"/>
                  <a:pt x="1599" y="262"/>
                  <a:pt x="1599" y="262"/>
                </a:cubicBezTo>
                <a:cubicBezTo>
                  <a:pt x="1599" y="262"/>
                  <a:pt x="1599" y="262"/>
                  <a:pt x="1599" y="262"/>
                </a:cubicBezTo>
                <a:cubicBezTo>
                  <a:pt x="1602" y="261"/>
                  <a:pt x="1602" y="261"/>
                  <a:pt x="1602" y="261"/>
                </a:cubicBezTo>
                <a:cubicBezTo>
                  <a:pt x="1602" y="261"/>
                  <a:pt x="1602" y="261"/>
                  <a:pt x="1602" y="261"/>
                </a:cubicBezTo>
                <a:cubicBezTo>
                  <a:pt x="1602" y="260"/>
                  <a:pt x="1602" y="260"/>
                  <a:pt x="1602" y="260"/>
                </a:cubicBezTo>
                <a:cubicBezTo>
                  <a:pt x="1602" y="260"/>
                  <a:pt x="1602" y="260"/>
                  <a:pt x="1602" y="260"/>
                </a:cubicBezTo>
                <a:cubicBezTo>
                  <a:pt x="1604" y="258"/>
                  <a:pt x="1604" y="258"/>
                  <a:pt x="1604" y="258"/>
                </a:cubicBezTo>
                <a:cubicBezTo>
                  <a:pt x="1604" y="258"/>
                  <a:pt x="1604" y="258"/>
                  <a:pt x="1604" y="258"/>
                </a:cubicBezTo>
                <a:cubicBezTo>
                  <a:pt x="1606" y="257"/>
                  <a:pt x="1606" y="257"/>
                  <a:pt x="1606" y="257"/>
                </a:cubicBezTo>
                <a:cubicBezTo>
                  <a:pt x="1606" y="257"/>
                  <a:pt x="1606" y="257"/>
                  <a:pt x="1606" y="257"/>
                </a:cubicBezTo>
                <a:cubicBezTo>
                  <a:pt x="1609" y="256"/>
                  <a:pt x="1609" y="256"/>
                  <a:pt x="1609" y="256"/>
                </a:cubicBezTo>
                <a:cubicBezTo>
                  <a:pt x="1609" y="256"/>
                  <a:pt x="1609" y="256"/>
                  <a:pt x="1609" y="256"/>
                </a:cubicBezTo>
                <a:cubicBezTo>
                  <a:pt x="1611" y="256"/>
                  <a:pt x="1611" y="256"/>
                  <a:pt x="1611" y="256"/>
                </a:cubicBezTo>
                <a:cubicBezTo>
                  <a:pt x="1611" y="256"/>
                  <a:pt x="1611" y="256"/>
                  <a:pt x="1611" y="256"/>
                </a:cubicBezTo>
                <a:cubicBezTo>
                  <a:pt x="1613" y="255"/>
                  <a:pt x="1613" y="255"/>
                  <a:pt x="1613" y="255"/>
                </a:cubicBezTo>
                <a:cubicBezTo>
                  <a:pt x="1613" y="255"/>
                  <a:pt x="1613" y="255"/>
                  <a:pt x="1613" y="255"/>
                </a:cubicBezTo>
                <a:cubicBezTo>
                  <a:pt x="1616" y="255"/>
                  <a:pt x="1616" y="255"/>
                  <a:pt x="1616" y="255"/>
                </a:cubicBezTo>
                <a:cubicBezTo>
                  <a:pt x="1616" y="255"/>
                  <a:pt x="1616" y="255"/>
                  <a:pt x="1616" y="255"/>
                </a:cubicBezTo>
                <a:cubicBezTo>
                  <a:pt x="1619" y="254"/>
                  <a:pt x="1619" y="254"/>
                  <a:pt x="1619" y="254"/>
                </a:cubicBezTo>
                <a:cubicBezTo>
                  <a:pt x="1619" y="254"/>
                  <a:pt x="1619" y="254"/>
                  <a:pt x="1619" y="254"/>
                </a:cubicBezTo>
                <a:cubicBezTo>
                  <a:pt x="1697" y="217"/>
                  <a:pt x="1697" y="217"/>
                  <a:pt x="1697" y="217"/>
                </a:cubicBezTo>
                <a:cubicBezTo>
                  <a:pt x="1697" y="217"/>
                  <a:pt x="1697" y="217"/>
                  <a:pt x="1697" y="217"/>
                </a:cubicBezTo>
                <a:cubicBezTo>
                  <a:pt x="1695" y="215"/>
                  <a:pt x="1695" y="215"/>
                  <a:pt x="1695" y="215"/>
                </a:cubicBezTo>
                <a:cubicBezTo>
                  <a:pt x="1695" y="215"/>
                  <a:pt x="1695" y="215"/>
                  <a:pt x="1695" y="215"/>
                </a:cubicBezTo>
                <a:cubicBezTo>
                  <a:pt x="1691" y="214"/>
                  <a:pt x="1691" y="214"/>
                  <a:pt x="1691" y="214"/>
                </a:cubicBezTo>
                <a:cubicBezTo>
                  <a:pt x="1691" y="214"/>
                  <a:pt x="1691" y="214"/>
                  <a:pt x="1691" y="214"/>
                </a:cubicBezTo>
                <a:cubicBezTo>
                  <a:pt x="1688" y="212"/>
                  <a:pt x="1688" y="212"/>
                  <a:pt x="1688" y="212"/>
                </a:cubicBezTo>
                <a:cubicBezTo>
                  <a:pt x="1688" y="212"/>
                  <a:pt x="1688" y="212"/>
                  <a:pt x="1688" y="212"/>
                </a:cubicBezTo>
                <a:cubicBezTo>
                  <a:pt x="1685" y="210"/>
                  <a:pt x="1685" y="210"/>
                  <a:pt x="1685" y="210"/>
                </a:cubicBezTo>
                <a:cubicBezTo>
                  <a:pt x="1685" y="210"/>
                  <a:pt x="1685" y="210"/>
                  <a:pt x="1685" y="210"/>
                </a:cubicBezTo>
                <a:cubicBezTo>
                  <a:pt x="1682" y="209"/>
                  <a:pt x="1682" y="209"/>
                  <a:pt x="1682" y="209"/>
                </a:cubicBezTo>
                <a:cubicBezTo>
                  <a:pt x="1682" y="209"/>
                  <a:pt x="1682" y="209"/>
                  <a:pt x="1682" y="209"/>
                </a:cubicBezTo>
                <a:cubicBezTo>
                  <a:pt x="1679" y="207"/>
                  <a:pt x="1679" y="207"/>
                  <a:pt x="1679" y="207"/>
                </a:cubicBezTo>
                <a:cubicBezTo>
                  <a:pt x="1679" y="207"/>
                  <a:pt x="1679" y="207"/>
                  <a:pt x="1679" y="207"/>
                </a:cubicBezTo>
                <a:cubicBezTo>
                  <a:pt x="1675" y="206"/>
                  <a:pt x="1675" y="206"/>
                  <a:pt x="1675" y="206"/>
                </a:cubicBezTo>
                <a:cubicBezTo>
                  <a:pt x="1675" y="206"/>
                  <a:pt x="1675" y="206"/>
                  <a:pt x="1675" y="206"/>
                </a:cubicBezTo>
                <a:cubicBezTo>
                  <a:pt x="1673" y="205"/>
                  <a:pt x="1673" y="205"/>
                  <a:pt x="1673" y="205"/>
                </a:cubicBezTo>
                <a:cubicBezTo>
                  <a:pt x="1673" y="205"/>
                  <a:pt x="1673" y="205"/>
                  <a:pt x="1673" y="205"/>
                </a:cubicBezTo>
                <a:cubicBezTo>
                  <a:pt x="1664" y="214"/>
                  <a:pt x="1664" y="214"/>
                  <a:pt x="1664" y="214"/>
                </a:cubicBezTo>
                <a:cubicBezTo>
                  <a:pt x="1664" y="214"/>
                  <a:pt x="1664" y="214"/>
                  <a:pt x="1664" y="214"/>
                </a:cubicBezTo>
                <a:cubicBezTo>
                  <a:pt x="1654" y="221"/>
                  <a:pt x="1654" y="221"/>
                  <a:pt x="1654" y="221"/>
                </a:cubicBezTo>
                <a:cubicBezTo>
                  <a:pt x="1654" y="221"/>
                  <a:pt x="1654" y="221"/>
                  <a:pt x="1654" y="221"/>
                </a:cubicBezTo>
                <a:cubicBezTo>
                  <a:pt x="1645" y="229"/>
                  <a:pt x="1645" y="229"/>
                  <a:pt x="1645" y="229"/>
                </a:cubicBezTo>
                <a:cubicBezTo>
                  <a:pt x="1645" y="229"/>
                  <a:pt x="1645" y="229"/>
                  <a:pt x="1645" y="229"/>
                </a:cubicBezTo>
                <a:cubicBezTo>
                  <a:pt x="1636" y="234"/>
                  <a:pt x="1636" y="234"/>
                  <a:pt x="1636" y="234"/>
                </a:cubicBezTo>
                <a:cubicBezTo>
                  <a:pt x="1636" y="234"/>
                  <a:pt x="1636" y="234"/>
                  <a:pt x="1636" y="234"/>
                </a:cubicBezTo>
                <a:cubicBezTo>
                  <a:pt x="1624" y="240"/>
                  <a:pt x="1624" y="240"/>
                  <a:pt x="1624" y="240"/>
                </a:cubicBezTo>
                <a:cubicBezTo>
                  <a:pt x="1624" y="240"/>
                  <a:pt x="1624" y="240"/>
                  <a:pt x="1624" y="240"/>
                </a:cubicBezTo>
                <a:cubicBezTo>
                  <a:pt x="1613" y="244"/>
                  <a:pt x="1613" y="244"/>
                  <a:pt x="1613" y="244"/>
                </a:cubicBezTo>
                <a:cubicBezTo>
                  <a:pt x="1613" y="244"/>
                  <a:pt x="1613" y="244"/>
                  <a:pt x="1613" y="244"/>
                </a:cubicBezTo>
                <a:cubicBezTo>
                  <a:pt x="1602" y="248"/>
                  <a:pt x="1602" y="248"/>
                  <a:pt x="1602" y="248"/>
                </a:cubicBezTo>
                <a:cubicBezTo>
                  <a:pt x="1602" y="248"/>
                  <a:pt x="1602" y="248"/>
                  <a:pt x="1602" y="248"/>
                </a:cubicBezTo>
                <a:cubicBezTo>
                  <a:pt x="1590" y="251"/>
                  <a:pt x="1590" y="251"/>
                  <a:pt x="1590" y="251"/>
                </a:cubicBezTo>
                <a:cubicBezTo>
                  <a:pt x="1586" y="249"/>
                  <a:pt x="1586" y="249"/>
                  <a:pt x="1586" y="249"/>
                </a:cubicBezTo>
                <a:cubicBezTo>
                  <a:pt x="1606" y="141"/>
                  <a:pt x="1606" y="141"/>
                  <a:pt x="1606" y="141"/>
                </a:cubicBezTo>
                <a:cubicBezTo>
                  <a:pt x="1606" y="141"/>
                  <a:pt x="1606" y="141"/>
                  <a:pt x="1606" y="141"/>
                </a:cubicBezTo>
                <a:cubicBezTo>
                  <a:pt x="1606" y="138"/>
                  <a:pt x="1607" y="134"/>
                  <a:pt x="1607" y="131"/>
                </a:cubicBezTo>
                <a:cubicBezTo>
                  <a:pt x="1607" y="131"/>
                  <a:pt x="1607" y="131"/>
                  <a:pt x="1607" y="131"/>
                </a:cubicBezTo>
                <a:cubicBezTo>
                  <a:pt x="1605" y="123"/>
                  <a:pt x="1605" y="122"/>
                  <a:pt x="1601" y="114"/>
                </a:cubicBezTo>
                <a:cubicBezTo>
                  <a:pt x="1601" y="114"/>
                  <a:pt x="1601" y="114"/>
                  <a:pt x="1601" y="114"/>
                </a:cubicBezTo>
                <a:cubicBezTo>
                  <a:pt x="1599" y="112"/>
                  <a:pt x="1597" y="109"/>
                  <a:pt x="1595" y="106"/>
                </a:cubicBezTo>
                <a:cubicBezTo>
                  <a:pt x="1595" y="106"/>
                  <a:pt x="1595" y="106"/>
                  <a:pt x="1595" y="106"/>
                </a:cubicBezTo>
                <a:cubicBezTo>
                  <a:pt x="1588" y="100"/>
                  <a:pt x="1588" y="100"/>
                  <a:pt x="1588" y="100"/>
                </a:cubicBezTo>
                <a:cubicBezTo>
                  <a:pt x="1588" y="100"/>
                  <a:pt x="1588" y="100"/>
                  <a:pt x="1588" y="100"/>
                </a:cubicBezTo>
                <a:cubicBezTo>
                  <a:pt x="1580" y="94"/>
                  <a:pt x="1580" y="94"/>
                  <a:pt x="1580" y="94"/>
                </a:cubicBezTo>
                <a:cubicBezTo>
                  <a:pt x="1580" y="94"/>
                  <a:pt x="1580" y="94"/>
                  <a:pt x="1580" y="94"/>
                </a:cubicBezTo>
                <a:cubicBezTo>
                  <a:pt x="1571" y="87"/>
                  <a:pt x="1571" y="87"/>
                  <a:pt x="1571" y="87"/>
                </a:cubicBezTo>
                <a:cubicBezTo>
                  <a:pt x="1571" y="87"/>
                  <a:pt x="1571" y="87"/>
                  <a:pt x="1571" y="87"/>
                </a:cubicBezTo>
                <a:cubicBezTo>
                  <a:pt x="1564" y="81"/>
                  <a:pt x="1564" y="81"/>
                  <a:pt x="1564" y="81"/>
                </a:cubicBezTo>
                <a:cubicBezTo>
                  <a:pt x="1564" y="81"/>
                  <a:pt x="1564" y="81"/>
                  <a:pt x="1564" y="81"/>
                </a:cubicBezTo>
                <a:cubicBezTo>
                  <a:pt x="1562" y="81"/>
                  <a:pt x="1562" y="81"/>
                  <a:pt x="1562" y="81"/>
                </a:cubicBezTo>
                <a:cubicBezTo>
                  <a:pt x="1562" y="81"/>
                  <a:pt x="1562" y="81"/>
                  <a:pt x="1562" y="81"/>
                </a:cubicBezTo>
                <a:cubicBezTo>
                  <a:pt x="1560" y="81"/>
                  <a:pt x="1560" y="81"/>
                  <a:pt x="1560" y="81"/>
                </a:cubicBezTo>
                <a:cubicBezTo>
                  <a:pt x="1560" y="81"/>
                  <a:pt x="1560" y="81"/>
                  <a:pt x="1560" y="81"/>
                </a:cubicBezTo>
                <a:cubicBezTo>
                  <a:pt x="1558" y="80"/>
                  <a:pt x="1558" y="80"/>
                  <a:pt x="1558" y="80"/>
                </a:cubicBezTo>
                <a:cubicBezTo>
                  <a:pt x="1558" y="80"/>
                  <a:pt x="1558" y="80"/>
                  <a:pt x="1558" y="80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4" y="80"/>
                  <a:pt x="1554" y="80"/>
                  <a:pt x="1551" y="80"/>
                </a:cubicBezTo>
                <a:cubicBezTo>
                  <a:pt x="1551" y="80"/>
                  <a:pt x="1551" y="80"/>
                  <a:pt x="1551" y="80"/>
                </a:cubicBezTo>
                <a:cubicBezTo>
                  <a:pt x="1551" y="80"/>
                  <a:pt x="1551" y="80"/>
                  <a:pt x="1551" y="80"/>
                </a:cubicBezTo>
                <a:cubicBezTo>
                  <a:pt x="1551" y="80"/>
                  <a:pt x="1551" y="80"/>
                  <a:pt x="1551" y="80"/>
                </a:cubicBezTo>
                <a:cubicBezTo>
                  <a:pt x="1550" y="82"/>
                  <a:pt x="1550" y="82"/>
                  <a:pt x="1550" y="82"/>
                </a:cubicBezTo>
                <a:cubicBezTo>
                  <a:pt x="1550" y="82"/>
                  <a:pt x="1550" y="82"/>
                  <a:pt x="1550" y="82"/>
                </a:cubicBezTo>
                <a:cubicBezTo>
                  <a:pt x="1556" y="90"/>
                  <a:pt x="1556" y="90"/>
                  <a:pt x="1556" y="90"/>
                </a:cubicBezTo>
                <a:cubicBezTo>
                  <a:pt x="1556" y="90"/>
                  <a:pt x="1556" y="90"/>
                  <a:pt x="1556" y="90"/>
                </a:cubicBezTo>
                <a:cubicBezTo>
                  <a:pt x="1560" y="99"/>
                  <a:pt x="1560" y="99"/>
                  <a:pt x="1560" y="99"/>
                </a:cubicBezTo>
                <a:cubicBezTo>
                  <a:pt x="1560" y="99"/>
                  <a:pt x="1560" y="99"/>
                  <a:pt x="1560" y="99"/>
                </a:cubicBezTo>
                <a:cubicBezTo>
                  <a:pt x="1562" y="107"/>
                  <a:pt x="1562" y="107"/>
                  <a:pt x="1562" y="107"/>
                </a:cubicBezTo>
                <a:cubicBezTo>
                  <a:pt x="1562" y="107"/>
                  <a:pt x="1562" y="107"/>
                  <a:pt x="1562" y="107"/>
                </a:cubicBezTo>
                <a:cubicBezTo>
                  <a:pt x="1565" y="114"/>
                  <a:pt x="1565" y="114"/>
                  <a:pt x="1565" y="114"/>
                </a:cubicBezTo>
                <a:cubicBezTo>
                  <a:pt x="1565" y="114"/>
                  <a:pt x="1565" y="114"/>
                  <a:pt x="1565" y="114"/>
                </a:cubicBezTo>
                <a:cubicBezTo>
                  <a:pt x="1566" y="120"/>
                  <a:pt x="1566" y="125"/>
                  <a:pt x="1567" y="130"/>
                </a:cubicBezTo>
                <a:cubicBezTo>
                  <a:pt x="1567" y="130"/>
                  <a:pt x="1567" y="130"/>
                  <a:pt x="1567" y="130"/>
                </a:cubicBezTo>
                <a:cubicBezTo>
                  <a:pt x="1571" y="145"/>
                  <a:pt x="1574" y="143"/>
                  <a:pt x="1572" y="160"/>
                </a:cubicBezTo>
                <a:cubicBezTo>
                  <a:pt x="1572" y="160"/>
                  <a:pt x="1572" y="160"/>
                  <a:pt x="1572" y="160"/>
                </a:cubicBezTo>
                <a:cubicBezTo>
                  <a:pt x="1572" y="175"/>
                  <a:pt x="1572" y="175"/>
                  <a:pt x="1572" y="175"/>
                </a:cubicBezTo>
                <a:cubicBezTo>
                  <a:pt x="1572" y="175"/>
                  <a:pt x="1572" y="175"/>
                  <a:pt x="1572" y="175"/>
                </a:cubicBezTo>
                <a:cubicBezTo>
                  <a:pt x="1572" y="190"/>
                  <a:pt x="1572" y="190"/>
                  <a:pt x="1572" y="190"/>
                </a:cubicBezTo>
                <a:cubicBezTo>
                  <a:pt x="1572" y="190"/>
                  <a:pt x="1572" y="190"/>
                  <a:pt x="1572" y="190"/>
                </a:cubicBezTo>
                <a:cubicBezTo>
                  <a:pt x="1574" y="205"/>
                  <a:pt x="1574" y="205"/>
                  <a:pt x="1574" y="205"/>
                </a:cubicBezTo>
                <a:cubicBezTo>
                  <a:pt x="1574" y="205"/>
                  <a:pt x="1574" y="205"/>
                  <a:pt x="1574" y="205"/>
                </a:cubicBezTo>
                <a:cubicBezTo>
                  <a:pt x="1572" y="220"/>
                  <a:pt x="1572" y="220"/>
                  <a:pt x="1572" y="220"/>
                </a:cubicBezTo>
                <a:cubicBezTo>
                  <a:pt x="1572" y="220"/>
                  <a:pt x="1572" y="220"/>
                  <a:pt x="1572" y="220"/>
                </a:cubicBezTo>
                <a:cubicBezTo>
                  <a:pt x="1570" y="234"/>
                  <a:pt x="1570" y="234"/>
                  <a:pt x="1570" y="234"/>
                </a:cubicBezTo>
                <a:cubicBezTo>
                  <a:pt x="1570" y="234"/>
                  <a:pt x="1570" y="234"/>
                  <a:pt x="1570" y="234"/>
                </a:cubicBezTo>
                <a:cubicBezTo>
                  <a:pt x="1565" y="248"/>
                  <a:pt x="1565" y="248"/>
                  <a:pt x="1565" y="248"/>
                </a:cubicBezTo>
                <a:cubicBezTo>
                  <a:pt x="1565" y="248"/>
                  <a:pt x="1565" y="248"/>
                  <a:pt x="1565" y="248"/>
                </a:cubicBezTo>
                <a:cubicBezTo>
                  <a:pt x="1558" y="259"/>
                  <a:pt x="1558" y="259"/>
                  <a:pt x="1558" y="259"/>
                </a:cubicBezTo>
                <a:cubicBezTo>
                  <a:pt x="1558" y="259"/>
                  <a:pt x="1558" y="259"/>
                  <a:pt x="1558" y="259"/>
                </a:cubicBezTo>
                <a:cubicBezTo>
                  <a:pt x="1511" y="269"/>
                  <a:pt x="1511" y="269"/>
                  <a:pt x="1511" y="269"/>
                </a:cubicBezTo>
                <a:cubicBezTo>
                  <a:pt x="1511" y="269"/>
                  <a:pt x="1511" y="269"/>
                  <a:pt x="1511" y="269"/>
                </a:cubicBezTo>
                <a:cubicBezTo>
                  <a:pt x="1469" y="282"/>
                  <a:pt x="1469" y="282"/>
                  <a:pt x="1469" y="282"/>
                </a:cubicBezTo>
                <a:cubicBezTo>
                  <a:pt x="1469" y="282"/>
                  <a:pt x="1469" y="282"/>
                  <a:pt x="1469" y="282"/>
                </a:cubicBezTo>
                <a:cubicBezTo>
                  <a:pt x="1455" y="286"/>
                  <a:pt x="1455" y="286"/>
                  <a:pt x="1455" y="286"/>
                </a:cubicBezTo>
                <a:cubicBezTo>
                  <a:pt x="1455" y="286"/>
                  <a:pt x="1455" y="286"/>
                  <a:pt x="1455" y="286"/>
                </a:cubicBezTo>
                <a:cubicBezTo>
                  <a:pt x="1442" y="290"/>
                  <a:pt x="1442" y="290"/>
                  <a:pt x="1442" y="290"/>
                </a:cubicBezTo>
                <a:cubicBezTo>
                  <a:pt x="1442" y="290"/>
                  <a:pt x="1442" y="290"/>
                  <a:pt x="1442" y="290"/>
                </a:cubicBezTo>
                <a:cubicBezTo>
                  <a:pt x="1427" y="295"/>
                  <a:pt x="1427" y="295"/>
                  <a:pt x="1427" y="295"/>
                </a:cubicBezTo>
                <a:cubicBezTo>
                  <a:pt x="1427" y="295"/>
                  <a:pt x="1427" y="295"/>
                  <a:pt x="1427" y="295"/>
                </a:cubicBezTo>
                <a:cubicBezTo>
                  <a:pt x="1415" y="299"/>
                  <a:pt x="1415" y="299"/>
                  <a:pt x="1415" y="299"/>
                </a:cubicBezTo>
                <a:cubicBezTo>
                  <a:pt x="1415" y="299"/>
                  <a:pt x="1415" y="299"/>
                  <a:pt x="1415" y="299"/>
                </a:cubicBezTo>
                <a:cubicBezTo>
                  <a:pt x="1401" y="305"/>
                  <a:pt x="1401" y="305"/>
                  <a:pt x="1401" y="305"/>
                </a:cubicBezTo>
                <a:cubicBezTo>
                  <a:pt x="1401" y="305"/>
                  <a:pt x="1401" y="305"/>
                  <a:pt x="1401" y="305"/>
                </a:cubicBezTo>
                <a:cubicBezTo>
                  <a:pt x="1387" y="310"/>
                  <a:pt x="1387" y="310"/>
                  <a:pt x="1387" y="310"/>
                </a:cubicBezTo>
                <a:cubicBezTo>
                  <a:pt x="1387" y="310"/>
                  <a:pt x="1387" y="310"/>
                  <a:pt x="1387" y="310"/>
                </a:cubicBezTo>
                <a:cubicBezTo>
                  <a:pt x="1374" y="313"/>
                  <a:pt x="1374" y="313"/>
                  <a:pt x="1374" y="313"/>
                </a:cubicBezTo>
                <a:cubicBezTo>
                  <a:pt x="1374" y="313"/>
                  <a:pt x="1374" y="313"/>
                  <a:pt x="1374" y="313"/>
                </a:cubicBezTo>
                <a:cubicBezTo>
                  <a:pt x="1361" y="316"/>
                  <a:pt x="1361" y="316"/>
                  <a:pt x="1361" y="316"/>
                </a:cubicBezTo>
                <a:cubicBezTo>
                  <a:pt x="1361" y="316"/>
                  <a:pt x="1361" y="316"/>
                  <a:pt x="1361" y="316"/>
                </a:cubicBezTo>
                <a:cubicBezTo>
                  <a:pt x="1393" y="337"/>
                  <a:pt x="1393" y="337"/>
                  <a:pt x="1393" y="337"/>
                </a:cubicBezTo>
                <a:cubicBezTo>
                  <a:pt x="1393" y="337"/>
                  <a:pt x="1393" y="337"/>
                  <a:pt x="1393" y="337"/>
                </a:cubicBezTo>
                <a:cubicBezTo>
                  <a:pt x="1396" y="338"/>
                  <a:pt x="1396" y="338"/>
                  <a:pt x="1396" y="338"/>
                </a:cubicBezTo>
                <a:cubicBezTo>
                  <a:pt x="1396" y="338"/>
                  <a:pt x="1396" y="338"/>
                  <a:pt x="1396" y="338"/>
                </a:cubicBezTo>
                <a:cubicBezTo>
                  <a:pt x="1400" y="338"/>
                  <a:pt x="1400" y="338"/>
                  <a:pt x="1400" y="338"/>
                </a:cubicBezTo>
                <a:cubicBezTo>
                  <a:pt x="1400" y="338"/>
                  <a:pt x="1400" y="338"/>
                  <a:pt x="1400" y="338"/>
                </a:cubicBezTo>
                <a:cubicBezTo>
                  <a:pt x="1403" y="338"/>
                  <a:pt x="1403" y="338"/>
                  <a:pt x="1403" y="338"/>
                </a:cubicBezTo>
                <a:cubicBezTo>
                  <a:pt x="1403" y="338"/>
                  <a:pt x="1403" y="338"/>
                  <a:pt x="1403" y="338"/>
                </a:cubicBezTo>
                <a:cubicBezTo>
                  <a:pt x="1407" y="338"/>
                  <a:pt x="1407" y="338"/>
                  <a:pt x="1407" y="338"/>
                </a:cubicBezTo>
                <a:cubicBezTo>
                  <a:pt x="1407" y="338"/>
                  <a:pt x="1407" y="338"/>
                  <a:pt x="1407" y="338"/>
                </a:cubicBezTo>
                <a:cubicBezTo>
                  <a:pt x="1411" y="337"/>
                  <a:pt x="1411" y="337"/>
                  <a:pt x="1411" y="337"/>
                </a:cubicBezTo>
                <a:cubicBezTo>
                  <a:pt x="1411" y="337"/>
                  <a:pt x="1411" y="337"/>
                  <a:pt x="1411" y="337"/>
                </a:cubicBezTo>
                <a:cubicBezTo>
                  <a:pt x="1415" y="335"/>
                  <a:pt x="1415" y="335"/>
                  <a:pt x="1415" y="335"/>
                </a:cubicBezTo>
                <a:cubicBezTo>
                  <a:pt x="1415" y="335"/>
                  <a:pt x="1415" y="335"/>
                  <a:pt x="1415" y="335"/>
                </a:cubicBezTo>
                <a:cubicBezTo>
                  <a:pt x="1417" y="333"/>
                  <a:pt x="1417" y="333"/>
                  <a:pt x="1417" y="333"/>
                </a:cubicBezTo>
                <a:cubicBezTo>
                  <a:pt x="1417" y="333"/>
                  <a:pt x="1417" y="333"/>
                  <a:pt x="1417" y="333"/>
                </a:cubicBezTo>
                <a:cubicBezTo>
                  <a:pt x="1420" y="330"/>
                  <a:pt x="1420" y="330"/>
                  <a:pt x="1420" y="330"/>
                </a:cubicBezTo>
                <a:cubicBezTo>
                  <a:pt x="1420" y="330"/>
                  <a:pt x="1420" y="330"/>
                  <a:pt x="1420" y="330"/>
                </a:cubicBezTo>
                <a:cubicBezTo>
                  <a:pt x="1450" y="315"/>
                  <a:pt x="1450" y="315"/>
                  <a:pt x="1450" y="315"/>
                </a:cubicBezTo>
                <a:cubicBezTo>
                  <a:pt x="1450" y="315"/>
                  <a:pt x="1450" y="315"/>
                  <a:pt x="1450" y="315"/>
                </a:cubicBezTo>
                <a:cubicBezTo>
                  <a:pt x="1463" y="310"/>
                  <a:pt x="1463" y="310"/>
                  <a:pt x="1463" y="310"/>
                </a:cubicBezTo>
                <a:cubicBezTo>
                  <a:pt x="1463" y="310"/>
                  <a:pt x="1463" y="310"/>
                  <a:pt x="1463" y="310"/>
                </a:cubicBezTo>
                <a:cubicBezTo>
                  <a:pt x="1476" y="305"/>
                  <a:pt x="1476" y="305"/>
                  <a:pt x="1476" y="305"/>
                </a:cubicBezTo>
                <a:cubicBezTo>
                  <a:pt x="1476" y="305"/>
                  <a:pt x="1476" y="305"/>
                  <a:pt x="1476" y="305"/>
                </a:cubicBezTo>
                <a:cubicBezTo>
                  <a:pt x="1489" y="299"/>
                  <a:pt x="1489" y="299"/>
                  <a:pt x="1489" y="299"/>
                </a:cubicBezTo>
                <a:cubicBezTo>
                  <a:pt x="1489" y="299"/>
                  <a:pt x="1489" y="299"/>
                  <a:pt x="1489" y="299"/>
                </a:cubicBezTo>
                <a:cubicBezTo>
                  <a:pt x="1503" y="292"/>
                  <a:pt x="1503" y="292"/>
                  <a:pt x="1503" y="292"/>
                </a:cubicBezTo>
                <a:cubicBezTo>
                  <a:pt x="1503" y="292"/>
                  <a:pt x="1503" y="292"/>
                  <a:pt x="1503" y="292"/>
                </a:cubicBezTo>
                <a:cubicBezTo>
                  <a:pt x="1516" y="287"/>
                  <a:pt x="1516" y="287"/>
                  <a:pt x="1516" y="287"/>
                </a:cubicBezTo>
                <a:cubicBezTo>
                  <a:pt x="1516" y="287"/>
                  <a:pt x="1516" y="287"/>
                  <a:pt x="1516" y="287"/>
                </a:cubicBezTo>
                <a:cubicBezTo>
                  <a:pt x="1528" y="282"/>
                  <a:pt x="1528" y="282"/>
                  <a:pt x="1528" y="282"/>
                </a:cubicBezTo>
                <a:cubicBezTo>
                  <a:pt x="1528" y="282"/>
                  <a:pt x="1528" y="282"/>
                  <a:pt x="1528" y="282"/>
                </a:cubicBezTo>
                <a:cubicBezTo>
                  <a:pt x="1542" y="279"/>
                  <a:pt x="1542" y="279"/>
                  <a:pt x="1542" y="279"/>
                </a:cubicBezTo>
                <a:cubicBezTo>
                  <a:pt x="1542" y="279"/>
                  <a:pt x="1542" y="279"/>
                  <a:pt x="1542" y="279"/>
                </a:cubicBezTo>
                <a:cubicBezTo>
                  <a:pt x="1556" y="277"/>
                  <a:pt x="1556" y="277"/>
                  <a:pt x="1556" y="277"/>
                </a:cubicBezTo>
                <a:cubicBezTo>
                  <a:pt x="1556" y="277"/>
                  <a:pt x="1556" y="277"/>
                  <a:pt x="1556" y="277"/>
                </a:cubicBezTo>
                <a:cubicBezTo>
                  <a:pt x="1556" y="279"/>
                  <a:pt x="1556" y="279"/>
                  <a:pt x="1556" y="279"/>
                </a:cubicBezTo>
                <a:cubicBezTo>
                  <a:pt x="1556" y="279"/>
                  <a:pt x="1556" y="279"/>
                  <a:pt x="1556" y="279"/>
                </a:cubicBezTo>
                <a:cubicBezTo>
                  <a:pt x="1557" y="280"/>
                  <a:pt x="1557" y="280"/>
                  <a:pt x="1557" y="280"/>
                </a:cubicBezTo>
                <a:cubicBezTo>
                  <a:pt x="1557" y="280"/>
                  <a:pt x="1557" y="280"/>
                  <a:pt x="1557" y="280"/>
                </a:cubicBezTo>
                <a:cubicBezTo>
                  <a:pt x="1557" y="282"/>
                  <a:pt x="1557" y="282"/>
                  <a:pt x="1557" y="282"/>
                </a:cubicBezTo>
                <a:cubicBezTo>
                  <a:pt x="1557" y="282"/>
                  <a:pt x="1557" y="282"/>
                  <a:pt x="1557" y="282"/>
                </a:cubicBezTo>
                <a:cubicBezTo>
                  <a:pt x="1558" y="282"/>
                  <a:pt x="1558" y="282"/>
                  <a:pt x="1558" y="282"/>
                </a:cubicBezTo>
                <a:cubicBezTo>
                  <a:pt x="1558" y="282"/>
                  <a:pt x="1558" y="282"/>
                  <a:pt x="1558" y="282"/>
                </a:cubicBezTo>
                <a:cubicBezTo>
                  <a:pt x="1558" y="284"/>
                  <a:pt x="1558" y="284"/>
                  <a:pt x="1558" y="284"/>
                </a:cubicBezTo>
                <a:cubicBezTo>
                  <a:pt x="1558" y="284"/>
                  <a:pt x="1558" y="284"/>
                  <a:pt x="1558" y="284"/>
                </a:cubicBezTo>
                <a:cubicBezTo>
                  <a:pt x="1558" y="284"/>
                  <a:pt x="1558" y="284"/>
                  <a:pt x="1558" y="284"/>
                </a:cubicBezTo>
                <a:cubicBezTo>
                  <a:pt x="1558" y="284"/>
                  <a:pt x="1558" y="284"/>
                  <a:pt x="1558" y="284"/>
                </a:cubicBezTo>
                <a:cubicBezTo>
                  <a:pt x="1558" y="286"/>
                  <a:pt x="1558" y="286"/>
                  <a:pt x="1558" y="286"/>
                </a:cubicBezTo>
                <a:cubicBezTo>
                  <a:pt x="1558" y="286"/>
                  <a:pt x="1558" y="286"/>
                  <a:pt x="1558" y="286"/>
                </a:cubicBezTo>
                <a:cubicBezTo>
                  <a:pt x="1559" y="286"/>
                  <a:pt x="1559" y="286"/>
                  <a:pt x="1559" y="286"/>
                </a:cubicBezTo>
                <a:cubicBezTo>
                  <a:pt x="1559" y="286"/>
                  <a:pt x="1559" y="286"/>
                  <a:pt x="1559" y="286"/>
                </a:cubicBezTo>
                <a:cubicBezTo>
                  <a:pt x="1552" y="301"/>
                  <a:pt x="1552" y="301"/>
                  <a:pt x="1552" y="301"/>
                </a:cubicBezTo>
                <a:cubicBezTo>
                  <a:pt x="1552" y="301"/>
                  <a:pt x="1552" y="301"/>
                  <a:pt x="1552" y="301"/>
                </a:cubicBezTo>
                <a:cubicBezTo>
                  <a:pt x="1547" y="314"/>
                  <a:pt x="1547" y="314"/>
                  <a:pt x="1547" y="314"/>
                </a:cubicBezTo>
                <a:cubicBezTo>
                  <a:pt x="1547" y="314"/>
                  <a:pt x="1547" y="314"/>
                  <a:pt x="1547" y="314"/>
                </a:cubicBezTo>
                <a:cubicBezTo>
                  <a:pt x="1540" y="328"/>
                  <a:pt x="1540" y="328"/>
                  <a:pt x="1540" y="328"/>
                </a:cubicBezTo>
                <a:cubicBezTo>
                  <a:pt x="1540" y="328"/>
                  <a:pt x="1540" y="328"/>
                  <a:pt x="1540" y="328"/>
                </a:cubicBezTo>
                <a:cubicBezTo>
                  <a:pt x="1533" y="339"/>
                  <a:pt x="1533" y="339"/>
                  <a:pt x="1533" y="339"/>
                </a:cubicBezTo>
                <a:cubicBezTo>
                  <a:pt x="1533" y="339"/>
                  <a:pt x="1533" y="339"/>
                  <a:pt x="1533" y="339"/>
                </a:cubicBezTo>
                <a:cubicBezTo>
                  <a:pt x="1523" y="351"/>
                  <a:pt x="1523" y="351"/>
                  <a:pt x="1523" y="351"/>
                </a:cubicBezTo>
                <a:cubicBezTo>
                  <a:pt x="1523" y="351"/>
                  <a:pt x="1523" y="351"/>
                  <a:pt x="1523" y="351"/>
                </a:cubicBezTo>
                <a:cubicBezTo>
                  <a:pt x="1514" y="361"/>
                  <a:pt x="1514" y="361"/>
                  <a:pt x="1514" y="361"/>
                </a:cubicBezTo>
                <a:cubicBezTo>
                  <a:pt x="1514" y="361"/>
                  <a:pt x="1514" y="361"/>
                  <a:pt x="1514" y="361"/>
                </a:cubicBezTo>
                <a:cubicBezTo>
                  <a:pt x="1502" y="370"/>
                  <a:pt x="1502" y="370"/>
                  <a:pt x="1502" y="370"/>
                </a:cubicBezTo>
                <a:cubicBezTo>
                  <a:pt x="1502" y="370"/>
                  <a:pt x="1502" y="370"/>
                  <a:pt x="1502" y="370"/>
                </a:cubicBezTo>
                <a:cubicBezTo>
                  <a:pt x="1490" y="378"/>
                  <a:pt x="1490" y="378"/>
                  <a:pt x="1490" y="378"/>
                </a:cubicBezTo>
                <a:cubicBezTo>
                  <a:pt x="1490" y="378"/>
                  <a:pt x="1490" y="378"/>
                  <a:pt x="1490" y="378"/>
                </a:cubicBezTo>
                <a:cubicBezTo>
                  <a:pt x="1484" y="382"/>
                  <a:pt x="1484" y="382"/>
                  <a:pt x="1484" y="382"/>
                </a:cubicBezTo>
                <a:cubicBezTo>
                  <a:pt x="1484" y="382"/>
                  <a:pt x="1484" y="382"/>
                  <a:pt x="1484" y="382"/>
                </a:cubicBezTo>
                <a:cubicBezTo>
                  <a:pt x="1478" y="386"/>
                  <a:pt x="1478" y="386"/>
                  <a:pt x="1478" y="386"/>
                </a:cubicBezTo>
                <a:cubicBezTo>
                  <a:pt x="1478" y="386"/>
                  <a:pt x="1478" y="386"/>
                  <a:pt x="1478" y="386"/>
                </a:cubicBezTo>
                <a:cubicBezTo>
                  <a:pt x="1470" y="389"/>
                  <a:pt x="1470" y="389"/>
                  <a:pt x="1470" y="389"/>
                </a:cubicBezTo>
                <a:cubicBezTo>
                  <a:pt x="1470" y="389"/>
                  <a:pt x="1470" y="389"/>
                  <a:pt x="1470" y="389"/>
                </a:cubicBezTo>
                <a:cubicBezTo>
                  <a:pt x="1463" y="391"/>
                  <a:pt x="1463" y="391"/>
                  <a:pt x="1463" y="391"/>
                </a:cubicBezTo>
                <a:cubicBezTo>
                  <a:pt x="1463" y="391"/>
                  <a:pt x="1463" y="391"/>
                  <a:pt x="1463" y="391"/>
                </a:cubicBezTo>
                <a:cubicBezTo>
                  <a:pt x="1456" y="395"/>
                  <a:pt x="1456" y="395"/>
                  <a:pt x="1456" y="395"/>
                </a:cubicBezTo>
                <a:cubicBezTo>
                  <a:pt x="1456" y="395"/>
                  <a:pt x="1456" y="395"/>
                  <a:pt x="1456" y="395"/>
                </a:cubicBezTo>
                <a:cubicBezTo>
                  <a:pt x="1449" y="397"/>
                  <a:pt x="1449" y="397"/>
                  <a:pt x="1449" y="397"/>
                </a:cubicBezTo>
                <a:cubicBezTo>
                  <a:pt x="1449" y="397"/>
                  <a:pt x="1449" y="397"/>
                  <a:pt x="1449" y="397"/>
                </a:cubicBezTo>
                <a:cubicBezTo>
                  <a:pt x="1444" y="401"/>
                  <a:pt x="1444" y="401"/>
                  <a:pt x="1444" y="401"/>
                </a:cubicBezTo>
                <a:cubicBezTo>
                  <a:pt x="1444" y="401"/>
                  <a:pt x="1444" y="401"/>
                  <a:pt x="1444" y="401"/>
                </a:cubicBezTo>
                <a:cubicBezTo>
                  <a:pt x="1442" y="406"/>
                  <a:pt x="1442" y="406"/>
                  <a:pt x="1442" y="406"/>
                </a:cubicBezTo>
                <a:lnTo>
                  <a:pt x="1446" y="406"/>
                </a:lnTo>
                <a:close/>
                <a:moveTo>
                  <a:pt x="303" y="401"/>
                </a:moveTo>
                <a:cubicBezTo>
                  <a:pt x="312" y="401"/>
                  <a:pt x="312" y="401"/>
                  <a:pt x="312" y="401"/>
                </a:cubicBezTo>
                <a:cubicBezTo>
                  <a:pt x="312" y="401"/>
                  <a:pt x="312" y="401"/>
                  <a:pt x="312" y="401"/>
                </a:cubicBezTo>
                <a:cubicBezTo>
                  <a:pt x="313" y="401"/>
                  <a:pt x="313" y="401"/>
                  <a:pt x="313" y="401"/>
                </a:cubicBezTo>
                <a:cubicBezTo>
                  <a:pt x="313" y="401"/>
                  <a:pt x="313" y="401"/>
                  <a:pt x="313" y="401"/>
                </a:cubicBezTo>
                <a:cubicBezTo>
                  <a:pt x="315" y="399"/>
                  <a:pt x="315" y="399"/>
                  <a:pt x="315" y="399"/>
                </a:cubicBezTo>
                <a:cubicBezTo>
                  <a:pt x="315" y="399"/>
                  <a:pt x="315" y="399"/>
                  <a:pt x="315" y="399"/>
                </a:cubicBezTo>
                <a:cubicBezTo>
                  <a:pt x="317" y="398"/>
                  <a:pt x="317" y="398"/>
                  <a:pt x="317" y="398"/>
                </a:cubicBezTo>
                <a:cubicBezTo>
                  <a:pt x="317" y="398"/>
                  <a:pt x="317" y="398"/>
                  <a:pt x="317" y="398"/>
                </a:cubicBezTo>
                <a:cubicBezTo>
                  <a:pt x="319" y="396"/>
                  <a:pt x="319" y="396"/>
                  <a:pt x="319" y="396"/>
                </a:cubicBezTo>
                <a:cubicBezTo>
                  <a:pt x="319" y="396"/>
                  <a:pt x="319" y="396"/>
                  <a:pt x="319" y="396"/>
                </a:cubicBezTo>
                <a:cubicBezTo>
                  <a:pt x="320" y="396"/>
                  <a:pt x="320" y="396"/>
                  <a:pt x="320" y="396"/>
                </a:cubicBezTo>
                <a:cubicBezTo>
                  <a:pt x="320" y="396"/>
                  <a:pt x="320" y="396"/>
                  <a:pt x="320" y="396"/>
                </a:cubicBezTo>
                <a:cubicBezTo>
                  <a:pt x="323" y="394"/>
                  <a:pt x="323" y="394"/>
                  <a:pt x="323" y="394"/>
                </a:cubicBezTo>
                <a:cubicBezTo>
                  <a:pt x="323" y="394"/>
                  <a:pt x="323" y="394"/>
                  <a:pt x="323" y="394"/>
                </a:cubicBezTo>
                <a:cubicBezTo>
                  <a:pt x="324" y="393"/>
                  <a:pt x="324" y="393"/>
                  <a:pt x="324" y="393"/>
                </a:cubicBezTo>
                <a:cubicBezTo>
                  <a:pt x="324" y="393"/>
                  <a:pt x="324" y="393"/>
                  <a:pt x="324" y="393"/>
                </a:cubicBezTo>
                <a:cubicBezTo>
                  <a:pt x="328" y="391"/>
                  <a:pt x="328" y="391"/>
                  <a:pt x="328" y="391"/>
                </a:cubicBezTo>
                <a:cubicBezTo>
                  <a:pt x="328" y="391"/>
                  <a:pt x="328" y="391"/>
                  <a:pt x="328" y="391"/>
                </a:cubicBezTo>
                <a:cubicBezTo>
                  <a:pt x="327" y="390"/>
                  <a:pt x="327" y="390"/>
                  <a:pt x="327" y="390"/>
                </a:cubicBezTo>
                <a:cubicBezTo>
                  <a:pt x="327" y="390"/>
                  <a:pt x="327" y="390"/>
                  <a:pt x="327" y="390"/>
                </a:cubicBezTo>
                <a:cubicBezTo>
                  <a:pt x="327" y="388"/>
                  <a:pt x="327" y="388"/>
                  <a:pt x="327" y="388"/>
                </a:cubicBezTo>
                <a:cubicBezTo>
                  <a:pt x="327" y="388"/>
                  <a:pt x="327" y="388"/>
                  <a:pt x="327" y="388"/>
                </a:cubicBezTo>
                <a:cubicBezTo>
                  <a:pt x="327" y="387"/>
                  <a:pt x="327" y="387"/>
                  <a:pt x="327" y="387"/>
                </a:cubicBezTo>
                <a:cubicBezTo>
                  <a:pt x="327" y="387"/>
                  <a:pt x="327" y="387"/>
                  <a:pt x="327" y="387"/>
                </a:cubicBezTo>
                <a:cubicBezTo>
                  <a:pt x="327" y="385"/>
                  <a:pt x="327" y="385"/>
                  <a:pt x="327" y="385"/>
                </a:cubicBezTo>
                <a:cubicBezTo>
                  <a:pt x="327" y="385"/>
                  <a:pt x="327" y="385"/>
                  <a:pt x="327" y="385"/>
                </a:cubicBezTo>
                <a:cubicBezTo>
                  <a:pt x="326" y="384"/>
                  <a:pt x="326" y="384"/>
                  <a:pt x="326" y="384"/>
                </a:cubicBezTo>
                <a:cubicBezTo>
                  <a:pt x="326" y="384"/>
                  <a:pt x="326" y="384"/>
                  <a:pt x="326" y="384"/>
                </a:cubicBezTo>
                <a:cubicBezTo>
                  <a:pt x="326" y="383"/>
                  <a:pt x="326" y="383"/>
                  <a:pt x="326" y="383"/>
                </a:cubicBezTo>
                <a:cubicBezTo>
                  <a:pt x="326" y="383"/>
                  <a:pt x="326" y="383"/>
                  <a:pt x="326" y="383"/>
                </a:cubicBezTo>
                <a:cubicBezTo>
                  <a:pt x="324" y="382"/>
                  <a:pt x="324" y="382"/>
                  <a:pt x="324" y="382"/>
                </a:cubicBezTo>
                <a:cubicBezTo>
                  <a:pt x="324" y="382"/>
                  <a:pt x="324" y="382"/>
                  <a:pt x="324" y="382"/>
                </a:cubicBezTo>
                <a:cubicBezTo>
                  <a:pt x="324" y="381"/>
                  <a:pt x="324" y="381"/>
                  <a:pt x="324" y="381"/>
                </a:cubicBezTo>
                <a:cubicBezTo>
                  <a:pt x="324" y="381"/>
                  <a:pt x="324" y="381"/>
                  <a:pt x="324" y="381"/>
                </a:cubicBezTo>
                <a:cubicBezTo>
                  <a:pt x="320" y="377"/>
                  <a:pt x="320" y="377"/>
                  <a:pt x="320" y="377"/>
                </a:cubicBezTo>
                <a:cubicBezTo>
                  <a:pt x="320" y="377"/>
                  <a:pt x="320" y="377"/>
                  <a:pt x="320" y="377"/>
                </a:cubicBezTo>
                <a:cubicBezTo>
                  <a:pt x="316" y="372"/>
                  <a:pt x="316" y="372"/>
                  <a:pt x="316" y="372"/>
                </a:cubicBezTo>
                <a:cubicBezTo>
                  <a:pt x="316" y="372"/>
                  <a:pt x="316" y="372"/>
                  <a:pt x="316" y="372"/>
                </a:cubicBezTo>
                <a:cubicBezTo>
                  <a:pt x="311" y="368"/>
                  <a:pt x="311" y="368"/>
                  <a:pt x="311" y="368"/>
                </a:cubicBezTo>
                <a:cubicBezTo>
                  <a:pt x="311" y="368"/>
                  <a:pt x="311" y="368"/>
                  <a:pt x="311" y="368"/>
                </a:cubicBezTo>
                <a:cubicBezTo>
                  <a:pt x="305" y="364"/>
                  <a:pt x="305" y="364"/>
                  <a:pt x="305" y="364"/>
                </a:cubicBezTo>
                <a:cubicBezTo>
                  <a:pt x="305" y="364"/>
                  <a:pt x="305" y="364"/>
                  <a:pt x="305" y="364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293" y="357"/>
                  <a:pt x="293" y="357"/>
                  <a:pt x="293" y="357"/>
                </a:cubicBezTo>
                <a:cubicBezTo>
                  <a:pt x="293" y="357"/>
                  <a:pt x="293" y="357"/>
                  <a:pt x="293" y="357"/>
                </a:cubicBezTo>
                <a:cubicBezTo>
                  <a:pt x="286" y="354"/>
                  <a:pt x="286" y="354"/>
                  <a:pt x="286" y="354"/>
                </a:cubicBezTo>
                <a:cubicBezTo>
                  <a:pt x="286" y="354"/>
                  <a:pt x="286" y="354"/>
                  <a:pt x="286" y="354"/>
                </a:cubicBezTo>
                <a:cubicBezTo>
                  <a:pt x="281" y="352"/>
                  <a:pt x="281" y="352"/>
                  <a:pt x="281" y="352"/>
                </a:cubicBezTo>
                <a:cubicBezTo>
                  <a:pt x="281" y="352"/>
                  <a:pt x="281" y="352"/>
                  <a:pt x="281" y="352"/>
                </a:cubicBezTo>
                <a:cubicBezTo>
                  <a:pt x="279" y="353"/>
                  <a:pt x="279" y="353"/>
                  <a:pt x="279" y="353"/>
                </a:cubicBezTo>
                <a:cubicBezTo>
                  <a:pt x="279" y="353"/>
                  <a:pt x="279" y="353"/>
                  <a:pt x="279" y="353"/>
                </a:cubicBezTo>
                <a:cubicBezTo>
                  <a:pt x="278" y="353"/>
                  <a:pt x="278" y="353"/>
                  <a:pt x="278" y="353"/>
                </a:cubicBezTo>
                <a:cubicBezTo>
                  <a:pt x="278" y="353"/>
                  <a:pt x="278" y="353"/>
                  <a:pt x="278" y="353"/>
                </a:cubicBezTo>
                <a:cubicBezTo>
                  <a:pt x="277" y="354"/>
                  <a:pt x="277" y="354"/>
                  <a:pt x="277" y="354"/>
                </a:cubicBezTo>
                <a:cubicBezTo>
                  <a:pt x="277" y="354"/>
                  <a:pt x="277" y="354"/>
                  <a:pt x="277" y="354"/>
                </a:cubicBezTo>
                <a:cubicBezTo>
                  <a:pt x="276" y="354"/>
                  <a:pt x="276" y="354"/>
                  <a:pt x="276" y="354"/>
                </a:cubicBezTo>
                <a:cubicBezTo>
                  <a:pt x="276" y="354"/>
                  <a:pt x="276" y="354"/>
                  <a:pt x="276" y="354"/>
                </a:cubicBezTo>
                <a:cubicBezTo>
                  <a:pt x="275" y="355"/>
                  <a:pt x="275" y="355"/>
                  <a:pt x="275" y="355"/>
                </a:cubicBezTo>
                <a:cubicBezTo>
                  <a:pt x="275" y="355"/>
                  <a:pt x="275" y="355"/>
                  <a:pt x="275" y="355"/>
                </a:cubicBezTo>
                <a:cubicBezTo>
                  <a:pt x="275" y="355"/>
                  <a:pt x="275" y="355"/>
                  <a:pt x="275" y="355"/>
                </a:cubicBezTo>
                <a:cubicBezTo>
                  <a:pt x="275" y="355"/>
                  <a:pt x="275" y="355"/>
                  <a:pt x="275" y="355"/>
                </a:cubicBezTo>
                <a:cubicBezTo>
                  <a:pt x="275" y="356"/>
                  <a:pt x="275" y="356"/>
                  <a:pt x="275" y="356"/>
                </a:cubicBezTo>
                <a:cubicBezTo>
                  <a:pt x="275" y="356"/>
                  <a:pt x="275" y="356"/>
                  <a:pt x="275" y="356"/>
                </a:cubicBezTo>
                <a:cubicBezTo>
                  <a:pt x="275" y="356"/>
                  <a:pt x="275" y="356"/>
                  <a:pt x="275" y="356"/>
                </a:cubicBezTo>
                <a:cubicBezTo>
                  <a:pt x="275" y="356"/>
                  <a:pt x="275" y="356"/>
                  <a:pt x="275" y="356"/>
                </a:cubicBezTo>
                <a:cubicBezTo>
                  <a:pt x="279" y="360"/>
                  <a:pt x="279" y="360"/>
                  <a:pt x="279" y="360"/>
                </a:cubicBezTo>
                <a:cubicBezTo>
                  <a:pt x="279" y="360"/>
                  <a:pt x="279" y="360"/>
                  <a:pt x="279" y="360"/>
                </a:cubicBezTo>
                <a:cubicBezTo>
                  <a:pt x="284" y="364"/>
                  <a:pt x="284" y="364"/>
                  <a:pt x="284" y="364"/>
                </a:cubicBezTo>
                <a:cubicBezTo>
                  <a:pt x="284" y="364"/>
                  <a:pt x="284" y="364"/>
                  <a:pt x="284" y="364"/>
                </a:cubicBezTo>
                <a:cubicBezTo>
                  <a:pt x="288" y="369"/>
                  <a:pt x="288" y="369"/>
                  <a:pt x="288" y="369"/>
                </a:cubicBezTo>
                <a:cubicBezTo>
                  <a:pt x="288" y="369"/>
                  <a:pt x="288" y="369"/>
                  <a:pt x="288" y="369"/>
                </a:cubicBezTo>
                <a:cubicBezTo>
                  <a:pt x="291" y="374"/>
                  <a:pt x="291" y="374"/>
                  <a:pt x="291" y="374"/>
                </a:cubicBezTo>
                <a:cubicBezTo>
                  <a:pt x="291" y="374"/>
                  <a:pt x="291" y="374"/>
                  <a:pt x="291" y="374"/>
                </a:cubicBezTo>
                <a:cubicBezTo>
                  <a:pt x="292" y="380"/>
                  <a:pt x="292" y="380"/>
                  <a:pt x="292" y="380"/>
                </a:cubicBezTo>
                <a:cubicBezTo>
                  <a:pt x="292" y="380"/>
                  <a:pt x="292" y="380"/>
                  <a:pt x="292" y="380"/>
                </a:cubicBezTo>
                <a:cubicBezTo>
                  <a:pt x="294" y="384"/>
                  <a:pt x="294" y="384"/>
                  <a:pt x="294" y="384"/>
                </a:cubicBezTo>
                <a:cubicBezTo>
                  <a:pt x="294" y="384"/>
                  <a:pt x="294" y="384"/>
                  <a:pt x="294" y="384"/>
                </a:cubicBezTo>
                <a:cubicBezTo>
                  <a:pt x="294" y="390"/>
                  <a:pt x="294" y="390"/>
                  <a:pt x="294" y="390"/>
                </a:cubicBezTo>
                <a:cubicBezTo>
                  <a:pt x="294" y="390"/>
                  <a:pt x="294" y="390"/>
                  <a:pt x="294" y="390"/>
                </a:cubicBezTo>
                <a:cubicBezTo>
                  <a:pt x="295" y="395"/>
                  <a:pt x="295" y="395"/>
                  <a:pt x="295" y="395"/>
                </a:cubicBezTo>
                <a:cubicBezTo>
                  <a:pt x="295" y="395"/>
                  <a:pt x="295" y="395"/>
                  <a:pt x="295" y="395"/>
                </a:cubicBezTo>
                <a:cubicBezTo>
                  <a:pt x="295" y="396"/>
                  <a:pt x="295" y="396"/>
                  <a:pt x="295" y="396"/>
                </a:cubicBezTo>
                <a:cubicBezTo>
                  <a:pt x="295" y="396"/>
                  <a:pt x="295" y="396"/>
                  <a:pt x="295" y="396"/>
                </a:cubicBezTo>
                <a:cubicBezTo>
                  <a:pt x="296" y="397"/>
                  <a:pt x="296" y="397"/>
                  <a:pt x="296" y="397"/>
                </a:cubicBezTo>
                <a:cubicBezTo>
                  <a:pt x="296" y="397"/>
                  <a:pt x="296" y="397"/>
                  <a:pt x="296" y="397"/>
                </a:cubicBezTo>
                <a:cubicBezTo>
                  <a:pt x="297" y="398"/>
                  <a:pt x="297" y="398"/>
                  <a:pt x="297" y="398"/>
                </a:cubicBezTo>
                <a:cubicBezTo>
                  <a:pt x="297" y="398"/>
                  <a:pt x="297" y="398"/>
                  <a:pt x="297" y="398"/>
                </a:cubicBezTo>
                <a:cubicBezTo>
                  <a:pt x="298" y="399"/>
                  <a:pt x="298" y="399"/>
                  <a:pt x="298" y="399"/>
                </a:cubicBezTo>
                <a:cubicBezTo>
                  <a:pt x="298" y="399"/>
                  <a:pt x="298" y="399"/>
                  <a:pt x="298" y="399"/>
                </a:cubicBezTo>
                <a:cubicBezTo>
                  <a:pt x="298" y="400"/>
                  <a:pt x="298" y="400"/>
                  <a:pt x="298" y="400"/>
                </a:cubicBezTo>
                <a:cubicBezTo>
                  <a:pt x="298" y="400"/>
                  <a:pt x="298" y="400"/>
                  <a:pt x="298" y="400"/>
                </a:cubicBezTo>
                <a:cubicBezTo>
                  <a:pt x="300" y="401"/>
                  <a:pt x="300" y="401"/>
                  <a:pt x="300" y="401"/>
                </a:cubicBezTo>
                <a:cubicBezTo>
                  <a:pt x="300" y="401"/>
                  <a:pt x="300" y="401"/>
                  <a:pt x="300" y="401"/>
                </a:cubicBezTo>
                <a:cubicBezTo>
                  <a:pt x="301" y="401"/>
                  <a:pt x="301" y="401"/>
                  <a:pt x="301" y="401"/>
                </a:cubicBezTo>
                <a:cubicBezTo>
                  <a:pt x="301" y="401"/>
                  <a:pt x="301" y="401"/>
                  <a:pt x="301" y="401"/>
                </a:cubicBezTo>
                <a:cubicBezTo>
                  <a:pt x="303" y="401"/>
                  <a:pt x="303" y="401"/>
                  <a:pt x="303" y="401"/>
                </a:cubicBezTo>
                <a:close/>
                <a:moveTo>
                  <a:pt x="1278" y="393"/>
                </a:moveTo>
                <a:cubicBezTo>
                  <a:pt x="1278" y="392"/>
                  <a:pt x="1278" y="392"/>
                  <a:pt x="1278" y="392"/>
                </a:cubicBezTo>
                <a:cubicBezTo>
                  <a:pt x="1278" y="392"/>
                  <a:pt x="1278" y="392"/>
                  <a:pt x="1278" y="392"/>
                </a:cubicBezTo>
                <a:cubicBezTo>
                  <a:pt x="1278" y="391"/>
                  <a:pt x="1278" y="391"/>
                  <a:pt x="1278" y="391"/>
                </a:cubicBezTo>
                <a:cubicBezTo>
                  <a:pt x="1278" y="391"/>
                  <a:pt x="1278" y="391"/>
                  <a:pt x="1278" y="391"/>
                </a:cubicBezTo>
                <a:cubicBezTo>
                  <a:pt x="1279" y="391"/>
                  <a:pt x="1279" y="391"/>
                  <a:pt x="1279" y="391"/>
                </a:cubicBezTo>
                <a:cubicBezTo>
                  <a:pt x="1279" y="391"/>
                  <a:pt x="1279" y="391"/>
                  <a:pt x="1279" y="391"/>
                </a:cubicBezTo>
                <a:cubicBezTo>
                  <a:pt x="1281" y="390"/>
                  <a:pt x="1281" y="390"/>
                  <a:pt x="1281" y="390"/>
                </a:cubicBezTo>
                <a:cubicBezTo>
                  <a:pt x="1281" y="390"/>
                  <a:pt x="1281" y="390"/>
                  <a:pt x="1281" y="390"/>
                </a:cubicBezTo>
                <a:cubicBezTo>
                  <a:pt x="1281" y="390"/>
                  <a:pt x="1281" y="390"/>
                  <a:pt x="1281" y="390"/>
                </a:cubicBezTo>
                <a:cubicBezTo>
                  <a:pt x="1281" y="390"/>
                  <a:pt x="1281" y="390"/>
                  <a:pt x="1281" y="390"/>
                </a:cubicBezTo>
                <a:cubicBezTo>
                  <a:pt x="1283" y="389"/>
                  <a:pt x="1283" y="389"/>
                  <a:pt x="1283" y="389"/>
                </a:cubicBezTo>
                <a:cubicBezTo>
                  <a:pt x="1283" y="389"/>
                  <a:pt x="1283" y="389"/>
                  <a:pt x="1283" y="389"/>
                </a:cubicBezTo>
                <a:cubicBezTo>
                  <a:pt x="1283" y="389"/>
                  <a:pt x="1283" y="389"/>
                  <a:pt x="1283" y="389"/>
                </a:cubicBezTo>
                <a:cubicBezTo>
                  <a:pt x="1283" y="389"/>
                  <a:pt x="1283" y="389"/>
                  <a:pt x="1283" y="389"/>
                </a:cubicBezTo>
                <a:cubicBezTo>
                  <a:pt x="1285" y="388"/>
                  <a:pt x="1285" y="388"/>
                  <a:pt x="1285" y="388"/>
                </a:cubicBezTo>
                <a:cubicBezTo>
                  <a:pt x="1285" y="388"/>
                  <a:pt x="1285" y="388"/>
                  <a:pt x="1285" y="388"/>
                </a:cubicBezTo>
                <a:cubicBezTo>
                  <a:pt x="1286" y="387"/>
                  <a:pt x="1286" y="387"/>
                  <a:pt x="1286" y="387"/>
                </a:cubicBezTo>
                <a:cubicBezTo>
                  <a:pt x="1286" y="387"/>
                  <a:pt x="1286" y="387"/>
                  <a:pt x="1286" y="387"/>
                </a:cubicBezTo>
                <a:cubicBezTo>
                  <a:pt x="1289" y="384"/>
                  <a:pt x="1289" y="384"/>
                  <a:pt x="1289" y="384"/>
                </a:cubicBezTo>
                <a:cubicBezTo>
                  <a:pt x="1289" y="384"/>
                  <a:pt x="1289" y="384"/>
                  <a:pt x="1289" y="384"/>
                </a:cubicBezTo>
                <a:cubicBezTo>
                  <a:pt x="1290" y="382"/>
                  <a:pt x="1290" y="382"/>
                  <a:pt x="1290" y="382"/>
                </a:cubicBezTo>
                <a:cubicBezTo>
                  <a:pt x="1290" y="382"/>
                  <a:pt x="1290" y="382"/>
                  <a:pt x="1290" y="382"/>
                </a:cubicBezTo>
                <a:cubicBezTo>
                  <a:pt x="1291" y="380"/>
                  <a:pt x="1291" y="380"/>
                  <a:pt x="1291" y="380"/>
                </a:cubicBezTo>
                <a:cubicBezTo>
                  <a:pt x="1291" y="380"/>
                  <a:pt x="1291" y="380"/>
                  <a:pt x="1291" y="380"/>
                </a:cubicBezTo>
                <a:cubicBezTo>
                  <a:pt x="1291" y="377"/>
                  <a:pt x="1291" y="377"/>
                  <a:pt x="1291" y="377"/>
                </a:cubicBezTo>
                <a:cubicBezTo>
                  <a:pt x="1291" y="377"/>
                  <a:pt x="1291" y="377"/>
                  <a:pt x="1291" y="377"/>
                </a:cubicBezTo>
                <a:cubicBezTo>
                  <a:pt x="1291" y="374"/>
                  <a:pt x="1291" y="374"/>
                  <a:pt x="1291" y="374"/>
                </a:cubicBezTo>
                <a:cubicBezTo>
                  <a:pt x="1291" y="374"/>
                  <a:pt x="1291" y="374"/>
                  <a:pt x="1291" y="374"/>
                </a:cubicBezTo>
                <a:cubicBezTo>
                  <a:pt x="1291" y="371"/>
                  <a:pt x="1291" y="371"/>
                  <a:pt x="1291" y="371"/>
                </a:cubicBezTo>
                <a:cubicBezTo>
                  <a:pt x="1291" y="371"/>
                  <a:pt x="1291" y="371"/>
                  <a:pt x="1291" y="371"/>
                </a:cubicBezTo>
                <a:cubicBezTo>
                  <a:pt x="1291" y="368"/>
                  <a:pt x="1291" y="368"/>
                  <a:pt x="1291" y="368"/>
                </a:cubicBezTo>
                <a:cubicBezTo>
                  <a:pt x="1291" y="368"/>
                  <a:pt x="1291" y="368"/>
                  <a:pt x="1291" y="368"/>
                </a:cubicBezTo>
                <a:cubicBezTo>
                  <a:pt x="1289" y="367"/>
                  <a:pt x="1289" y="367"/>
                  <a:pt x="1289" y="367"/>
                </a:cubicBezTo>
                <a:cubicBezTo>
                  <a:pt x="1289" y="367"/>
                  <a:pt x="1289" y="367"/>
                  <a:pt x="1289" y="367"/>
                </a:cubicBezTo>
                <a:cubicBezTo>
                  <a:pt x="1287" y="364"/>
                  <a:pt x="1287" y="364"/>
                  <a:pt x="1287" y="364"/>
                </a:cubicBezTo>
                <a:cubicBezTo>
                  <a:pt x="1287" y="364"/>
                  <a:pt x="1287" y="364"/>
                  <a:pt x="1287" y="364"/>
                </a:cubicBezTo>
                <a:cubicBezTo>
                  <a:pt x="1285" y="362"/>
                  <a:pt x="1285" y="362"/>
                  <a:pt x="1285" y="362"/>
                </a:cubicBezTo>
                <a:cubicBezTo>
                  <a:pt x="1285" y="362"/>
                  <a:pt x="1285" y="362"/>
                  <a:pt x="1285" y="362"/>
                </a:cubicBezTo>
                <a:cubicBezTo>
                  <a:pt x="1284" y="359"/>
                  <a:pt x="1284" y="359"/>
                  <a:pt x="1284" y="359"/>
                </a:cubicBezTo>
                <a:cubicBezTo>
                  <a:pt x="1284" y="359"/>
                  <a:pt x="1284" y="359"/>
                  <a:pt x="1284" y="359"/>
                </a:cubicBezTo>
                <a:cubicBezTo>
                  <a:pt x="1281" y="358"/>
                  <a:pt x="1281" y="358"/>
                  <a:pt x="1281" y="358"/>
                </a:cubicBezTo>
                <a:cubicBezTo>
                  <a:pt x="1281" y="358"/>
                  <a:pt x="1281" y="358"/>
                  <a:pt x="1281" y="358"/>
                </a:cubicBezTo>
                <a:cubicBezTo>
                  <a:pt x="1279" y="356"/>
                  <a:pt x="1279" y="356"/>
                  <a:pt x="1279" y="356"/>
                </a:cubicBezTo>
                <a:cubicBezTo>
                  <a:pt x="1279" y="356"/>
                  <a:pt x="1279" y="356"/>
                  <a:pt x="1279" y="356"/>
                </a:cubicBezTo>
                <a:cubicBezTo>
                  <a:pt x="1277" y="355"/>
                  <a:pt x="1277" y="355"/>
                  <a:pt x="1277" y="355"/>
                </a:cubicBezTo>
                <a:cubicBezTo>
                  <a:pt x="1277" y="355"/>
                  <a:pt x="1277" y="355"/>
                  <a:pt x="1277" y="355"/>
                </a:cubicBezTo>
                <a:cubicBezTo>
                  <a:pt x="1275" y="353"/>
                  <a:pt x="1275" y="353"/>
                  <a:pt x="1275" y="353"/>
                </a:cubicBezTo>
                <a:cubicBezTo>
                  <a:pt x="1275" y="353"/>
                  <a:pt x="1275" y="353"/>
                  <a:pt x="1275" y="353"/>
                </a:cubicBezTo>
                <a:cubicBezTo>
                  <a:pt x="1269" y="353"/>
                  <a:pt x="1269" y="353"/>
                  <a:pt x="1269" y="353"/>
                </a:cubicBezTo>
                <a:cubicBezTo>
                  <a:pt x="1269" y="353"/>
                  <a:pt x="1269" y="353"/>
                  <a:pt x="1269" y="353"/>
                </a:cubicBezTo>
                <a:cubicBezTo>
                  <a:pt x="1265" y="353"/>
                  <a:pt x="1265" y="353"/>
                  <a:pt x="1265" y="353"/>
                </a:cubicBezTo>
                <a:cubicBezTo>
                  <a:pt x="1265" y="353"/>
                  <a:pt x="1265" y="353"/>
                  <a:pt x="1265" y="353"/>
                </a:cubicBezTo>
                <a:cubicBezTo>
                  <a:pt x="1260" y="352"/>
                  <a:pt x="1260" y="352"/>
                  <a:pt x="1260" y="352"/>
                </a:cubicBezTo>
                <a:cubicBezTo>
                  <a:pt x="1260" y="352"/>
                  <a:pt x="1260" y="352"/>
                  <a:pt x="1260" y="352"/>
                </a:cubicBezTo>
                <a:cubicBezTo>
                  <a:pt x="1256" y="351"/>
                  <a:pt x="1256" y="351"/>
                  <a:pt x="1256" y="351"/>
                </a:cubicBezTo>
                <a:cubicBezTo>
                  <a:pt x="1256" y="351"/>
                  <a:pt x="1256" y="351"/>
                  <a:pt x="1256" y="351"/>
                </a:cubicBezTo>
                <a:cubicBezTo>
                  <a:pt x="1251" y="352"/>
                  <a:pt x="1251" y="352"/>
                  <a:pt x="1251" y="352"/>
                </a:cubicBezTo>
                <a:cubicBezTo>
                  <a:pt x="1251" y="352"/>
                  <a:pt x="1251" y="352"/>
                  <a:pt x="1251" y="352"/>
                </a:cubicBezTo>
                <a:cubicBezTo>
                  <a:pt x="1248" y="352"/>
                  <a:pt x="1248" y="352"/>
                  <a:pt x="1248" y="352"/>
                </a:cubicBezTo>
                <a:cubicBezTo>
                  <a:pt x="1248" y="352"/>
                  <a:pt x="1248" y="352"/>
                  <a:pt x="1248" y="352"/>
                </a:cubicBezTo>
                <a:cubicBezTo>
                  <a:pt x="1242" y="353"/>
                  <a:pt x="1242" y="353"/>
                  <a:pt x="1242" y="353"/>
                </a:cubicBezTo>
                <a:cubicBezTo>
                  <a:pt x="1242" y="353"/>
                  <a:pt x="1242" y="353"/>
                  <a:pt x="1242" y="353"/>
                </a:cubicBezTo>
                <a:cubicBezTo>
                  <a:pt x="1239" y="353"/>
                  <a:pt x="1239" y="353"/>
                  <a:pt x="1239" y="353"/>
                </a:cubicBezTo>
                <a:cubicBezTo>
                  <a:pt x="1239" y="353"/>
                  <a:pt x="1239" y="353"/>
                  <a:pt x="1239" y="353"/>
                </a:cubicBezTo>
                <a:cubicBezTo>
                  <a:pt x="1239" y="359"/>
                  <a:pt x="1239" y="359"/>
                  <a:pt x="1239" y="359"/>
                </a:cubicBezTo>
                <a:cubicBezTo>
                  <a:pt x="1239" y="359"/>
                  <a:pt x="1239" y="359"/>
                  <a:pt x="1239" y="359"/>
                </a:cubicBezTo>
                <a:cubicBezTo>
                  <a:pt x="1244" y="363"/>
                  <a:pt x="1244" y="363"/>
                  <a:pt x="1244" y="363"/>
                </a:cubicBezTo>
                <a:cubicBezTo>
                  <a:pt x="1244" y="363"/>
                  <a:pt x="1244" y="363"/>
                  <a:pt x="1244" y="363"/>
                </a:cubicBezTo>
                <a:cubicBezTo>
                  <a:pt x="1251" y="366"/>
                  <a:pt x="1251" y="366"/>
                  <a:pt x="1251" y="366"/>
                </a:cubicBezTo>
                <a:cubicBezTo>
                  <a:pt x="1251" y="366"/>
                  <a:pt x="1251" y="366"/>
                  <a:pt x="1251" y="366"/>
                </a:cubicBezTo>
                <a:cubicBezTo>
                  <a:pt x="1256" y="369"/>
                  <a:pt x="1256" y="369"/>
                  <a:pt x="1256" y="369"/>
                </a:cubicBezTo>
                <a:cubicBezTo>
                  <a:pt x="1256" y="369"/>
                  <a:pt x="1256" y="369"/>
                  <a:pt x="1256" y="369"/>
                </a:cubicBezTo>
                <a:cubicBezTo>
                  <a:pt x="1261" y="373"/>
                  <a:pt x="1261" y="373"/>
                  <a:pt x="1261" y="373"/>
                </a:cubicBezTo>
                <a:cubicBezTo>
                  <a:pt x="1261" y="373"/>
                  <a:pt x="1261" y="373"/>
                  <a:pt x="1261" y="373"/>
                </a:cubicBezTo>
                <a:cubicBezTo>
                  <a:pt x="1265" y="378"/>
                  <a:pt x="1265" y="378"/>
                  <a:pt x="1265" y="378"/>
                </a:cubicBezTo>
                <a:cubicBezTo>
                  <a:pt x="1265" y="378"/>
                  <a:pt x="1265" y="378"/>
                  <a:pt x="1265" y="378"/>
                </a:cubicBezTo>
                <a:cubicBezTo>
                  <a:pt x="1269" y="382"/>
                  <a:pt x="1269" y="382"/>
                  <a:pt x="1269" y="382"/>
                </a:cubicBezTo>
                <a:cubicBezTo>
                  <a:pt x="1269" y="382"/>
                  <a:pt x="1269" y="382"/>
                  <a:pt x="1269" y="382"/>
                </a:cubicBezTo>
                <a:cubicBezTo>
                  <a:pt x="1274" y="388"/>
                  <a:pt x="1274" y="388"/>
                  <a:pt x="1274" y="388"/>
                </a:cubicBezTo>
                <a:cubicBezTo>
                  <a:pt x="1274" y="388"/>
                  <a:pt x="1274" y="388"/>
                  <a:pt x="1274" y="388"/>
                </a:cubicBezTo>
                <a:cubicBezTo>
                  <a:pt x="1278" y="393"/>
                  <a:pt x="1278" y="393"/>
                  <a:pt x="1278" y="393"/>
                </a:cubicBezTo>
                <a:close/>
                <a:moveTo>
                  <a:pt x="1179" y="386"/>
                </a:moveTo>
                <a:cubicBezTo>
                  <a:pt x="1179" y="386"/>
                  <a:pt x="1179" y="386"/>
                  <a:pt x="1179" y="386"/>
                </a:cubicBezTo>
                <a:cubicBezTo>
                  <a:pt x="1179" y="386"/>
                  <a:pt x="1179" y="386"/>
                  <a:pt x="1179" y="386"/>
                </a:cubicBezTo>
                <a:cubicBezTo>
                  <a:pt x="1181" y="386"/>
                  <a:pt x="1181" y="386"/>
                  <a:pt x="1181" y="386"/>
                </a:cubicBezTo>
                <a:cubicBezTo>
                  <a:pt x="1181" y="386"/>
                  <a:pt x="1181" y="386"/>
                  <a:pt x="1181" y="386"/>
                </a:cubicBezTo>
                <a:cubicBezTo>
                  <a:pt x="1182" y="386"/>
                  <a:pt x="1182" y="386"/>
                  <a:pt x="1182" y="386"/>
                </a:cubicBezTo>
                <a:cubicBezTo>
                  <a:pt x="1182" y="386"/>
                  <a:pt x="1182" y="386"/>
                  <a:pt x="1182" y="386"/>
                </a:cubicBezTo>
                <a:cubicBezTo>
                  <a:pt x="1184" y="385"/>
                  <a:pt x="1184" y="385"/>
                  <a:pt x="1184" y="385"/>
                </a:cubicBezTo>
                <a:cubicBezTo>
                  <a:pt x="1184" y="385"/>
                  <a:pt x="1184" y="385"/>
                  <a:pt x="1184" y="385"/>
                </a:cubicBezTo>
                <a:cubicBezTo>
                  <a:pt x="1185" y="385"/>
                  <a:pt x="1185" y="385"/>
                  <a:pt x="1185" y="385"/>
                </a:cubicBezTo>
                <a:cubicBezTo>
                  <a:pt x="1185" y="385"/>
                  <a:pt x="1185" y="385"/>
                  <a:pt x="1185" y="385"/>
                </a:cubicBezTo>
                <a:cubicBezTo>
                  <a:pt x="1187" y="384"/>
                  <a:pt x="1187" y="384"/>
                  <a:pt x="1187" y="384"/>
                </a:cubicBezTo>
                <a:cubicBezTo>
                  <a:pt x="1187" y="384"/>
                  <a:pt x="1187" y="384"/>
                  <a:pt x="1187" y="384"/>
                </a:cubicBezTo>
                <a:cubicBezTo>
                  <a:pt x="1188" y="383"/>
                  <a:pt x="1188" y="383"/>
                  <a:pt x="1188" y="383"/>
                </a:cubicBezTo>
                <a:cubicBezTo>
                  <a:pt x="1188" y="383"/>
                  <a:pt x="1188" y="383"/>
                  <a:pt x="1188" y="383"/>
                </a:cubicBezTo>
                <a:cubicBezTo>
                  <a:pt x="1189" y="382"/>
                  <a:pt x="1189" y="382"/>
                  <a:pt x="1189" y="382"/>
                </a:cubicBezTo>
                <a:cubicBezTo>
                  <a:pt x="1189" y="382"/>
                  <a:pt x="1189" y="382"/>
                  <a:pt x="1189" y="382"/>
                </a:cubicBezTo>
                <a:cubicBezTo>
                  <a:pt x="1188" y="381"/>
                  <a:pt x="1188" y="381"/>
                  <a:pt x="1188" y="381"/>
                </a:cubicBezTo>
                <a:cubicBezTo>
                  <a:pt x="1188" y="381"/>
                  <a:pt x="1188" y="381"/>
                  <a:pt x="1188" y="381"/>
                </a:cubicBezTo>
                <a:cubicBezTo>
                  <a:pt x="1188" y="379"/>
                  <a:pt x="1188" y="379"/>
                  <a:pt x="1188" y="379"/>
                </a:cubicBezTo>
                <a:cubicBezTo>
                  <a:pt x="1188" y="379"/>
                  <a:pt x="1188" y="379"/>
                  <a:pt x="1188" y="379"/>
                </a:cubicBezTo>
                <a:cubicBezTo>
                  <a:pt x="1188" y="378"/>
                  <a:pt x="1188" y="378"/>
                  <a:pt x="1188" y="378"/>
                </a:cubicBezTo>
                <a:cubicBezTo>
                  <a:pt x="1188" y="378"/>
                  <a:pt x="1188" y="378"/>
                  <a:pt x="1188" y="378"/>
                </a:cubicBezTo>
                <a:cubicBezTo>
                  <a:pt x="1188" y="375"/>
                  <a:pt x="1188" y="375"/>
                  <a:pt x="1188" y="375"/>
                </a:cubicBezTo>
                <a:cubicBezTo>
                  <a:pt x="1188" y="375"/>
                  <a:pt x="1188" y="375"/>
                  <a:pt x="1188" y="375"/>
                </a:cubicBezTo>
                <a:cubicBezTo>
                  <a:pt x="1187" y="374"/>
                  <a:pt x="1187" y="374"/>
                  <a:pt x="1187" y="374"/>
                </a:cubicBezTo>
                <a:cubicBezTo>
                  <a:pt x="1187" y="374"/>
                  <a:pt x="1187" y="374"/>
                  <a:pt x="1187" y="374"/>
                </a:cubicBezTo>
                <a:cubicBezTo>
                  <a:pt x="1187" y="371"/>
                  <a:pt x="1187" y="371"/>
                  <a:pt x="1187" y="371"/>
                </a:cubicBezTo>
                <a:cubicBezTo>
                  <a:pt x="1187" y="371"/>
                  <a:pt x="1187" y="371"/>
                  <a:pt x="1187" y="371"/>
                </a:cubicBezTo>
                <a:cubicBezTo>
                  <a:pt x="1187" y="370"/>
                  <a:pt x="1187" y="370"/>
                  <a:pt x="1187" y="370"/>
                </a:cubicBezTo>
                <a:cubicBezTo>
                  <a:pt x="1187" y="370"/>
                  <a:pt x="1187" y="370"/>
                  <a:pt x="1187" y="370"/>
                </a:cubicBezTo>
                <a:cubicBezTo>
                  <a:pt x="1187" y="367"/>
                  <a:pt x="1187" y="367"/>
                  <a:pt x="1187" y="367"/>
                </a:cubicBezTo>
                <a:cubicBezTo>
                  <a:pt x="1187" y="367"/>
                  <a:pt x="1187" y="367"/>
                  <a:pt x="1187" y="367"/>
                </a:cubicBezTo>
                <a:cubicBezTo>
                  <a:pt x="1183" y="367"/>
                  <a:pt x="1183" y="367"/>
                  <a:pt x="1183" y="367"/>
                </a:cubicBezTo>
                <a:cubicBezTo>
                  <a:pt x="1183" y="367"/>
                  <a:pt x="1183" y="367"/>
                  <a:pt x="1183" y="367"/>
                </a:cubicBezTo>
                <a:cubicBezTo>
                  <a:pt x="1181" y="370"/>
                  <a:pt x="1181" y="370"/>
                  <a:pt x="1181" y="370"/>
                </a:cubicBezTo>
                <a:cubicBezTo>
                  <a:pt x="1181" y="370"/>
                  <a:pt x="1181" y="370"/>
                  <a:pt x="1181" y="370"/>
                </a:cubicBezTo>
                <a:cubicBezTo>
                  <a:pt x="1179" y="372"/>
                  <a:pt x="1179" y="372"/>
                  <a:pt x="1179" y="372"/>
                </a:cubicBezTo>
                <a:cubicBezTo>
                  <a:pt x="1179" y="372"/>
                  <a:pt x="1179" y="372"/>
                  <a:pt x="1179" y="372"/>
                </a:cubicBezTo>
                <a:cubicBezTo>
                  <a:pt x="1177" y="375"/>
                  <a:pt x="1177" y="375"/>
                  <a:pt x="1177" y="375"/>
                </a:cubicBezTo>
                <a:cubicBezTo>
                  <a:pt x="1177" y="375"/>
                  <a:pt x="1177" y="375"/>
                  <a:pt x="1177" y="375"/>
                </a:cubicBezTo>
                <a:cubicBezTo>
                  <a:pt x="1175" y="376"/>
                  <a:pt x="1175" y="376"/>
                  <a:pt x="1175" y="376"/>
                </a:cubicBezTo>
                <a:cubicBezTo>
                  <a:pt x="1175" y="376"/>
                  <a:pt x="1175" y="376"/>
                  <a:pt x="1175" y="376"/>
                </a:cubicBezTo>
                <a:cubicBezTo>
                  <a:pt x="1172" y="378"/>
                  <a:pt x="1172" y="378"/>
                  <a:pt x="1172" y="378"/>
                </a:cubicBezTo>
                <a:cubicBezTo>
                  <a:pt x="1172" y="378"/>
                  <a:pt x="1172" y="378"/>
                  <a:pt x="1172" y="378"/>
                </a:cubicBezTo>
                <a:cubicBezTo>
                  <a:pt x="1171" y="380"/>
                  <a:pt x="1171" y="380"/>
                  <a:pt x="1171" y="380"/>
                </a:cubicBezTo>
                <a:cubicBezTo>
                  <a:pt x="1171" y="380"/>
                  <a:pt x="1171" y="380"/>
                  <a:pt x="1171" y="380"/>
                </a:cubicBezTo>
                <a:cubicBezTo>
                  <a:pt x="1170" y="381"/>
                  <a:pt x="1170" y="381"/>
                  <a:pt x="1170" y="381"/>
                </a:cubicBezTo>
                <a:cubicBezTo>
                  <a:pt x="1170" y="381"/>
                  <a:pt x="1170" y="381"/>
                  <a:pt x="1170" y="381"/>
                </a:cubicBezTo>
                <a:cubicBezTo>
                  <a:pt x="1170" y="382"/>
                  <a:pt x="1170" y="382"/>
                  <a:pt x="1170" y="382"/>
                </a:cubicBezTo>
                <a:cubicBezTo>
                  <a:pt x="1170" y="382"/>
                  <a:pt x="1170" y="382"/>
                  <a:pt x="1170" y="382"/>
                </a:cubicBezTo>
                <a:cubicBezTo>
                  <a:pt x="1171" y="383"/>
                  <a:pt x="1171" y="383"/>
                  <a:pt x="1171" y="383"/>
                </a:cubicBezTo>
                <a:cubicBezTo>
                  <a:pt x="1171" y="383"/>
                  <a:pt x="1171" y="383"/>
                  <a:pt x="1171" y="383"/>
                </a:cubicBezTo>
                <a:cubicBezTo>
                  <a:pt x="1172" y="384"/>
                  <a:pt x="1172" y="384"/>
                  <a:pt x="1172" y="384"/>
                </a:cubicBezTo>
                <a:cubicBezTo>
                  <a:pt x="1172" y="384"/>
                  <a:pt x="1172" y="384"/>
                  <a:pt x="1172" y="384"/>
                </a:cubicBezTo>
                <a:cubicBezTo>
                  <a:pt x="1173" y="385"/>
                  <a:pt x="1173" y="385"/>
                  <a:pt x="1173" y="385"/>
                </a:cubicBezTo>
                <a:cubicBezTo>
                  <a:pt x="1173" y="385"/>
                  <a:pt x="1173" y="385"/>
                  <a:pt x="1173" y="385"/>
                </a:cubicBezTo>
                <a:cubicBezTo>
                  <a:pt x="1174" y="385"/>
                  <a:pt x="1174" y="385"/>
                  <a:pt x="1174" y="385"/>
                </a:cubicBezTo>
                <a:cubicBezTo>
                  <a:pt x="1174" y="385"/>
                  <a:pt x="1174" y="385"/>
                  <a:pt x="1174" y="385"/>
                </a:cubicBezTo>
                <a:cubicBezTo>
                  <a:pt x="1175" y="386"/>
                  <a:pt x="1175" y="386"/>
                  <a:pt x="1175" y="386"/>
                </a:cubicBezTo>
                <a:cubicBezTo>
                  <a:pt x="1175" y="386"/>
                  <a:pt x="1175" y="386"/>
                  <a:pt x="1175" y="386"/>
                </a:cubicBezTo>
                <a:cubicBezTo>
                  <a:pt x="1176" y="386"/>
                  <a:pt x="1176" y="386"/>
                  <a:pt x="1176" y="386"/>
                </a:cubicBezTo>
                <a:cubicBezTo>
                  <a:pt x="1176" y="386"/>
                  <a:pt x="1176" y="386"/>
                  <a:pt x="1176" y="386"/>
                </a:cubicBezTo>
                <a:cubicBezTo>
                  <a:pt x="1177" y="386"/>
                  <a:pt x="1177" y="386"/>
                  <a:pt x="1177" y="386"/>
                </a:cubicBezTo>
                <a:cubicBezTo>
                  <a:pt x="1177" y="386"/>
                  <a:pt x="1177" y="386"/>
                  <a:pt x="1177" y="386"/>
                </a:cubicBezTo>
                <a:cubicBezTo>
                  <a:pt x="1179" y="386"/>
                  <a:pt x="1179" y="386"/>
                  <a:pt x="1179" y="386"/>
                </a:cubicBezTo>
                <a:close/>
                <a:moveTo>
                  <a:pt x="778" y="381"/>
                </a:moveTo>
                <a:cubicBezTo>
                  <a:pt x="728" y="357"/>
                  <a:pt x="728" y="357"/>
                  <a:pt x="728" y="357"/>
                </a:cubicBezTo>
                <a:cubicBezTo>
                  <a:pt x="728" y="357"/>
                  <a:pt x="728" y="357"/>
                  <a:pt x="728" y="357"/>
                </a:cubicBezTo>
                <a:cubicBezTo>
                  <a:pt x="726" y="357"/>
                  <a:pt x="726" y="357"/>
                  <a:pt x="726" y="357"/>
                </a:cubicBezTo>
                <a:cubicBezTo>
                  <a:pt x="726" y="357"/>
                  <a:pt x="726" y="357"/>
                  <a:pt x="726" y="357"/>
                </a:cubicBezTo>
                <a:cubicBezTo>
                  <a:pt x="726" y="355"/>
                  <a:pt x="726" y="355"/>
                  <a:pt x="726" y="355"/>
                </a:cubicBezTo>
                <a:cubicBezTo>
                  <a:pt x="726" y="355"/>
                  <a:pt x="726" y="355"/>
                  <a:pt x="726" y="355"/>
                </a:cubicBezTo>
                <a:cubicBezTo>
                  <a:pt x="726" y="355"/>
                  <a:pt x="726" y="355"/>
                  <a:pt x="726" y="355"/>
                </a:cubicBezTo>
                <a:cubicBezTo>
                  <a:pt x="726" y="355"/>
                  <a:pt x="726" y="355"/>
                  <a:pt x="726" y="355"/>
                </a:cubicBezTo>
                <a:cubicBezTo>
                  <a:pt x="727" y="353"/>
                  <a:pt x="727" y="353"/>
                  <a:pt x="727" y="353"/>
                </a:cubicBezTo>
                <a:cubicBezTo>
                  <a:pt x="727" y="353"/>
                  <a:pt x="727" y="353"/>
                  <a:pt x="727" y="353"/>
                </a:cubicBezTo>
                <a:cubicBezTo>
                  <a:pt x="727" y="353"/>
                  <a:pt x="727" y="353"/>
                  <a:pt x="727" y="353"/>
                </a:cubicBezTo>
                <a:cubicBezTo>
                  <a:pt x="727" y="353"/>
                  <a:pt x="727" y="353"/>
                  <a:pt x="727" y="353"/>
                </a:cubicBezTo>
                <a:cubicBezTo>
                  <a:pt x="728" y="351"/>
                  <a:pt x="728" y="351"/>
                  <a:pt x="728" y="351"/>
                </a:cubicBezTo>
                <a:cubicBezTo>
                  <a:pt x="728" y="351"/>
                  <a:pt x="728" y="351"/>
                  <a:pt x="728" y="351"/>
                </a:cubicBezTo>
                <a:cubicBezTo>
                  <a:pt x="728" y="350"/>
                  <a:pt x="728" y="350"/>
                  <a:pt x="728" y="350"/>
                </a:cubicBezTo>
                <a:cubicBezTo>
                  <a:pt x="728" y="350"/>
                  <a:pt x="728" y="350"/>
                  <a:pt x="728" y="350"/>
                </a:cubicBezTo>
                <a:cubicBezTo>
                  <a:pt x="729" y="348"/>
                  <a:pt x="729" y="348"/>
                  <a:pt x="729" y="348"/>
                </a:cubicBezTo>
                <a:cubicBezTo>
                  <a:pt x="729" y="348"/>
                  <a:pt x="729" y="348"/>
                  <a:pt x="729" y="348"/>
                </a:cubicBezTo>
                <a:cubicBezTo>
                  <a:pt x="731" y="348"/>
                  <a:pt x="731" y="348"/>
                  <a:pt x="731" y="348"/>
                </a:cubicBezTo>
                <a:cubicBezTo>
                  <a:pt x="731" y="348"/>
                  <a:pt x="731" y="348"/>
                  <a:pt x="731" y="348"/>
                </a:cubicBezTo>
                <a:cubicBezTo>
                  <a:pt x="733" y="347"/>
                  <a:pt x="733" y="347"/>
                  <a:pt x="733" y="347"/>
                </a:cubicBezTo>
                <a:cubicBezTo>
                  <a:pt x="733" y="347"/>
                  <a:pt x="733" y="347"/>
                  <a:pt x="733" y="347"/>
                </a:cubicBezTo>
                <a:cubicBezTo>
                  <a:pt x="736" y="346"/>
                  <a:pt x="736" y="346"/>
                  <a:pt x="736" y="346"/>
                </a:cubicBezTo>
                <a:cubicBezTo>
                  <a:pt x="736" y="346"/>
                  <a:pt x="736" y="346"/>
                  <a:pt x="736" y="346"/>
                </a:cubicBezTo>
                <a:cubicBezTo>
                  <a:pt x="739" y="345"/>
                  <a:pt x="739" y="345"/>
                  <a:pt x="739" y="345"/>
                </a:cubicBezTo>
                <a:cubicBezTo>
                  <a:pt x="739" y="345"/>
                  <a:pt x="739" y="345"/>
                  <a:pt x="739" y="345"/>
                </a:cubicBezTo>
                <a:cubicBezTo>
                  <a:pt x="741" y="345"/>
                  <a:pt x="741" y="345"/>
                  <a:pt x="741" y="345"/>
                </a:cubicBezTo>
                <a:cubicBezTo>
                  <a:pt x="741" y="345"/>
                  <a:pt x="741" y="345"/>
                  <a:pt x="741" y="345"/>
                </a:cubicBezTo>
                <a:cubicBezTo>
                  <a:pt x="743" y="345"/>
                  <a:pt x="743" y="345"/>
                  <a:pt x="743" y="345"/>
                </a:cubicBezTo>
                <a:cubicBezTo>
                  <a:pt x="743" y="345"/>
                  <a:pt x="743" y="345"/>
                  <a:pt x="743" y="345"/>
                </a:cubicBezTo>
                <a:cubicBezTo>
                  <a:pt x="745" y="346"/>
                  <a:pt x="745" y="346"/>
                  <a:pt x="745" y="346"/>
                </a:cubicBezTo>
                <a:cubicBezTo>
                  <a:pt x="745" y="346"/>
                  <a:pt x="745" y="346"/>
                  <a:pt x="745" y="346"/>
                </a:cubicBezTo>
                <a:cubicBezTo>
                  <a:pt x="748" y="346"/>
                  <a:pt x="748" y="346"/>
                  <a:pt x="748" y="346"/>
                </a:cubicBezTo>
                <a:cubicBezTo>
                  <a:pt x="748" y="346"/>
                  <a:pt x="748" y="346"/>
                  <a:pt x="748" y="346"/>
                </a:cubicBezTo>
                <a:cubicBezTo>
                  <a:pt x="748" y="347"/>
                  <a:pt x="748" y="347"/>
                  <a:pt x="748" y="347"/>
                </a:cubicBezTo>
                <a:cubicBezTo>
                  <a:pt x="748" y="347"/>
                  <a:pt x="748" y="347"/>
                  <a:pt x="748" y="347"/>
                </a:cubicBezTo>
                <a:cubicBezTo>
                  <a:pt x="749" y="347"/>
                  <a:pt x="749" y="347"/>
                  <a:pt x="749" y="347"/>
                </a:cubicBezTo>
                <a:cubicBezTo>
                  <a:pt x="749" y="347"/>
                  <a:pt x="749" y="347"/>
                  <a:pt x="749" y="347"/>
                </a:cubicBezTo>
                <a:cubicBezTo>
                  <a:pt x="750" y="347"/>
                  <a:pt x="750" y="347"/>
                  <a:pt x="750" y="347"/>
                </a:cubicBezTo>
                <a:cubicBezTo>
                  <a:pt x="750" y="347"/>
                  <a:pt x="750" y="347"/>
                  <a:pt x="750" y="347"/>
                </a:cubicBezTo>
                <a:cubicBezTo>
                  <a:pt x="752" y="347"/>
                  <a:pt x="752" y="347"/>
                  <a:pt x="752" y="347"/>
                </a:cubicBezTo>
                <a:cubicBezTo>
                  <a:pt x="752" y="347"/>
                  <a:pt x="752" y="347"/>
                  <a:pt x="752" y="347"/>
                </a:cubicBezTo>
                <a:cubicBezTo>
                  <a:pt x="753" y="347"/>
                  <a:pt x="753" y="347"/>
                  <a:pt x="753" y="347"/>
                </a:cubicBezTo>
                <a:cubicBezTo>
                  <a:pt x="753" y="347"/>
                  <a:pt x="753" y="347"/>
                  <a:pt x="753" y="347"/>
                </a:cubicBezTo>
                <a:cubicBezTo>
                  <a:pt x="754" y="346"/>
                  <a:pt x="754" y="346"/>
                  <a:pt x="754" y="346"/>
                </a:cubicBezTo>
                <a:cubicBezTo>
                  <a:pt x="754" y="346"/>
                  <a:pt x="754" y="346"/>
                  <a:pt x="754" y="346"/>
                </a:cubicBezTo>
                <a:cubicBezTo>
                  <a:pt x="755" y="346"/>
                  <a:pt x="755" y="346"/>
                  <a:pt x="755" y="346"/>
                </a:cubicBezTo>
                <a:cubicBezTo>
                  <a:pt x="755" y="346"/>
                  <a:pt x="755" y="346"/>
                  <a:pt x="755" y="346"/>
                </a:cubicBezTo>
                <a:cubicBezTo>
                  <a:pt x="758" y="344"/>
                  <a:pt x="758" y="344"/>
                  <a:pt x="758" y="344"/>
                </a:cubicBezTo>
                <a:cubicBezTo>
                  <a:pt x="758" y="344"/>
                  <a:pt x="758" y="344"/>
                  <a:pt x="758" y="344"/>
                </a:cubicBezTo>
                <a:cubicBezTo>
                  <a:pt x="758" y="344"/>
                  <a:pt x="758" y="344"/>
                  <a:pt x="758" y="344"/>
                </a:cubicBezTo>
                <a:cubicBezTo>
                  <a:pt x="758" y="344"/>
                  <a:pt x="758" y="344"/>
                  <a:pt x="758" y="344"/>
                </a:cubicBezTo>
                <a:cubicBezTo>
                  <a:pt x="759" y="344"/>
                  <a:pt x="759" y="344"/>
                  <a:pt x="759" y="344"/>
                </a:cubicBezTo>
                <a:cubicBezTo>
                  <a:pt x="759" y="344"/>
                  <a:pt x="759" y="344"/>
                  <a:pt x="759" y="344"/>
                </a:cubicBezTo>
                <a:cubicBezTo>
                  <a:pt x="760" y="344"/>
                  <a:pt x="760" y="344"/>
                  <a:pt x="760" y="344"/>
                </a:cubicBezTo>
                <a:cubicBezTo>
                  <a:pt x="760" y="344"/>
                  <a:pt x="760" y="344"/>
                  <a:pt x="760" y="344"/>
                </a:cubicBezTo>
                <a:cubicBezTo>
                  <a:pt x="762" y="344"/>
                  <a:pt x="762" y="344"/>
                  <a:pt x="762" y="344"/>
                </a:cubicBezTo>
                <a:cubicBezTo>
                  <a:pt x="762" y="344"/>
                  <a:pt x="762" y="344"/>
                  <a:pt x="762" y="344"/>
                </a:cubicBezTo>
                <a:cubicBezTo>
                  <a:pt x="763" y="345"/>
                  <a:pt x="763" y="345"/>
                  <a:pt x="763" y="345"/>
                </a:cubicBezTo>
                <a:cubicBezTo>
                  <a:pt x="763" y="345"/>
                  <a:pt x="763" y="345"/>
                  <a:pt x="763" y="345"/>
                </a:cubicBezTo>
                <a:cubicBezTo>
                  <a:pt x="764" y="345"/>
                  <a:pt x="764" y="345"/>
                  <a:pt x="764" y="345"/>
                </a:cubicBezTo>
                <a:cubicBezTo>
                  <a:pt x="764" y="345"/>
                  <a:pt x="764" y="345"/>
                  <a:pt x="764" y="345"/>
                </a:cubicBezTo>
                <a:cubicBezTo>
                  <a:pt x="765" y="346"/>
                  <a:pt x="765" y="346"/>
                  <a:pt x="765" y="346"/>
                </a:cubicBezTo>
                <a:cubicBezTo>
                  <a:pt x="765" y="346"/>
                  <a:pt x="765" y="346"/>
                  <a:pt x="765" y="346"/>
                </a:cubicBezTo>
                <a:cubicBezTo>
                  <a:pt x="767" y="346"/>
                  <a:pt x="767" y="346"/>
                  <a:pt x="767" y="346"/>
                </a:cubicBezTo>
                <a:cubicBezTo>
                  <a:pt x="767" y="346"/>
                  <a:pt x="767" y="346"/>
                  <a:pt x="767" y="346"/>
                </a:cubicBezTo>
                <a:cubicBezTo>
                  <a:pt x="779" y="345"/>
                  <a:pt x="779" y="345"/>
                  <a:pt x="779" y="345"/>
                </a:cubicBezTo>
                <a:cubicBezTo>
                  <a:pt x="779" y="345"/>
                  <a:pt x="779" y="345"/>
                  <a:pt x="779" y="345"/>
                </a:cubicBezTo>
                <a:cubicBezTo>
                  <a:pt x="792" y="342"/>
                  <a:pt x="792" y="342"/>
                  <a:pt x="792" y="342"/>
                </a:cubicBezTo>
                <a:cubicBezTo>
                  <a:pt x="792" y="342"/>
                  <a:pt x="792" y="342"/>
                  <a:pt x="792" y="342"/>
                </a:cubicBezTo>
                <a:cubicBezTo>
                  <a:pt x="805" y="340"/>
                  <a:pt x="805" y="340"/>
                  <a:pt x="805" y="340"/>
                </a:cubicBezTo>
                <a:cubicBezTo>
                  <a:pt x="805" y="340"/>
                  <a:pt x="805" y="340"/>
                  <a:pt x="805" y="340"/>
                </a:cubicBezTo>
                <a:cubicBezTo>
                  <a:pt x="820" y="336"/>
                  <a:pt x="820" y="336"/>
                  <a:pt x="820" y="336"/>
                </a:cubicBezTo>
                <a:cubicBezTo>
                  <a:pt x="820" y="336"/>
                  <a:pt x="820" y="336"/>
                  <a:pt x="820" y="336"/>
                </a:cubicBezTo>
                <a:cubicBezTo>
                  <a:pt x="831" y="332"/>
                  <a:pt x="831" y="332"/>
                  <a:pt x="831" y="332"/>
                </a:cubicBezTo>
                <a:cubicBezTo>
                  <a:pt x="831" y="332"/>
                  <a:pt x="831" y="332"/>
                  <a:pt x="831" y="332"/>
                </a:cubicBezTo>
                <a:cubicBezTo>
                  <a:pt x="844" y="325"/>
                  <a:pt x="844" y="325"/>
                  <a:pt x="844" y="325"/>
                </a:cubicBezTo>
                <a:cubicBezTo>
                  <a:pt x="844" y="325"/>
                  <a:pt x="844" y="325"/>
                  <a:pt x="844" y="325"/>
                </a:cubicBezTo>
                <a:cubicBezTo>
                  <a:pt x="855" y="318"/>
                  <a:pt x="855" y="318"/>
                  <a:pt x="855" y="318"/>
                </a:cubicBezTo>
                <a:cubicBezTo>
                  <a:pt x="855" y="318"/>
                  <a:pt x="855" y="318"/>
                  <a:pt x="855" y="318"/>
                </a:cubicBezTo>
                <a:cubicBezTo>
                  <a:pt x="866" y="308"/>
                  <a:pt x="866" y="308"/>
                  <a:pt x="866" y="308"/>
                </a:cubicBezTo>
                <a:cubicBezTo>
                  <a:pt x="866" y="308"/>
                  <a:pt x="866" y="308"/>
                  <a:pt x="866" y="308"/>
                </a:cubicBezTo>
                <a:cubicBezTo>
                  <a:pt x="900" y="268"/>
                  <a:pt x="900" y="268"/>
                  <a:pt x="900" y="268"/>
                </a:cubicBezTo>
                <a:cubicBezTo>
                  <a:pt x="900" y="268"/>
                  <a:pt x="900" y="268"/>
                  <a:pt x="900" y="268"/>
                </a:cubicBezTo>
                <a:cubicBezTo>
                  <a:pt x="901" y="268"/>
                  <a:pt x="901" y="268"/>
                  <a:pt x="901" y="268"/>
                </a:cubicBezTo>
                <a:cubicBezTo>
                  <a:pt x="901" y="268"/>
                  <a:pt x="901" y="268"/>
                  <a:pt x="901" y="268"/>
                </a:cubicBezTo>
                <a:cubicBezTo>
                  <a:pt x="903" y="266"/>
                  <a:pt x="903" y="266"/>
                  <a:pt x="903" y="266"/>
                </a:cubicBezTo>
                <a:cubicBezTo>
                  <a:pt x="903" y="266"/>
                  <a:pt x="903" y="266"/>
                  <a:pt x="903" y="266"/>
                </a:cubicBezTo>
                <a:cubicBezTo>
                  <a:pt x="905" y="264"/>
                  <a:pt x="905" y="264"/>
                  <a:pt x="905" y="264"/>
                </a:cubicBezTo>
                <a:cubicBezTo>
                  <a:pt x="905" y="264"/>
                  <a:pt x="905" y="264"/>
                  <a:pt x="905" y="264"/>
                </a:cubicBezTo>
                <a:cubicBezTo>
                  <a:pt x="907" y="261"/>
                  <a:pt x="907" y="261"/>
                  <a:pt x="907" y="261"/>
                </a:cubicBezTo>
                <a:cubicBezTo>
                  <a:pt x="907" y="261"/>
                  <a:pt x="907" y="261"/>
                  <a:pt x="907" y="261"/>
                </a:cubicBezTo>
                <a:cubicBezTo>
                  <a:pt x="908" y="259"/>
                  <a:pt x="908" y="259"/>
                  <a:pt x="908" y="259"/>
                </a:cubicBezTo>
                <a:cubicBezTo>
                  <a:pt x="908" y="259"/>
                  <a:pt x="908" y="259"/>
                  <a:pt x="908" y="259"/>
                </a:cubicBezTo>
                <a:cubicBezTo>
                  <a:pt x="911" y="257"/>
                  <a:pt x="911" y="257"/>
                  <a:pt x="911" y="257"/>
                </a:cubicBezTo>
                <a:cubicBezTo>
                  <a:pt x="911" y="257"/>
                  <a:pt x="911" y="257"/>
                  <a:pt x="911" y="257"/>
                </a:cubicBezTo>
                <a:cubicBezTo>
                  <a:pt x="913" y="256"/>
                  <a:pt x="913" y="256"/>
                  <a:pt x="913" y="256"/>
                </a:cubicBezTo>
                <a:cubicBezTo>
                  <a:pt x="913" y="256"/>
                  <a:pt x="913" y="256"/>
                  <a:pt x="913" y="256"/>
                </a:cubicBezTo>
                <a:cubicBezTo>
                  <a:pt x="916" y="253"/>
                  <a:pt x="916" y="253"/>
                  <a:pt x="916" y="253"/>
                </a:cubicBezTo>
                <a:cubicBezTo>
                  <a:pt x="916" y="253"/>
                  <a:pt x="916" y="253"/>
                  <a:pt x="916" y="253"/>
                </a:cubicBezTo>
                <a:cubicBezTo>
                  <a:pt x="922" y="247"/>
                  <a:pt x="922" y="247"/>
                  <a:pt x="922" y="247"/>
                </a:cubicBezTo>
                <a:cubicBezTo>
                  <a:pt x="922" y="247"/>
                  <a:pt x="922" y="247"/>
                  <a:pt x="922" y="247"/>
                </a:cubicBezTo>
                <a:cubicBezTo>
                  <a:pt x="928" y="242"/>
                  <a:pt x="928" y="242"/>
                  <a:pt x="928" y="242"/>
                </a:cubicBezTo>
                <a:cubicBezTo>
                  <a:pt x="928" y="242"/>
                  <a:pt x="928" y="242"/>
                  <a:pt x="928" y="242"/>
                </a:cubicBezTo>
                <a:cubicBezTo>
                  <a:pt x="934" y="235"/>
                  <a:pt x="934" y="235"/>
                  <a:pt x="934" y="235"/>
                </a:cubicBezTo>
                <a:cubicBezTo>
                  <a:pt x="934" y="235"/>
                  <a:pt x="934" y="235"/>
                  <a:pt x="934" y="235"/>
                </a:cubicBezTo>
                <a:cubicBezTo>
                  <a:pt x="941" y="229"/>
                  <a:pt x="941" y="229"/>
                  <a:pt x="941" y="229"/>
                </a:cubicBezTo>
                <a:cubicBezTo>
                  <a:pt x="941" y="229"/>
                  <a:pt x="941" y="229"/>
                  <a:pt x="941" y="229"/>
                </a:cubicBezTo>
                <a:cubicBezTo>
                  <a:pt x="946" y="223"/>
                  <a:pt x="946" y="223"/>
                  <a:pt x="946" y="223"/>
                </a:cubicBezTo>
                <a:cubicBezTo>
                  <a:pt x="946" y="223"/>
                  <a:pt x="946" y="223"/>
                  <a:pt x="946" y="223"/>
                </a:cubicBezTo>
                <a:cubicBezTo>
                  <a:pt x="951" y="215"/>
                  <a:pt x="951" y="215"/>
                  <a:pt x="951" y="215"/>
                </a:cubicBezTo>
                <a:cubicBezTo>
                  <a:pt x="951" y="215"/>
                  <a:pt x="951" y="215"/>
                  <a:pt x="951" y="215"/>
                </a:cubicBezTo>
                <a:cubicBezTo>
                  <a:pt x="956" y="208"/>
                  <a:pt x="956" y="208"/>
                  <a:pt x="956" y="208"/>
                </a:cubicBezTo>
                <a:cubicBezTo>
                  <a:pt x="956" y="208"/>
                  <a:pt x="956" y="208"/>
                  <a:pt x="956" y="208"/>
                </a:cubicBezTo>
                <a:cubicBezTo>
                  <a:pt x="961" y="200"/>
                  <a:pt x="961" y="200"/>
                  <a:pt x="961" y="200"/>
                </a:cubicBezTo>
                <a:cubicBezTo>
                  <a:pt x="961" y="200"/>
                  <a:pt x="961" y="200"/>
                  <a:pt x="961" y="200"/>
                </a:cubicBezTo>
                <a:cubicBezTo>
                  <a:pt x="959" y="198"/>
                  <a:pt x="959" y="198"/>
                  <a:pt x="959" y="198"/>
                </a:cubicBezTo>
                <a:cubicBezTo>
                  <a:pt x="959" y="198"/>
                  <a:pt x="959" y="198"/>
                  <a:pt x="959" y="198"/>
                </a:cubicBezTo>
                <a:cubicBezTo>
                  <a:pt x="956" y="196"/>
                  <a:pt x="956" y="196"/>
                  <a:pt x="956" y="196"/>
                </a:cubicBezTo>
                <a:cubicBezTo>
                  <a:pt x="956" y="196"/>
                  <a:pt x="956" y="196"/>
                  <a:pt x="956" y="196"/>
                </a:cubicBezTo>
                <a:cubicBezTo>
                  <a:pt x="953" y="195"/>
                  <a:pt x="953" y="195"/>
                  <a:pt x="953" y="195"/>
                </a:cubicBezTo>
                <a:cubicBezTo>
                  <a:pt x="953" y="195"/>
                  <a:pt x="953" y="195"/>
                  <a:pt x="953" y="195"/>
                </a:cubicBezTo>
                <a:cubicBezTo>
                  <a:pt x="950" y="194"/>
                  <a:pt x="950" y="194"/>
                  <a:pt x="950" y="194"/>
                </a:cubicBezTo>
                <a:cubicBezTo>
                  <a:pt x="950" y="194"/>
                  <a:pt x="950" y="194"/>
                  <a:pt x="950" y="194"/>
                </a:cubicBezTo>
                <a:cubicBezTo>
                  <a:pt x="946" y="194"/>
                  <a:pt x="946" y="194"/>
                  <a:pt x="946" y="194"/>
                </a:cubicBezTo>
                <a:cubicBezTo>
                  <a:pt x="946" y="194"/>
                  <a:pt x="946" y="194"/>
                  <a:pt x="946" y="194"/>
                </a:cubicBezTo>
                <a:cubicBezTo>
                  <a:pt x="943" y="194"/>
                  <a:pt x="943" y="194"/>
                  <a:pt x="943" y="194"/>
                </a:cubicBezTo>
                <a:cubicBezTo>
                  <a:pt x="943" y="194"/>
                  <a:pt x="943" y="194"/>
                  <a:pt x="943" y="194"/>
                </a:cubicBezTo>
                <a:cubicBezTo>
                  <a:pt x="939" y="194"/>
                  <a:pt x="939" y="194"/>
                  <a:pt x="939" y="194"/>
                </a:cubicBezTo>
                <a:cubicBezTo>
                  <a:pt x="939" y="194"/>
                  <a:pt x="939" y="194"/>
                  <a:pt x="939" y="194"/>
                </a:cubicBezTo>
                <a:cubicBezTo>
                  <a:pt x="936" y="194"/>
                  <a:pt x="936" y="194"/>
                  <a:pt x="936" y="194"/>
                </a:cubicBezTo>
                <a:cubicBezTo>
                  <a:pt x="936" y="194"/>
                  <a:pt x="936" y="194"/>
                  <a:pt x="936" y="194"/>
                </a:cubicBezTo>
                <a:cubicBezTo>
                  <a:pt x="927" y="198"/>
                  <a:pt x="927" y="198"/>
                  <a:pt x="927" y="198"/>
                </a:cubicBezTo>
                <a:cubicBezTo>
                  <a:pt x="927" y="198"/>
                  <a:pt x="927" y="198"/>
                  <a:pt x="927" y="198"/>
                </a:cubicBezTo>
                <a:cubicBezTo>
                  <a:pt x="918" y="200"/>
                  <a:pt x="918" y="200"/>
                  <a:pt x="918" y="200"/>
                </a:cubicBezTo>
                <a:cubicBezTo>
                  <a:pt x="918" y="200"/>
                  <a:pt x="918" y="200"/>
                  <a:pt x="918" y="200"/>
                </a:cubicBezTo>
                <a:cubicBezTo>
                  <a:pt x="910" y="202"/>
                  <a:pt x="910" y="202"/>
                  <a:pt x="910" y="202"/>
                </a:cubicBezTo>
                <a:cubicBezTo>
                  <a:pt x="910" y="202"/>
                  <a:pt x="910" y="202"/>
                  <a:pt x="910" y="202"/>
                </a:cubicBezTo>
                <a:cubicBezTo>
                  <a:pt x="901" y="203"/>
                  <a:pt x="901" y="203"/>
                  <a:pt x="901" y="203"/>
                </a:cubicBezTo>
                <a:cubicBezTo>
                  <a:pt x="901" y="203"/>
                  <a:pt x="901" y="203"/>
                  <a:pt x="901" y="203"/>
                </a:cubicBezTo>
                <a:cubicBezTo>
                  <a:pt x="892" y="205"/>
                  <a:pt x="892" y="205"/>
                  <a:pt x="892" y="205"/>
                </a:cubicBezTo>
                <a:cubicBezTo>
                  <a:pt x="892" y="205"/>
                  <a:pt x="892" y="205"/>
                  <a:pt x="892" y="205"/>
                </a:cubicBezTo>
                <a:cubicBezTo>
                  <a:pt x="884" y="206"/>
                  <a:pt x="884" y="206"/>
                  <a:pt x="884" y="206"/>
                </a:cubicBezTo>
                <a:cubicBezTo>
                  <a:pt x="884" y="206"/>
                  <a:pt x="884" y="206"/>
                  <a:pt x="884" y="206"/>
                </a:cubicBezTo>
                <a:cubicBezTo>
                  <a:pt x="875" y="207"/>
                  <a:pt x="875" y="207"/>
                  <a:pt x="875" y="207"/>
                </a:cubicBezTo>
                <a:cubicBezTo>
                  <a:pt x="875" y="207"/>
                  <a:pt x="875" y="207"/>
                  <a:pt x="875" y="207"/>
                </a:cubicBezTo>
                <a:cubicBezTo>
                  <a:pt x="867" y="207"/>
                  <a:pt x="867" y="207"/>
                  <a:pt x="867" y="207"/>
                </a:cubicBezTo>
                <a:cubicBezTo>
                  <a:pt x="867" y="207"/>
                  <a:pt x="867" y="207"/>
                  <a:pt x="867" y="207"/>
                </a:cubicBezTo>
                <a:cubicBezTo>
                  <a:pt x="865" y="207"/>
                  <a:pt x="865" y="207"/>
                  <a:pt x="865" y="207"/>
                </a:cubicBezTo>
                <a:cubicBezTo>
                  <a:pt x="865" y="207"/>
                  <a:pt x="865" y="207"/>
                  <a:pt x="865" y="207"/>
                </a:cubicBezTo>
                <a:cubicBezTo>
                  <a:pt x="863" y="207"/>
                  <a:pt x="863" y="207"/>
                  <a:pt x="863" y="207"/>
                </a:cubicBezTo>
                <a:cubicBezTo>
                  <a:pt x="863" y="207"/>
                  <a:pt x="863" y="207"/>
                  <a:pt x="863" y="207"/>
                </a:cubicBezTo>
                <a:cubicBezTo>
                  <a:pt x="861" y="207"/>
                  <a:pt x="861" y="207"/>
                  <a:pt x="861" y="207"/>
                </a:cubicBezTo>
                <a:cubicBezTo>
                  <a:pt x="861" y="207"/>
                  <a:pt x="861" y="207"/>
                  <a:pt x="861" y="207"/>
                </a:cubicBezTo>
                <a:cubicBezTo>
                  <a:pt x="859" y="207"/>
                  <a:pt x="859" y="207"/>
                  <a:pt x="859" y="207"/>
                </a:cubicBezTo>
                <a:cubicBezTo>
                  <a:pt x="859" y="207"/>
                  <a:pt x="859" y="207"/>
                  <a:pt x="859" y="207"/>
                </a:cubicBezTo>
                <a:cubicBezTo>
                  <a:pt x="857" y="207"/>
                  <a:pt x="857" y="207"/>
                  <a:pt x="857" y="207"/>
                </a:cubicBezTo>
                <a:cubicBezTo>
                  <a:pt x="857" y="207"/>
                  <a:pt x="857" y="207"/>
                  <a:pt x="857" y="207"/>
                </a:cubicBezTo>
                <a:cubicBezTo>
                  <a:pt x="855" y="207"/>
                  <a:pt x="855" y="207"/>
                  <a:pt x="855" y="207"/>
                </a:cubicBezTo>
                <a:cubicBezTo>
                  <a:pt x="855" y="207"/>
                  <a:pt x="855" y="207"/>
                  <a:pt x="855" y="207"/>
                </a:cubicBezTo>
                <a:cubicBezTo>
                  <a:pt x="853" y="206"/>
                  <a:pt x="853" y="206"/>
                  <a:pt x="853" y="206"/>
                </a:cubicBezTo>
                <a:cubicBezTo>
                  <a:pt x="853" y="206"/>
                  <a:pt x="853" y="206"/>
                  <a:pt x="853" y="206"/>
                </a:cubicBezTo>
                <a:cubicBezTo>
                  <a:pt x="852" y="204"/>
                  <a:pt x="852" y="204"/>
                  <a:pt x="852" y="204"/>
                </a:cubicBezTo>
                <a:cubicBezTo>
                  <a:pt x="852" y="204"/>
                  <a:pt x="852" y="204"/>
                  <a:pt x="852" y="204"/>
                </a:cubicBezTo>
                <a:cubicBezTo>
                  <a:pt x="849" y="203"/>
                  <a:pt x="849" y="203"/>
                  <a:pt x="849" y="203"/>
                </a:cubicBezTo>
                <a:cubicBezTo>
                  <a:pt x="849" y="203"/>
                  <a:pt x="849" y="203"/>
                  <a:pt x="849" y="203"/>
                </a:cubicBezTo>
                <a:cubicBezTo>
                  <a:pt x="847" y="200"/>
                  <a:pt x="847" y="200"/>
                  <a:pt x="847" y="200"/>
                </a:cubicBezTo>
                <a:cubicBezTo>
                  <a:pt x="847" y="200"/>
                  <a:pt x="847" y="200"/>
                  <a:pt x="847" y="200"/>
                </a:cubicBezTo>
                <a:cubicBezTo>
                  <a:pt x="844" y="199"/>
                  <a:pt x="844" y="199"/>
                  <a:pt x="844" y="199"/>
                </a:cubicBezTo>
                <a:cubicBezTo>
                  <a:pt x="844" y="199"/>
                  <a:pt x="844" y="199"/>
                  <a:pt x="844" y="199"/>
                </a:cubicBezTo>
                <a:cubicBezTo>
                  <a:pt x="842" y="196"/>
                  <a:pt x="842" y="196"/>
                  <a:pt x="842" y="196"/>
                </a:cubicBezTo>
                <a:cubicBezTo>
                  <a:pt x="842" y="196"/>
                  <a:pt x="842" y="196"/>
                  <a:pt x="842" y="196"/>
                </a:cubicBezTo>
                <a:cubicBezTo>
                  <a:pt x="839" y="194"/>
                  <a:pt x="839" y="194"/>
                  <a:pt x="839" y="194"/>
                </a:cubicBezTo>
                <a:cubicBezTo>
                  <a:pt x="839" y="194"/>
                  <a:pt x="839" y="194"/>
                  <a:pt x="839" y="194"/>
                </a:cubicBezTo>
                <a:cubicBezTo>
                  <a:pt x="838" y="191"/>
                  <a:pt x="838" y="191"/>
                  <a:pt x="838" y="191"/>
                </a:cubicBezTo>
                <a:cubicBezTo>
                  <a:pt x="838" y="191"/>
                  <a:pt x="838" y="191"/>
                  <a:pt x="838" y="191"/>
                </a:cubicBezTo>
                <a:cubicBezTo>
                  <a:pt x="836" y="188"/>
                  <a:pt x="836" y="188"/>
                  <a:pt x="836" y="188"/>
                </a:cubicBezTo>
                <a:cubicBezTo>
                  <a:pt x="836" y="188"/>
                  <a:pt x="836" y="188"/>
                  <a:pt x="836" y="188"/>
                </a:cubicBezTo>
                <a:cubicBezTo>
                  <a:pt x="836" y="184"/>
                  <a:pt x="836" y="184"/>
                  <a:pt x="836" y="184"/>
                </a:cubicBezTo>
                <a:cubicBezTo>
                  <a:pt x="836" y="184"/>
                  <a:pt x="836" y="184"/>
                  <a:pt x="836" y="184"/>
                </a:cubicBezTo>
                <a:cubicBezTo>
                  <a:pt x="836" y="183"/>
                  <a:pt x="836" y="183"/>
                  <a:pt x="836" y="183"/>
                </a:cubicBezTo>
                <a:cubicBezTo>
                  <a:pt x="836" y="183"/>
                  <a:pt x="836" y="183"/>
                  <a:pt x="836" y="183"/>
                </a:cubicBezTo>
                <a:cubicBezTo>
                  <a:pt x="838" y="182"/>
                  <a:pt x="838" y="182"/>
                  <a:pt x="838" y="182"/>
                </a:cubicBezTo>
                <a:cubicBezTo>
                  <a:pt x="838" y="182"/>
                  <a:pt x="838" y="182"/>
                  <a:pt x="838" y="182"/>
                </a:cubicBezTo>
                <a:cubicBezTo>
                  <a:pt x="839" y="181"/>
                  <a:pt x="839" y="181"/>
                  <a:pt x="839" y="181"/>
                </a:cubicBezTo>
                <a:cubicBezTo>
                  <a:pt x="839" y="181"/>
                  <a:pt x="839" y="181"/>
                  <a:pt x="839" y="181"/>
                </a:cubicBezTo>
                <a:cubicBezTo>
                  <a:pt x="840" y="179"/>
                  <a:pt x="840" y="179"/>
                  <a:pt x="840" y="179"/>
                </a:cubicBezTo>
                <a:cubicBezTo>
                  <a:pt x="840" y="179"/>
                  <a:pt x="840" y="179"/>
                  <a:pt x="840" y="179"/>
                </a:cubicBezTo>
                <a:cubicBezTo>
                  <a:pt x="840" y="178"/>
                  <a:pt x="840" y="178"/>
                  <a:pt x="840" y="178"/>
                </a:cubicBezTo>
                <a:cubicBezTo>
                  <a:pt x="840" y="178"/>
                  <a:pt x="840" y="178"/>
                  <a:pt x="840" y="178"/>
                </a:cubicBezTo>
                <a:cubicBezTo>
                  <a:pt x="842" y="177"/>
                  <a:pt x="842" y="177"/>
                  <a:pt x="842" y="177"/>
                </a:cubicBezTo>
                <a:cubicBezTo>
                  <a:pt x="842" y="177"/>
                  <a:pt x="842" y="177"/>
                  <a:pt x="842" y="177"/>
                </a:cubicBezTo>
                <a:cubicBezTo>
                  <a:pt x="843" y="176"/>
                  <a:pt x="843" y="176"/>
                  <a:pt x="843" y="176"/>
                </a:cubicBezTo>
                <a:cubicBezTo>
                  <a:pt x="843" y="176"/>
                  <a:pt x="843" y="176"/>
                  <a:pt x="843" y="176"/>
                </a:cubicBezTo>
                <a:cubicBezTo>
                  <a:pt x="845" y="174"/>
                  <a:pt x="845" y="174"/>
                  <a:pt x="845" y="174"/>
                </a:cubicBezTo>
                <a:cubicBezTo>
                  <a:pt x="845" y="174"/>
                  <a:pt x="845" y="174"/>
                  <a:pt x="845" y="174"/>
                </a:cubicBezTo>
                <a:cubicBezTo>
                  <a:pt x="847" y="177"/>
                  <a:pt x="847" y="177"/>
                  <a:pt x="847" y="177"/>
                </a:cubicBezTo>
                <a:cubicBezTo>
                  <a:pt x="847" y="177"/>
                  <a:pt x="847" y="177"/>
                  <a:pt x="847" y="177"/>
                </a:cubicBezTo>
                <a:cubicBezTo>
                  <a:pt x="850" y="178"/>
                  <a:pt x="850" y="178"/>
                  <a:pt x="850" y="178"/>
                </a:cubicBezTo>
                <a:cubicBezTo>
                  <a:pt x="850" y="178"/>
                  <a:pt x="850" y="178"/>
                  <a:pt x="850" y="178"/>
                </a:cubicBezTo>
                <a:cubicBezTo>
                  <a:pt x="854" y="179"/>
                  <a:pt x="854" y="179"/>
                  <a:pt x="854" y="179"/>
                </a:cubicBezTo>
                <a:cubicBezTo>
                  <a:pt x="854" y="179"/>
                  <a:pt x="854" y="179"/>
                  <a:pt x="854" y="179"/>
                </a:cubicBezTo>
                <a:cubicBezTo>
                  <a:pt x="858" y="179"/>
                  <a:pt x="858" y="179"/>
                  <a:pt x="858" y="179"/>
                </a:cubicBezTo>
                <a:cubicBezTo>
                  <a:pt x="858" y="179"/>
                  <a:pt x="858" y="179"/>
                  <a:pt x="858" y="179"/>
                </a:cubicBezTo>
                <a:cubicBezTo>
                  <a:pt x="862" y="180"/>
                  <a:pt x="862" y="180"/>
                  <a:pt x="862" y="180"/>
                </a:cubicBezTo>
                <a:cubicBezTo>
                  <a:pt x="862" y="180"/>
                  <a:pt x="862" y="180"/>
                  <a:pt x="862" y="180"/>
                </a:cubicBezTo>
                <a:cubicBezTo>
                  <a:pt x="866" y="180"/>
                  <a:pt x="866" y="180"/>
                  <a:pt x="866" y="180"/>
                </a:cubicBezTo>
                <a:cubicBezTo>
                  <a:pt x="866" y="180"/>
                  <a:pt x="866" y="180"/>
                  <a:pt x="866" y="180"/>
                </a:cubicBezTo>
                <a:cubicBezTo>
                  <a:pt x="870" y="181"/>
                  <a:pt x="870" y="181"/>
                  <a:pt x="870" y="181"/>
                </a:cubicBezTo>
                <a:cubicBezTo>
                  <a:pt x="870" y="181"/>
                  <a:pt x="870" y="181"/>
                  <a:pt x="870" y="181"/>
                </a:cubicBezTo>
                <a:cubicBezTo>
                  <a:pt x="874" y="181"/>
                  <a:pt x="874" y="181"/>
                  <a:pt x="874" y="181"/>
                </a:cubicBezTo>
                <a:cubicBezTo>
                  <a:pt x="874" y="181"/>
                  <a:pt x="874" y="181"/>
                  <a:pt x="874" y="181"/>
                </a:cubicBezTo>
                <a:cubicBezTo>
                  <a:pt x="941" y="179"/>
                  <a:pt x="941" y="179"/>
                  <a:pt x="941" y="179"/>
                </a:cubicBezTo>
                <a:cubicBezTo>
                  <a:pt x="941" y="179"/>
                  <a:pt x="941" y="179"/>
                  <a:pt x="941" y="179"/>
                </a:cubicBezTo>
                <a:cubicBezTo>
                  <a:pt x="976" y="176"/>
                  <a:pt x="976" y="176"/>
                  <a:pt x="976" y="176"/>
                </a:cubicBezTo>
                <a:cubicBezTo>
                  <a:pt x="976" y="176"/>
                  <a:pt x="976" y="176"/>
                  <a:pt x="976" y="176"/>
                </a:cubicBezTo>
                <a:cubicBezTo>
                  <a:pt x="979" y="180"/>
                  <a:pt x="979" y="180"/>
                  <a:pt x="979" y="180"/>
                </a:cubicBezTo>
                <a:cubicBezTo>
                  <a:pt x="979" y="180"/>
                  <a:pt x="979" y="180"/>
                  <a:pt x="979" y="180"/>
                </a:cubicBezTo>
                <a:cubicBezTo>
                  <a:pt x="983" y="183"/>
                  <a:pt x="983" y="183"/>
                  <a:pt x="983" y="183"/>
                </a:cubicBezTo>
                <a:cubicBezTo>
                  <a:pt x="983" y="183"/>
                  <a:pt x="983" y="183"/>
                  <a:pt x="983" y="183"/>
                </a:cubicBezTo>
                <a:cubicBezTo>
                  <a:pt x="985" y="186"/>
                  <a:pt x="985" y="186"/>
                  <a:pt x="985" y="186"/>
                </a:cubicBezTo>
                <a:cubicBezTo>
                  <a:pt x="985" y="186"/>
                  <a:pt x="985" y="186"/>
                  <a:pt x="985" y="186"/>
                </a:cubicBezTo>
                <a:cubicBezTo>
                  <a:pt x="988" y="190"/>
                  <a:pt x="988" y="190"/>
                  <a:pt x="988" y="190"/>
                </a:cubicBezTo>
                <a:cubicBezTo>
                  <a:pt x="988" y="190"/>
                  <a:pt x="988" y="190"/>
                  <a:pt x="988" y="190"/>
                </a:cubicBezTo>
                <a:cubicBezTo>
                  <a:pt x="988" y="195"/>
                  <a:pt x="988" y="195"/>
                  <a:pt x="988" y="195"/>
                </a:cubicBezTo>
                <a:cubicBezTo>
                  <a:pt x="988" y="195"/>
                  <a:pt x="988" y="195"/>
                  <a:pt x="988" y="195"/>
                </a:cubicBezTo>
                <a:cubicBezTo>
                  <a:pt x="989" y="200"/>
                  <a:pt x="989" y="200"/>
                  <a:pt x="989" y="200"/>
                </a:cubicBezTo>
                <a:cubicBezTo>
                  <a:pt x="989" y="200"/>
                  <a:pt x="989" y="200"/>
                  <a:pt x="989" y="200"/>
                </a:cubicBezTo>
                <a:cubicBezTo>
                  <a:pt x="989" y="204"/>
                  <a:pt x="989" y="204"/>
                  <a:pt x="989" y="204"/>
                </a:cubicBezTo>
                <a:cubicBezTo>
                  <a:pt x="989" y="204"/>
                  <a:pt x="989" y="204"/>
                  <a:pt x="989" y="204"/>
                </a:cubicBezTo>
                <a:cubicBezTo>
                  <a:pt x="989" y="208"/>
                  <a:pt x="989" y="208"/>
                  <a:pt x="989" y="208"/>
                </a:cubicBezTo>
                <a:cubicBezTo>
                  <a:pt x="989" y="208"/>
                  <a:pt x="989" y="208"/>
                  <a:pt x="989" y="208"/>
                </a:cubicBezTo>
                <a:cubicBezTo>
                  <a:pt x="987" y="212"/>
                  <a:pt x="987" y="212"/>
                  <a:pt x="987" y="212"/>
                </a:cubicBezTo>
                <a:cubicBezTo>
                  <a:pt x="987" y="212"/>
                  <a:pt x="987" y="212"/>
                  <a:pt x="987" y="212"/>
                </a:cubicBezTo>
                <a:cubicBezTo>
                  <a:pt x="986" y="214"/>
                  <a:pt x="986" y="214"/>
                  <a:pt x="986" y="214"/>
                </a:cubicBezTo>
                <a:cubicBezTo>
                  <a:pt x="986" y="214"/>
                  <a:pt x="986" y="214"/>
                  <a:pt x="986" y="214"/>
                </a:cubicBezTo>
                <a:cubicBezTo>
                  <a:pt x="984" y="215"/>
                  <a:pt x="984" y="215"/>
                  <a:pt x="984" y="215"/>
                </a:cubicBezTo>
                <a:cubicBezTo>
                  <a:pt x="984" y="215"/>
                  <a:pt x="984" y="215"/>
                  <a:pt x="984" y="215"/>
                </a:cubicBezTo>
                <a:cubicBezTo>
                  <a:pt x="983" y="216"/>
                  <a:pt x="983" y="216"/>
                  <a:pt x="983" y="216"/>
                </a:cubicBezTo>
                <a:cubicBezTo>
                  <a:pt x="983" y="216"/>
                  <a:pt x="983" y="216"/>
                  <a:pt x="983" y="216"/>
                </a:cubicBezTo>
                <a:cubicBezTo>
                  <a:pt x="979" y="219"/>
                  <a:pt x="979" y="219"/>
                  <a:pt x="979" y="219"/>
                </a:cubicBezTo>
                <a:cubicBezTo>
                  <a:pt x="979" y="219"/>
                  <a:pt x="979" y="219"/>
                  <a:pt x="979" y="219"/>
                </a:cubicBezTo>
                <a:cubicBezTo>
                  <a:pt x="977" y="221"/>
                  <a:pt x="977" y="221"/>
                  <a:pt x="977" y="221"/>
                </a:cubicBezTo>
                <a:cubicBezTo>
                  <a:pt x="977" y="221"/>
                  <a:pt x="977" y="221"/>
                  <a:pt x="977" y="221"/>
                </a:cubicBezTo>
                <a:cubicBezTo>
                  <a:pt x="975" y="223"/>
                  <a:pt x="975" y="223"/>
                  <a:pt x="975" y="223"/>
                </a:cubicBezTo>
                <a:cubicBezTo>
                  <a:pt x="975" y="223"/>
                  <a:pt x="975" y="223"/>
                  <a:pt x="975" y="223"/>
                </a:cubicBezTo>
                <a:cubicBezTo>
                  <a:pt x="975" y="225"/>
                  <a:pt x="975" y="225"/>
                  <a:pt x="975" y="225"/>
                </a:cubicBezTo>
                <a:cubicBezTo>
                  <a:pt x="975" y="225"/>
                  <a:pt x="975" y="225"/>
                  <a:pt x="975" y="225"/>
                </a:cubicBezTo>
                <a:cubicBezTo>
                  <a:pt x="969" y="231"/>
                  <a:pt x="969" y="231"/>
                  <a:pt x="969" y="231"/>
                </a:cubicBezTo>
                <a:cubicBezTo>
                  <a:pt x="969" y="231"/>
                  <a:pt x="969" y="231"/>
                  <a:pt x="969" y="231"/>
                </a:cubicBezTo>
                <a:cubicBezTo>
                  <a:pt x="964" y="237"/>
                  <a:pt x="964" y="237"/>
                  <a:pt x="964" y="237"/>
                </a:cubicBezTo>
                <a:cubicBezTo>
                  <a:pt x="964" y="237"/>
                  <a:pt x="964" y="237"/>
                  <a:pt x="964" y="237"/>
                </a:cubicBezTo>
                <a:cubicBezTo>
                  <a:pt x="957" y="243"/>
                  <a:pt x="957" y="243"/>
                  <a:pt x="957" y="243"/>
                </a:cubicBezTo>
                <a:cubicBezTo>
                  <a:pt x="957" y="243"/>
                  <a:pt x="957" y="243"/>
                  <a:pt x="957" y="243"/>
                </a:cubicBezTo>
                <a:cubicBezTo>
                  <a:pt x="953" y="249"/>
                  <a:pt x="953" y="249"/>
                  <a:pt x="953" y="249"/>
                </a:cubicBezTo>
                <a:cubicBezTo>
                  <a:pt x="953" y="249"/>
                  <a:pt x="953" y="249"/>
                  <a:pt x="953" y="249"/>
                </a:cubicBezTo>
                <a:cubicBezTo>
                  <a:pt x="947" y="256"/>
                  <a:pt x="947" y="256"/>
                  <a:pt x="947" y="256"/>
                </a:cubicBezTo>
                <a:cubicBezTo>
                  <a:pt x="947" y="256"/>
                  <a:pt x="947" y="256"/>
                  <a:pt x="947" y="256"/>
                </a:cubicBezTo>
                <a:cubicBezTo>
                  <a:pt x="942" y="261"/>
                  <a:pt x="942" y="261"/>
                  <a:pt x="942" y="261"/>
                </a:cubicBezTo>
                <a:cubicBezTo>
                  <a:pt x="942" y="261"/>
                  <a:pt x="942" y="261"/>
                  <a:pt x="942" y="261"/>
                </a:cubicBezTo>
                <a:cubicBezTo>
                  <a:pt x="935" y="266"/>
                  <a:pt x="935" y="266"/>
                  <a:pt x="935" y="266"/>
                </a:cubicBezTo>
                <a:cubicBezTo>
                  <a:pt x="935" y="266"/>
                  <a:pt x="935" y="266"/>
                  <a:pt x="935" y="266"/>
                </a:cubicBezTo>
                <a:cubicBezTo>
                  <a:pt x="929" y="269"/>
                  <a:pt x="929" y="269"/>
                  <a:pt x="929" y="269"/>
                </a:cubicBezTo>
                <a:cubicBezTo>
                  <a:pt x="929" y="269"/>
                  <a:pt x="929" y="269"/>
                  <a:pt x="929" y="269"/>
                </a:cubicBezTo>
                <a:cubicBezTo>
                  <a:pt x="906" y="308"/>
                  <a:pt x="906" y="308"/>
                  <a:pt x="906" y="308"/>
                </a:cubicBezTo>
                <a:cubicBezTo>
                  <a:pt x="906" y="308"/>
                  <a:pt x="906" y="308"/>
                  <a:pt x="906" y="308"/>
                </a:cubicBezTo>
                <a:cubicBezTo>
                  <a:pt x="908" y="313"/>
                  <a:pt x="908" y="313"/>
                  <a:pt x="908" y="313"/>
                </a:cubicBezTo>
                <a:cubicBezTo>
                  <a:pt x="908" y="313"/>
                  <a:pt x="908" y="313"/>
                  <a:pt x="908" y="313"/>
                </a:cubicBezTo>
                <a:cubicBezTo>
                  <a:pt x="914" y="315"/>
                  <a:pt x="914" y="315"/>
                  <a:pt x="914" y="315"/>
                </a:cubicBezTo>
                <a:cubicBezTo>
                  <a:pt x="914" y="315"/>
                  <a:pt x="914" y="315"/>
                  <a:pt x="914" y="315"/>
                </a:cubicBezTo>
                <a:cubicBezTo>
                  <a:pt x="921" y="314"/>
                  <a:pt x="921" y="314"/>
                  <a:pt x="921" y="314"/>
                </a:cubicBezTo>
                <a:cubicBezTo>
                  <a:pt x="921" y="314"/>
                  <a:pt x="921" y="314"/>
                  <a:pt x="921" y="314"/>
                </a:cubicBezTo>
                <a:cubicBezTo>
                  <a:pt x="927" y="312"/>
                  <a:pt x="927" y="312"/>
                  <a:pt x="927" y="312"/>
                </a:cubicBezTo>
                <a:cubicBezTo>
                  <a:pt x="927" y="312"/>
                  <a:pt x="927" y="312"/>
                  <a:pt x="927" y="312"/>
                </a:cubicBezTo>
                <a:cubicBezTo>
                  <a:pt x="934" y="310"/>
                  <a:pt x="934" y="310"/>
                  <a:pt x="934" y="310"/>
                </a:cubicBezTo>
                <a:cubicBezTo>
                  <a:pt x="934" y="310"/>
                  <a:pt x="934" y="310"/>
                  <a:pt x="934" y="310"/>
                </a:cubicBezTo>
                <a:cubicBezTo>
                  <a:pt x="941" y="307"/>
                  <a:pt x="941" y="307"/>
                  <a:pt x="941" y="307"/>
                </a:cubicBezTo>
                <a:cubicBezTo>
                  <a:pt x="941" y="307"/>
                  <a:pt x="941" y="307"/>
                  <a:pt x="941" y="307"/>
                </a:cubicBezTo>
                <a:cubicBezTo>
                  <a:pt x="947" y="304"/>
                  <a:pt x="947" y="304"/>
                  <a:pt x="947" y="304"/>
                </a:cubicBezTo>
                <a:cubicBezTo>
                  <a:pt x="947" y="304"/>
                  <a:pt x="947" y="304"/>
                  <a:pt x="947" y="304"/>
                </a:cubicBezTo>
                <a:cubicBezTo>
                  <a:pt x="953" y="302"/>
                  <a:pt x="953" y="302"/>
                  <a:pt x="953" y="302"/>
                </a:cubicBezTo>
                <a:cubicBezTo>
                  <a:pt x="953" y="302"/>
                  <a:pt x="953" y="302"/>
                  <a:pt x="953" y="302"/>
                </a:cubicBezTo>
                <a:cubicBezTo>
                  <a:pt x="960" y="299"/>
                  <a:pt x="960" y="299"/>
                  <a:pt x="960" y="299"/>
                </a:cubicBezTo>
                <a:cubicBezTo>
                  <a:pt x="960" y="299"/>
                  <a:pt x="960" y="299"/>
                  <a:pt x="960" y="299"/>
                </a:cubicBezTo>
                <a:cubicBezTo>
                  <a:pt x="960" y="301"/>
                  <a:pt x="960" y="301"/>
                  <a:pt x="960" y="301"/>
                </a:cubicBezTo>
                <a:cubicBezTo>
                  <a:pt x="960" y="301"/>
                  <a:pt x="960" y="301"/>
                  <a:pt x="960" y="301"/>
                </a:cubicBezTo>
                <a:cubicBezTo>
                  <a:pt x="963" y="303"/>
                  <a:pt x="963" y="303"/>
                  <a:pt x="963" y="303"/>
                </a:cubicBezTo>
                <a:cubicBezTo>
                  <a:pt x="963" y="303"/>
                  <a:pt x="963" y="303"/>
                  <a:pt x="963" y="303"/>
                </a:cubicBezTo>
                <a:cubicBezTo>
                  <a:pt x="963" y="305"/>
                  <a:pt x="963" y="305"/>
                  <a:pt x="963" y="305"/>
                </a:cubicBezTo>
                <a:cubicBezTo>
                  <a:pt x="963" y="305"/>
                  <a:pt x="963" y="305"/>
                  <a:pt x="963" y="305"/>
                </a:cubicBezTo>
                <a:cubicBezTo>
                  <a:pt x="965" y="307"/>
                  <a:pt x="965" y="307"/>
                  <a:pt x="965" y="307"/>
                </a:cubicBezTo>
                <a:cubicBezTo>
                  <a:pt x="965" y="307"/>
                  <a:pt x="965" y="307"/>
                  <a:pt x="965" y="307"/>
                </a:cubicBezTo>
                <a:cubicBezTo>
                  <a:pt x="965" y="310"/>
                  <a:pt x="965" y="310"/>
                  <a:pt x="965" y="310"/>
                </a:cubicBezTo>
                <a:cubicBezTo>
                  <a:pt x="965" y="310"/>
                  <a:pt x="965" y="310"/>
                  <a:pt x="965" y="310"/>
                </a:cubicBezTo>
                <a:cubicBezTo>
                  <a:pt x="965" y="311"/>
                  <a:pt x="965" y="311"/>
                  <a:pt x="965" y="311"/>
                </a:cubicBezTo>
                <a:cubicBezTo>
                  <a:pt x="965" y="311"/>
                  <a:pt x="965" y="311"/>
                  <a:pt x="965" y="311"/>
                </a:cubicBezTo>
                <a:cubicBezTo>
                  <a:pt x="965" y="313"/>
                  <a:pt x="965" y="313"/>
                  <a:pt x="965" y="313"/>
                </a:cubicBezTo>
                <a:cubicBezTo>
                  <a:pt x="965" y="313"/>
                  <a:pt x="965" y="313"/>
                  <a:pt x="965" y="313"/>
                </a:cubicBezTo>
                <a:cubicBezTo>
                  <a:pt x="966" y="315"/>
                  <a:pt x="966" y="315"/>
                  <a:pt x="966" y="315"/>
                </a:cubicBezTo>
                <a:cubicBezTo>
                  <a:pt x="966" y="315"/>
                  <a:pt x="966" y="315"/>
                  <a:pt x="966" y="315"/>
                </a:cubicBezTo>
                <a:cubicBezTo>
                  <a:pt x="964" y="317"/>
                  <a:pt x="964" y="317"/>
                  <a:pt x="964" y="317"/>
                </a:cubicBezTo>
                <a:cubicBezTo>
                  <a:pt x="964" y="317"/>
                  <a:pt x="964" y="317"/>
                  <a:pt x="964" y="317"/>
                </a:cubicBezTo>
                <a:cubicBezTo>
                  <a:pt x="961" y="318"/>
                  <a:pt x="961" y="318"/>
                  <a:pt x="961" y="318"/>
                </a:cubicBezTo>
                <a:cubicBezTo>
                  <a:pt x="961" y="318"/>
                  <a:pt x="961" y="318"/>
                  <a:pt x="961" y="318"/>
                </a:cubicBezTo>
                <a:cubicBezTo>
                  <a:pt x="960" y="318"/>
                  <a:pt x="960" y="318"/>
                  <a:pt x="960" y="318"/>
                </a:cubicBezTo>
                <a:cubicBezTo>
                  <a:pt x="960" y="318"/>
                  <a:pt x="960" y="318"/>
                  <a:pt x="960" y="318"/>
                </a:cubicBezTo>
                <a:cubicBezTo>
                  <a:pt x="959" y="318"/>
                  <a:pt x="959" y="318"/>
                  <a:pt x="959" y="318"/>
                </a:cubicBezTo>
                <a:cubicBezTo>
                  <a:pt x="959" y="318"/>
                  <a:pt x="959" y="318"/>
                  <a:pt x="959" y="318"/>
                </a:cubicBezTo>
                <a:cubicBezTo>
                  <a:pt x="956" y="319"/>
                  <a:pt x="956" y="319"/>
                  <a:pt x="956" y="319"/>
                </a:cubicBezTo>
                <a:cubicBezTo>
                  <a:pt x="956" y="319"/>
                  <a:pt x="956" y="319"/>
                  <a:pt x="956" y="319"/>
                </a:cubicBezTo>
                <a:cubicBezTo>
                  <a:pt x="955" y="319"/>
                  <a:pt x="955" y="319"/>
                  <a:pt x="955" y="319"/>
                </a:cubicBezTo>
                <a:cubicBezTo>
                  <a:pt x="955" y="319"/>
                  <a:pt x="955" y="319"/>
                  <a:pt x="955" y="319"/>
                </a:cubicBezTo>
                <a:cubicBezTo>
                  <a:pt x="953" y="320"/>
                  <a:pt x="953" y="320"/>
                  <a:pt x="953" y="320"/>
                </a:cubicBezTo>
                <a:cubicBezTo>
                  <a:pt x="953" y="320"/>
                  <a:pt x="953" y="320"/>
                  <a:pt x="953" y="320"/>
                </a:cubicBezTo>
                <a:cubicBezTo>
                  <a:pt x="953" y="321"/>
                  <a:pt x="953" y="321"/>
                  <a:pt x="953" y="321"/>
                </a:cubicBezTo>
                <a:cubicBezTo>
                  <a:pt x="953" y="321"/>
                  <a:pt x="953" y="321"/>
                  <a:pt x="953" y="321"/>
                </a:cubicBezTo>
                <a:cubicBezTo>
                  <a:pt x="882" y="341"/>
                  <a:pt x="882" y="341"/>
                  <a:pt x="882" y="341"/>
                </a:cubicBezTo>
                <a:cubicBezTo>
                  <a:pt x="882" y="341"/>
                  <a:pt x="882" y="341"/>
                  <a:pt x="882" y="341"/>
                </a:cubicBezTo>
                <a:cubicBezTo>
                  <a:pt x="881" y="342"/>
                  <a:pt x="881" y="342"/>
                  <a:pt x="881" y="342"/>
                </a:cubicBezTo>
                <a:cubicBezTo>
                  <a:pt x="881" y="342"/>
                  <a:pt x="881" y="342"/>
                  <a:pt x="881" y="342"/>
                </a:cubicBezTo>
                <a:cubicBezTo>
                  <a:pt x="880" y="343"/>
                  <a:pt x="880" y="343"/>
                  <a:pt x="880" y="343"/>
                </a:cubicBezTo>
                <a:cubicBezTo>
                  <a:pt x="880" y="343"/>
                  <a:pt x="880" y="343"/>
                  <a:pt x="880" y="343"/>
                </a:cubicBezTo>
                <a:cubicBezTo>
                  <a:pt x="878" y="344"/>
                  <a:pt x="878" y="344"/>
                  <a:pt x="878" y="344"/>
                </a:cubicBezTo>
                <a:cubicBezTo>
                  <a:pt x="878" y="344"/>
                  <a:pt x="878" y="344"/>
                  <a:pt x="878" y="344"/>
                </a:cubicBezTo>
                <a:cubicBezTo>
                  <a:pt x="878" y="344"/>
                  <a:pt x="878" y="344"/>
                  <a:pt x="878" y="344"/>
                </a:cubicBezTo>
                <a:cubicBezTo>
                  <a:pt x="878" y="344"/>
                  <a:pt x="878" y="344"/>
                  <a:pt x="878" y="344"/>
                </a:cubicBezTo>
                <a:cubicBezTo>
                  <a:pt x="877" y="345"/>
                  <a:pt x="877" y="345"/>
                  <a:pt x="877" y="345"/>
                </a:cubicBezTo>
                <a:cubicBezTo>
                  <a:pt x="877" y="345"/>
                  <a:pt x="877" y="345"/>
                  <a:pt x="877" y="345"/>
                </a:cubicBezTo>
                <a:cubicBezTo>
                  <a:pt x="876" y="346"/>
                  <a:pt x="876" y="346"/>
                  <a:pt x="876" y="346"/>
                </a:cubicBezTo>
                <a:cubicBezTo>
                  <a:pt x="876" y="346"/>
                  <a:pt x="876" y="346"/>
                  <a:pt x="876" y="346"/>
                </a:cubicBezTo>
                <a:cubicBezTo>
                  <a:pt x="875" y="347"/>
                  <a:pt x="875" y="347"/>
                  <a:pt x="875" y="347"/>
                </a:cubicBezTo>
                <a:cubicBezTo>
                  <a:pt x="875" y="347"/>
                  <a:pt x="875" y="347"/>
                  <a:pt x="875" y="347"/>
                </a:cubicBezTo>
                <a:cubicBezTo>
                  <a:pt x="875" y="347"/>
                  <a:pt x="875" y="347"/>
                  <a:pt x="875" y="347"/>
                </a:cubicBezTo>
                <a:cubicBezTo>
                  <a:pt x="875" y="347"/>
                  <a:pt x="875" y="347"/>
                  <a:pt x="875" y="347"/>
                </a:cubicBezTo>
                <a:cubicBezTo>
                  <a:pt x="871" y="348"/>
                  <a:pt x="871" y="348"/>
                  <a:pt x="871" y="348"/>
                </a:cubicBezTo>
                <a:cubicBezTo>
                  <a:pt x="871" y="348"/>
                  <a:pt x="871" y="348"/>
                  <a:pt x="871" y="348"/>
                </a:cubicBezTo>
                <a:cubicBezTo>
                  <a:pt x="868" y="348"/>
                  <a:pt x="868" y="348"/>
                  <a:pt x="868" y="348"/>
                </a:cubicBezTo>
                <a:cubicBezTo>
                  <a:pt x="868" y="348"/>
                  <a:pt x="868" y="348"/>
                  <a:pt x="868" y="348"/>
                </a:cubicBezTo>
                <a:cubicBezTo>
                  <a:pt x="866" y="349"/>
                  <a:pt x="866" y="349"/>
                  <a:pt x="866" y="349"/>
                </a:cubicBezTo>
                <a:cubicBezTo>
                  <a:pt x="866" y="349"/>
                  <a:pt x="866" y="349"/>
                  <a:pt x="866" y="349"/>
                </a:cubicBezTo>
                <a:cubicBezTo>
                  <a:pt x="865" y="349"/>
                  <a:pt x="864" y="349"/>
                  <a:pt x="864" y="350"/>
                </a:cubicBezTo>
                <a:cubicBezTo>
                  <a:pt x="864" y="350"/>
                  <a:pt x="864" y="350"/>
                  <a:pt x="864" y="350"/>
                </a:cubicBezTo>
                <a:cubicBezTo>
                  <a:pt x="860" y="352"/>
                  <a:pt x="859" y="351"/>
                  <a:pt x="855" y="353"/>
                </a:cubicBezTo>
                <a:cubicBezTo>
                  <a:pt x="855" y="353"/>
                  <a:pt x="855" y="353"/>
                  <a:pt x="855" y="353"/>
                </a:cubicBezTo>
                <a:cubicBezTo>
                  <a:pt x="855" y="353"/>
                  <a:pt x="854" y="353"/>
                  <a:pt x="853" y="353"/>
                </a:cubicBezTo>
                <a:cubicBezTo>
                  <a:pt x="853" y="354"/>
                  <a:pt x="852" y="355"/>
                  <a:pt x="851" y="355"/>
                </a:cubicBezTo>
                <a:cubicBezTo>
                  <a:pt x="850" y="356"/>
                  <a:pt x="850" y="357"/>
                  <a:pt x="849" y="358"/>
                </a:cubicBezTo>
                <a:cubicBezTo>
                  <a:pt x="849" y="358"/>
                  <a:pt x="849" y="358"/>
                  <a:pt x="849" y="358"/>
                </a:cubicBezTo>
                <a:cubicBezTo>
                  <a:pt x="848" y="358"/>
                  <a:pt x="848" y="358"/>
                  <a:pt x="847" y="358"/>
                </a:cubicBezTo>
                <a:cubicBezTo>
                  <a:pt x="847" y="358"/>
                  <a:pt x="847" y="358"/>
                  <a:pt x="847" y="358"/>
                </a:cubicBezTo>
                <a:cubicBezTo>
                  <a:pt x="844" y="359"/>
                  <a:pt x="842" y="359"/>
                  <a:pt x="839" y="360"/>
                </a:cubicBezTo>
                <a:cubicBezTo>
                  <a:pt x="839" y="360"/>
                  <a:pt x="839" y="360"/>
                  <a:pt x="839" y="360"/>
                </a:cubicBezTo>
                <a:cubicBezTo>
                  <a:pt x="838" y="360"/>
                  <a:pt x="836" y="360"/>
                  <a:pt x="835" y="360"/>
                </a:cubicBezTo>
                <a:cubicBezTo>
                  <a:pt x="835" y="360"/>
                  <a:pt x="835" y="360"/>
                  <a:pt x="835" y="360"/>
                </a:cubicBezTo>
                <a:cubicBezTo>
                  <a:pt x="835" y="360"/>
                  <a:pt x="834" y="361"/>
                  <a:pt x="833" y="361"/>
                </a:cubicBezTo>
                <a:cubicBezTo>
                  <a:pt x="833" y="361"/>
                  <a:pt x="833" y="361"/>
                  <a:pt x="833" y="361"/>
                </a:cubicBezTo>
                <a:cubicBezTo>
                  <a:pt x="833" y="361"/>
                  <a:pt x="833" y="361"/>
                  <a:pt x="832" y="362"/>
                </a:cubicBezTo>
                <a:cubicBezTo>
                  <a:pt x="832" y="362"/>
                  <a:pt x="832" y="362"/>
                  <a:pt x="832" y="362"/>
                </a:cubicBezTo>
                <a:cubicBezTo>
                  <a:pt x="831" y="362"/>
                  <a:pt x="830" y="363"/>
                  <a:pt x="829" y="364"/>
                </a:cubicBezTo>
                <a:cubicBezTo>
                  <a:pt x="829" y="364"/>
                  <a:pt x="829" y="364"/>
                  <a:pt x="829" y="364"/>
                </a:cubicBezTo>
                <a:cubicBezTo>
                  <a:pt x="829" y="364"/>
                  <a:pt x="828" y="364"/>
                  <a:pt x="828" y="364"/>
                </a:cubicBezTo>
                <a:cubicBezTo>
                  <a:pt x="828" y="364"/>
                  <a:pt x="828" y="364"/>
                  <a:pt x="828" y="364"/>
                </a:cubicBezTo>
                <a:cubicBezTo>
                  <a:pt x="825" y="364"/>
                  <a:pt x="822" y="365"/>
                  <a:pt x="820" y="365"/>
                </a:cubicBezTo>
                <a:cubicBezTo>
                  <a:pt x="820" y="365"/>
                  <a:pt x="820" y="365"/>
                  <a:pt x="820" y="365"/>
                </a:cubicBezTo>
                <a:cubicBezTo>
                  <a:pt x="816" y="366"/>
                  <a:pt x="816" y="366"/>
                  <a:pt x="816" y="366"/>
                </a:cubicBezTo>
                <a:cubicBezTo>
                  <a:pt x="816" y="366"/>
                  <a:pt x="816" y="366"/>
                  <a:pt x="816" y="366"/>
                </a:cubicBezTo>
                <a:cubicBezTo>
                  <a:pt x="815" y="366"/>
                  <a:pt x="815" y="366"/>
                  <a:pt x="815" y="366"/>
                </a:cubicBezTo>
                <a:cubicBezTo>
                  <a:pt x="815" y="366"/>
                  <a:pt x="815" y="366"/>
                  <a:pt x="815" y="366"/>
                </a:cubicBezTo>
                <a:cubicBezTo>
                  <a:pt x="811" y="369"/>
                  <a:pt x="811" y="369"/>
                  <a:pt x="811" y="369"/>
                </a:cubicBezTo>
                <a:cubicBezTo>
                  <a:pt x="811" y="369"/>
                  <a:pt x="811" y="369"/>
                  <a:pt x="811" y="369"/>
                </a:cubicBezTo>
                <a:cubicBezTo>
                  <a:pt x="808" y="372"/>
                  <a:pt x="808" y="372"/>
                  <a:pt x="808" y="372"/>
                </a:cubicBezTo>
                <a:cubicBezTo>
                  <a:pt x="808" y="372"/>
                  <a:pt x="808" y="372"/>
                  <a:pt x="808" y="372"/>
                </a:cubicBezTo>
                <a:cubicBezTo>
                  <a:pt x="804" y="375"/>
                  <a:pt x="804" y="375"/>
                  <a:pt x="804" y="375"/>
                </a:cubicBezTo>
                <a:cubicBezTo>
                  <a:pt x="804" y="375"/>
                  <a:pt x="804" y="375"/>
                  <a:pt x="804" y="375"/>
                </a:cubicBezTo>
                <a:cubicBezTo>
                  <a:pt x="800" y="377"/>
                  <a:pt x="800" y="377"/>
                  <a:pt x="800" y="377"/>
                </a:cubicBezTo>
                <a:cubicBezTo>
                  <a:pt x="800" y="377"/>
                  <a:pt x="800" y="377"/>
                  <a:pt x="800" y="377"/>
                </a:cubicBezTo>
                <a:cubicBezTo>
                  <a:pt x="794" y="380"/>
                  <a:pt x="794" y="380"/>
                  <a:pt x="794" y="380"/>
                </a:cubicBezTo>
                <a:cubicBezTo>
                  <a:pt x="794" y="380"/>
                  <a:pt x="794" y="380"/>
                  <a:pt x="794" y="380"/>
                </a:cubicBezTo>
                <a:cubicBezTo>
                  <a:pt x="790" y="381"/>
                  <a:pt x="790" y="381"/>
                  <a:pt x="790" y="381"/>
                </a:cubicBezTo>
                <a:cubicBezTo>
                  <a:pt x="790" y="381"/>
                  <a:pt x="790" y="381"/>
                  <a:pt x="790" y="381"/>
                </a:cubicBezTo>
                <a:cubicBezTo>
                  <a:pt x="785" y="381"/>
                  <a:pt x="785" y="381"/>
                  <a:pt x="785" y="381"/>
                </a:cubicBezTo>
                <a:cubicBezTo>
                  <a:pt x="785" y="381"/>
                  <a:pt x="785" y="381"/>
                  <a:pt x="785" y="381"/>
                </a:cubicBezTo>
                <a:cubicBezTo>
                  <a:pt x="781" y="381"/>
                  <a:pt x="781" y="381"/>
                  <a:pt x="781" y="381"/>
                </a:cubicBezTo>
                <a:lnTo>
                  <a:pt x="778" y="381"/>
                </a:lnTo>
                <a:close/>
                <a:moveTo>
                  <a:pt x="200" y="359"/>
                </a:moveTo>
                <a:cubicBezTo>
                  <a:pt x="204" y="360"/>
                  <a:pt x="204" y="360"/>
                  <a:pt x="204" y="360"/>
                </a:cubicBezTo>
                <a:cubicBezTo>
                  <a:pt x="204" y="360"/>
                  <a:pt x="204" y="360"/>
                  <a:pt x="204" y="360"/>
                </a:cubicBezTo>
                <a:cubicBezTo>
                  <a:pt x="208" y="359"/>
                  <a:pt x="208" y="359"/>
                  <a:pt x="208" y="359"/>
                </a:cubicBezTo>
                <a:cubicBezTo>
                  <a:pt x="208" y="359"/>
                  <a:pt x="208" y="359"/>
                  <a:pt x="208" y="359"/>
                </a:cubicBezTo>
                <a:cubicBezTo>
                  <a:pt x="211" y="358"/>
                  <a:pt x="211" y="358"/>
                  <a:pt x="211" y="358"/>
                </a:cubicBezTo>
                <a:cubicBezTo>
                  <a:pt x="211" y="358"/>
                  <a:pt x="211" y="358"/>
                  <a:pt x="211" y="358"/>
                </a:cubicBezTo>
                <a:cubicBezTo>
                  <a:pt x="215" y="355"/>
                  <a:pt x="215" y="355"/>
                  <a:pt x="215" y="355"/>
                </a:cubicBezTo>
                <a:cubicBezTo>
                  <a:pt x="215" y="355"/>
                  <a:pt x="215" y="355"/>
                  <a:pt x="215" y="355"/>
                </a:cubicBezTo>
                <a:cubicBezTo>
                  <a:pt x="217" y="353"/>
                  <a:pt x="217" y="353"/>
                  <a:pt x="217" y="353"/>
                </a:cubicBezTo>
                <a:cubicBezTo>
                  <a:pt x="217" y="353"/>
                  <a:pt x="217" y="353"/>
                  <a:pt x="217" y="353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24" y="348"/>
                  <a:pt x="224" y="348"/>
                  <a:pt x="224" y="348"/>
                </a:cubicBezTo>
                <a:cubicBezTo>
                  <a:pt x="224" y="348"/>
                  <a:pt x="224" y="348"/>
                  <a:pt x="224" y="348"/>
                </a:cubicBezTo>
                <a:cubicBezTo>
                  <a:pt x="225" y="347"/>
                  <a:pt x="226" y="346"/>
                  <a:pt x="227" y="345"/>
                </a:cubicBezTo>
                <a:cubicBezTo>
                  <a:pt x="227" y="345"/>
                  <a:pt x="227" y="345"/>
                  <a:pt x="227" y="345"/>
                </a:cubicBezTo>
                <a:cubicBezTo>
                  <a:pt x="227" y="344"/>
                  <a:pt x="227" y="343"/>
                  <a:pt x="227" y="342"/>
                </a:cubicBezTo>
                <a:cubicBezTo>
                  <a:pt x="227" y="342"/>
                  <a:pt x="227" y="342"/>
                  <a:pt x="227" y="342"/>
                </a:cubicBezTo>
                <a:cubicBezTo>
                  <a:pt x="227" y="341"/>
                  <a:pt x="227" y="340"/>
                  <a:pt x="227" y="339"/>
                </a:cubicBezTo>
                <a:cubicBezTo>
                  <a:pt x="227" y="339"/>
                  <a:pt x="227" y="339"/>
                  <a:pt x="227" y="339"/>
                </a:cubicBezTo>
                <a:cubicBezTo>
                  <a:pt x="227" y="338"/>
                  <a:pt x="227" y="338"/>
                  <a:pt x="228" y="337"/>
                </a:cubicBezTo>
                <a:cubicBezTo>
                  <a:pt x="228" y="337"/>
                  <a:pt x="228" y="337"/>
                  <a:pt x="228" y="337"/>
                </a:cubicBezTo>
                <a:cubicBezTo>
                  <a:pt x="228" y="336"/>
                  <a:pt x="228" y="335"/>
                  <a:pt x="229" y="334"/>
                </a:cubicBezTo>
                <a:cubicBezTo>
                  <a:pt x="229" y="334"/>
                  <a:pt x="229" y="334"/>
                  <a:pt x="229" y="334"/>
                </a:cubicBezTo>
                <a:cubicBezTo>
                  <a:pt x="229" y="333"/>
                  <a:pt x="229" y="332"/>
                  <a:pt x="229" y="331"/>
                </a:cubicBezTo>
                <a:cubicBezTo>
                  <a:pt x="229" y="331"/>
                  <a:pt x="229" y="331"/>
                  <a:pt x="229" y="331"/>
                </a:cubicBezTo>
                <a:cubicBezTo>
                  <a:pt x="229" y="330"/>
                  <a:pt x="229" y="329"/>
                  <a:pt x="230" y="328"/>
                </a:cubicBezTo>
                <a:cubicBezTo>
                  <a:pt x="230" y="328"/>
                  <a:pt x="230" y="328"/>
                  <a:pt x="230" y="328"/>
                </a:cubicBezTo>
                <a:cubicBezTo>
                  <a:pt x="229" y="325"/>
                  <a:pt x="229" y="325"/>
                  <a:pt x="229" y="325"/>
                </a:cubicBezTo>
                <a:cubicBezTo>
                  <a:pt x="229" y="325"/>
                  <a:pt x="229" y="325"/>
                  <a:pt x="229" y="325"/>
                </a:cubicBezTo>
                <a:cubicBezTo>
                  <a:pt x="229" y="324"/>
                  <a:pt x="229" y="324"/>
                  <a:pt x="229" y="323"/>
                </a:cubicBezTo>
                <a:cubicBezTo>
                  <a:pt x="229" y="323"/>
                  <a:pt x="229" y="323"/>
                  <a:pt x="229" y="323"/>
                </a:cubicBezTo>
                <a:cubicBezTo>
                  <a:pt x="228" y="323"/>
                  <a:pt x="227" y="323"/>
                  <a:pt x="225" y="324"/>
                </a:cubicBezTo>
                <a:cubicBezTo>
                  <a:pt x="225" y="324"/>
                  <a:pt x="225" y="324"/>
                  <a:pt x="225" y="324"/>
                </a:cubicBezTo>
                <a:cubicBezTo>
                  <a:pt x="225" y="324"/>
                  <a:pt x="224" y="324"/>
                  <a:pt x="224" y="324"/>
                </a:cubicBezTo>
                <a:cubicBezTo>
                  <a:pt x="224" y="324"/>
                  <a:pt x="224" y="324"/>
                  <a:pt x="224" y="324"/>
                </a:cubicBezTo>
                <a:cubicBezTo>
                  <a:pt x="223" y="324"/>
                  <a:pt x="221" y="324"/>
                  <a:pt x="220" y="324"/>
                </a:cubicBezTo>
                <a:cubicBezTo>
                  <a:pt x="220" y="324"/>
                  <a:pt x="220" y="324"/>
                  <a:pt x="220" y="324"/>
                </a:cubicBezTo>
                <a:cubicBezTo>
                  <a:pt x="220" y="324"/>
                  <a:pt x="219" y="324"/>
                  <a:pt x="218" y="324"/>
                </a:cubicBezTo>
                <a:cubicBezTo>
                  <a:pt x="218" y="324"/>
                  <a:pt x="218" y="324"/>
                  <a:pt x="218" y="324"/>
                </a:cubicBezTo>
                <a:cubicBezTo>
                  <a:pt x="217" y="325"/>
                  <a:pt x="216" y="325"/>
                  <a:pt x="215" y="325"/>
                </a:cubicBezTo>
                <a:cubicBezTo>
                  <a:pt x="215" y="325"/>
                  <a:pt x="215" y="325"/>
                  <a:pt x="215" y="325"/>
                </a:cubicBezTo>
                <a:cubicBezTo>
                  <a:pt x="214" y="325"/>
                  <a:pt x="214" y="325"/>
                  <a:pt x="213" y="325"/>
                </a:cubicBezTo>
                <a:cubicBezTo>
                  <a:pt x="213" y="325"/>
                  <a:pt x="213" y="325"/>
                  <a:pt x="213" y="325"/>
                </a:cubicBezTo>
                <a:cubicBezTo>
                  <a:pt x="212" y="325"/>
                  <a:pt x="211" y="325"/>
                  <a:pt x="211" y="325"/>
                </a:cubicBezTo>
                <a:cubicBezTo>
                  <a:pt x="211" y="325"/>
                  <a:pt x="211" y="325"/>
                  <a:pt x="211" y="325"/>
                </a:cubicBezTo>
                <a:cubicBezTo>
                  <a:pt x="210" y="325"/>
                  <a:pt x="210" y="325"/>
                  <a:pt x="210" y="325"/>
                </a:cubicBezTo>
                <a:cubicBezTo>
                  <a:pt x="210" y="325"/>
                  <a:pt x="210" y="325"/>
                  <a:pt x="210" y="325"/>
                </a:cubicBezTo>
                <a:cubicBezTo>
                  <a:pt x="210" y="324"/>
                  <a:pt x="209" y="323"/>
                  <a:pt x="209" y="322"/>
                </a:cubicBezTo>
                <a:cubicBezTo>
                  <a:pt x="209" y="322"/>
                  <a:pt x="209" y="322"/>
                  <a:pt x="209" y="322"/>
                </a:cubicBezTo>
                <a:cubicBezTo>
                  <a:pt x="209" y="322"/>
                  <a:pt x="209" y="322"/>
                  <a:pt x="209" y="322"/>
                </a:cubicBezTo>
                <a:cubicBezTo>
                  <a:pt x="209" y="322"/>
                  <a:pt x="209" y="322"/>
                  <a:pt x="209" y="322"/>
                </a:cubicBezTo>
                <a:cubicBezTo>
                  <a:pt x="209" y="321"/>
                  <a:pt x="210" y="321"/>
                  <a:pt x="210" y="320"/>
                </a:cubicBezTo>
                <a:cubicBezTo>
                  <a:pt x="210" y="320"/>
                  <a:pt x="210" y="320"/>
                  <a:pt x="210" y="320"/>
                </a:cubicBezTo>
                <a:cubicBezTo>
                  <a:pt x="210" y="320"/>
                  <a:pt x="210" y="320"/>
                  <a:pt x="210" y="320"/>
                </a:cubicBezTo>
                <a:cubicBezTo>
                  <a:pt x="210" y="320"/>
                  <a:pt x="210" y="320"/>
                  <a:pt x="210" y="320"/>
                </a:cubicBezTo>
                <a:cubicBezTo>
                  <a:pt x="210" y="319"/>
                  <a:pt x="210" y="319"/>
                  <a:pt x="211" y="318"/>
                </a:cubicBezTo>
                <a:cubicBezTo>
                  <a:pt x="211" y="318"/>
                  <a:pt x="211" y="318"/>
                  <a:pt x="211" y="318"/>
                </a:cubicBezTo>
                <a:cubicBezTo>
                  <a:pt x="211" y="318"/>
                  <a:pt x="211" y="318"/>
                  <a:pt x="211" y="318"/>
                </a:cubicBezTo>
                <a:cubicBezTo>
                  <a:pt x="211" y="318"/>
                  <a:pt x="211" y="318"/>
                  <a:pt x="211" y="318"/>
                </a:cubicBezTo>
                <a:cubicBezTo>
                  <a:pt x="211" y="318"/>
                  <a:pt x="211" y="317"/>
                  <a:pt x="212" y="317"/>
                </a:cubicBezTo>
                <a:cubicBezTo>
                  <a:pt x="212" y="317"/>
                  <a:pt x="212" y="317"/>
                  <a:pt x="212" y="317"/>
                </a:cubicBezTo>
                <a:cubicBezTo>
                  <a:pt x="212" y="317"/>
                  <a:pt x="212" y="317"/>
                  <a:pt x="212" y="317"/>
                </a:cubicBezTo>
                <a:cubicBezTo>
                  <a:pt x="212" y="317"/>
                  <a:pt x="212" y="317"/>
                  <a:pt x="212" y="317"/>
                </a:cubicBezTo>
                <a:cubicBezTo>
                  <a:pt x="212" y="317"/>
                  <a:pt x="213" y="316"/>
                  <a:pt x="213" y="316"/>
                </a:cubicBezTo>
                <a:cubicBezTo>
                  <a:pt x="213" y="316"/>
                  <a:pt x="213" y="316"/>
                  <a:pt x="213" y="316"/>
                </a:cubicBezTo>
                <a:cubicBezTo>
                  <a:pt x="213" y="316"/>
                  <a:pt x="214" y="316"/>
                  <a:pt x="214" y="316"/>
                </a:cubicBezTo>
                <a:cubicBezTo>
                  <a:pt x="214" y="316"/>
                  <a:pt x="214" y="316"/>
                  <a:pt x="214" y="316"/>
                </a:cubicBezTo>
                <a:cubicBezTo>
                  <a:pt x="215" y="316"/>
                  <a:pt x="215" y="316"/>
                  <a:pt x="216" y="315"/>
                </a:cubicBezTo>
                <a:cubicBezTo>
                  <a:pt x="216" y="315"/>
                  <a:pt x="216" y="315"/>
                  <a:pt x="216" y="315"/>
                </a:cubicBezTo>
                <a:cubicBezTo>
                  <a:pt x="217" y="315"/>
                  <a:pt x="218" y="315"/>
                  <a:pt x="218" y="315"/>
                </a:cubicBezTo>
                <a:cubicBezTo>
                  <a:pt x="218" y="315"/>
                  <a:pt x="218" y="315"/>
                  <a:pt x="218" y="315"/>
                </a:cubicBezTo>
                <a:cubicBezTo>
                  <a:pt x="219" y="315"/>
                  <a:pt x="220" y="314"/>
                  <a:pt x="220" y="313"/>
                </a:cubicBezTo>
                <a:cubicBezTo>
                  <a:pt x="220" y="313"/>
                  <a:pt x="220" y="313"/>
                  <a:pt x="220" y="313"/>
                </a:cubicBezTo>
                <a:cubicBezTo>
                  <a:pt x="221" y="313"/>
                  <a:pt x="221" y="313"/>
                  <a:pt x="221" y="312"/>
                </a:cubicBezTo>
                <a:cubicBezTo>
                  <a:pt x="221" y="312"/>
                  <a:pt x="221" y="312"/>
                  <a:pt x="221" y="312"/>
                </a:cubicBezTo>
                <a:cubicBezTo>
                  <a:pt x="223" y="312"/>
                  <a:pt x="224" y="312"/>
                  <a:pt x="225" y="311"/>
                </a:cubicBezTo>
                <a:cubicBezTo>
                  <a:pt x="225" y="311"/>
                  <a:pt x="225" y="311"/>
                  <a:pt x="225" y="311"/>
                </a:cubicBezTo>
                <a:cubicBezTo>
                  <a:pt x="225" y="311"/>
                  <a:pt x="225" y="311"/>
                  <a:pt x="225" y="310"/>
                </a:cubicBezTo>
                <a:cubicBezTo>
                  <a:pt x="225" y="310"/>
                  <a:pt x="225" y="310"/>
                  <a:pt x="225" y="310"/>
                </a:cubicBezTo>
                <a:cubicBezTo>
                  <a:pt x="227" y="310"/>
                  <a:pt x="228" y="309"/>
                  <a:pt x="229" y="309"/>
                </a:cubicBezTo>
                <a:cubicBezTo>
                  <a:pt x="229" y="309"/>
                  <a:pt x="229" y="309"/>
                  <a:pt x="229" y="309"/>
                </a:cubicBezTo>
                <a:cubicBezTo>
                  <a:pt x="229" y="308"/>
                  <a:pt x="229" y="307"/>
                  <a:pt x="229" y="307"/>
                </a:cubicBezTo>
                <a:cubicBezTo>
                  <a:pt x="229" y="307"/>
                  <a:pt x="229" y="307"/>
                  <a:pt x="229" y="307"/>
                </a:cubicBezTo>
                <a:cubicBezTo>
                  <a:pt x="229" y="306"/>
                  <a:pt x="229" y="306"/>
                  <a:pt x="230" y="305"/>
                </a:cubicBezTo>
                <a:cubicBezTo>
                  <a:pt x="230" y="305"/>
                  <a:pt x="230" y="305"/>
                  <a:pt x="230" y="305"/>
                </a:cubicBezTo>
                <a:cubicBezTo>
                  <a:pt x="231" y="303"/>
                  <a:pt x="231" y="303"/>
                  <a:pt x="231" y="303"/>
                </a:cubicBezTo>
                <a:cubicBezTo>
                  <a:pt x="231" y="303"/>
                  <a:pt x="231" y="303"/>
                  <a:pt x="231" y="303"/>
                </a:cubicBezTo>
                <a:cubicBezTo>
                  <a:pt x="233" y="301"/>
                  <a:pt x="233" y="301"/>
                  <a:pt x="233" y="301"/>
                </a:cubicBezTo>
                <a:cubicBezTo>
                  <a:pt x="233" y="301"/>
                  <a:pt x="233" y="301"/>
                  <a:pt x="233" y="301"/>
                </a:cubicBezTo>
                <a:cubicBezTo>
                  <a:pt x="233" y="299"/>
                  <a:pt x="233" y="299"/>
                  <a:pt x="233" y="299"/>
                </a:cubicBezTo>
                <a:cubicBezTo>
                  <a:pt x="233" y="299"/>
                  <a:pt x="233" y="299"/>
                  <a:pt x="233" y="299"/>
                </a:cubicBezTo>
                <a:cubicBezTo>
                  <a:pt x="234" y="297"/>
                  <a:pt x="234" y="297"/>
                  <a:pt x="234" y="297"/>
                </a:cubicBezTo>
                <a:cubicBezTo>
                  <a:pt x="234" y="297"/>
                  <a:pt x="234" y="297"/>
                  <a:pt x="234" y="297"/>
                </a:cubicBezTo>
                <a:cubicBezTo>
                  <a:pt x="235" y="295"/>
                  <a:pt x="235" y="295"/>
                  <a:pt x="235" y="295"/>
                </a:cubicBezTo>
                <a:cubicBezTo>
                  <a:pt x="235" y="295"/>
                  <a:pt x="235" y="295"/>
                  <a:pt x="235" y="295"/>
                </a:cubicBezTo>
                <a:cubicBezTo>
                  <a:pt x="236" y="293"/>
                  <a:pt x="236" y="293"/>
                  <a:pt x="236" y="293"/>
                </a:cubicBezTo>
                <a:cubicBezTo>
                  <a:pt x="236" y="293"/>
                  <a:pt x="236" y="293"/>
                  <a:pt x="236" y="293"/>
                </a:cubicBezTo>
                <a:cubicBezTo>
                  <a:pt x="210" y="302"/>
                  <a:pt x="210" y="302"/>
                  <a:pt x="210" y="302"/>
                </a:cubicBezTo>
                <a:cubicBezTo>
                  <a:pt x="210" y="302"/>
                  <a:pt x="210" y="302"/>
                  <a:pt x="210" y="302"/>
                </a:cubicBezTo>
                <a:cubicBezTo>
                  <a:pt x="209" y="302"/>
                  <a:pt x="208" y="302"/>
                  <a:pt x="208" y="302"/>
                </a:cubicBezTo>
                <a:cubicBezTo>
                  <a:pt x="208" y="302"/>
                  <a:pt x="208" y="302"/>
                  <a:pt x="208" y="302"/>
                </a:cubicBezTo>
                <a:cubicBezTo>
                  <a:pt x="207" y="302"/>
                  <a:pt x="207" y="302"/>
                  <a:pt x="207" y="302"/>
                </a:cubicBezTo>
                <a:cubicBezTo>
                  <a:pt x="207" y="302"/>
                  <a:pt x="207" y="302"/>
                  <a:pt x="207" y="302"/>
                </a:cubicBezTo>
                <a:cubicBezTo>
                  <a:pt x="206" y="302"/>
                  <a:pt x="206" y="302"/>
                  <a:pt x="206" y="301"/>
                </a:cubicBezTo>
                <a:cubicBezTo>
                  <a:pt x="206" y="301"/>
                  <a:pt x="206" y="301"/>
                  <a:pt x="206" y="301"/>
                </a:cubicBezTo>
                <a:cubicBezTo>
                  <a:pt x="206" y="301"/>
                  <a:pt x="206" y="300"/>
                  <a:pt x="206" y="299"/>
                </a:cubicBezTo>
                <a:cubicBezTo>
                  <a:pt x="206" y="299"/>
                  <a:pt x="206" y="299"/>
                  <a:pt x="206" y="299"/>
                </a:cubicBezTo>
                <a:cubicBezTo>
                  <a:pt x="206" y="299"/>
                  <a:pt x="206" y="299"/>
                  <a:pt x="206" y="299"/>
                </a:cubicBezTo>
                <a:cubicBezTo>
                  <a:pt x="206" y="299"/>
                  <a:pt x="206" y="299"/>
                  <a:pt x="206" y="299"/>
                </a:cubicBezTo>
                <a:cubicBezTo>
                  <a:pt x="206" y="299"/>
                  <a:pt x="206" y="298"/>
                  <a:pt x="206" y="297"/>
                </a:cubicBezTo>
                <a:cubicBezTo>
                  <a:pt x="206" y="297"/>
                  <a:pt x="206" y="297"/>
                  <a:pt x="206" y="297"/>
                </a:cubicBezTo>
                <a:cubicBezTo>
                  <a:pt x="206" y="297"/>
                  <a:pt x="206" y="297"/>
                  <a:pt x="206" y="297"/>
                </a:cubicBezTo>
                <a:cubicBezTo>
                  <a:pt x="206" y="297"/>
                  <a:pt x="206" y="297"/>
                  <a:pt x="206" y="297"/>
                </a:cubicBezTo>
                <a:cubicBezTo>
                  <a:pt x="206" y="297"/>
                  <a:pt x="206" y="296"/>
                  <a:pt x="206" y="295"/>
                </a:cubicBezTo>
                <a:cubicBezTo>
                  <a:pt x="206" y="295"/>
                  <a:pt x="206" y="295"/>
                  <a:pt x="206" y="295"/>
                </a:cubicBezTo>
                <a:cubicBezTo>
                  <a:pt x="207" y="294"/>
                  <a:pt x="208" y="292"/>
                  <a:pt x="210" y="291"/>
                </a:cubicBezTo>
                <a:cubicBezTo>
                  <a:pt x="210" y="291"/>
                  <a:pt x="210" y="291"/>
                  <a:pt x="210" y="291"/>
                </a:cubicBezTo>
                <a:cubicBezTo>
                  <a:pt x="215" y="290"/>
                  <a:pt x="215" y="290"/>
                  <a:pt x="215" y="290"/>
                </a:cubicBezTo>
                <a:cubicBezTo>
                  <a:pt x="215" y="290"/>
                  <a:pt x="215" y="290"/>
                  <a:pt x="215" y="290"/>
                </a:cubicBezTo>
                <a:cubicBezTo>
                  <a:pt x="221" y="288"/>
                  <a:pt x="221" y="288"/>
                  <a:pt x="221" y="288"/>
                </a:cubicBezTo>
                <a:cubicBezTo>
                  <a:pt x="221" y="288"/>
                  <a:pt x="221" y="288"/>
                  <a:pt x="221" y="288"/>
                </a:cubicBezTo>
                <a:cubicBezTo>
                  <a:pt x="227" y="286"/>
                  <a:pt x="227" y="286"/>
                  <a:pt x="227" y="286"/>
                </a:cubicBezTo>
                <a:cubicBezTo>
                  <a:pt x="227" y="286"/>
                  <a:pt x="227" y="286"/>
                  <a:pt x="227" y="286"/>
                </a:cubicBezTo>
                <a:cubicBezTo>
                  <a:pt x="233" y="283"/>
                  <a:pt x="233" y="283"/>
                  <a:pt x="233" y="283"/>
                </a:cubicBezTo>
                <a:cubicBezTo>
                  <a:pt x="233" y="283"/>
                  <a:pt x="233" y="283"/>
                  <a:pt x="233" y="283"/>
                </a:cubicBezTo>
                <a:cubicBezTo>
                  <a:pt x="237" y="281"/>
                  <a:pt x="237" y="281"/>
                  <a:pt x="237" y="281"/>
                </a:cubicBezTo>
                <a:cubicBezTo>
                  <a:pt x="237" y="281"/>
                  <a:pt x="237" y="281"/>
                  <a:pt x="237" y="281"/>
                </a:cubicBezTo>
                <a:cubicBezTo>
                  <a:pt x="242" y="278"/>
                  <a:pt x="242" y="278"/>
                  <a:pt x="242" y="278"/>
                </a:cubicBezTo>
                <a:cubicBezTo>
                  <a:pt x="242" y="278"/>
                  <a:pt x="242" y="278"/>
                  <a:pt x="242" y="278"/>
                </a:cubicBezTo>
                <a:cubicBezTo>
                  <a:pt x="247" y="274"/>
                  <a:pt x="247" y="274"/>
                  <a:pt x="247" y="274"/>
                </a:cubicBezTo>
                <a:cubicBezTo>
                  <a:pt x="247" y="274"/>
                  <a:pt x="247" y="274"/>
                  <a:pt x="247" y="274"/>
                </a:cubicBezTo>
                <a:cubicBezTo>
                  <a:pt x="251" y="269"/>
                  <a:pt x="251" y="269"/>
                  <a:pt x="251" y="269"/>
                </a:cubicBezTo>
                <a:cubicBezTo>
                  <a:pt x="251" y="269"/>
                  <a:pt x="251" y="269"/>
                  <a:pt x="251" y="269"/>
                </a:cubicBezTo>
                <a:cubicBezTo>
                  <a:pt x="250" y="266"/>
                  <a:pt x="250" y="266"/>
                  <a:pt x="250" y="266"/>
                </a:cubicBezTo>
                <a:cubicBezTo>
                  <a:pt x="250" y="266"/>
                  <a:pt x="250" y="266"/>
                  <a:pt x="250" y="266"/>
                </a:cubicBezTo>
                <a:cubicBezTo>
                  <a:pt x="250" y="263"/>
                  <a:pt x="250" y="263"/>
                  <a:pt x="250" y="263"/>
                </a:cubicBezTo>
                <a:cubicBezTo>
                  <a:pt x="250" y="263"/>
                  <a:pt x="250" y="263"/>
                  <a:pt x="250" y="263"/>
                </a:cubicBezTo>
                <a:cubicBezTo>
                  <a:pt x="249" y="259"/>
                  <a:pt x="249" y="259"/>
                  <a:pt x="249" y="259"/>
                </a:cubicBezTo>
                <a:cubicBezTo>
                  <a:pt x="249" y="259"/>
                  <a:pt x="249" y="259"/>
                  <a:pt x="249" y="259"/>
                </a:cubicBezTo>
                <a:cubicBezTo>
                  <a:pt x="249" y="256"/>
                  <a:pt x="249" y="256"/>
                  <a:pt x="249" y="256"/>
                </a:cubicBezTo>
                <a:cubicBezTo>
                  <a:pt x="249" y="256"/>
                  <a:pt x="249" y="256"/>
                  <a:pt x="249" y="256"/>
                </a:cubicBezTo>
                <a:cubicBezTo>
                  <a:pt x="247" y="254"/>
                  <a:pt x="247" y="254"/>
                  <a:pt x="247" y="254"/>
                </a:cubicBezTo>
                <a:cubicBezTo>
                  <a:pt x="247" y="254"/>
                  <a:pt x="247" y="254"/>
                  <a:pt x="247" y="254"/>
                </a:cubicBezTo>
                <a:cubicBezTo>
                  <a:pt x="246" y="251"/>
                  <a:pt x="246" y="251"/>
                  <a:pt x="246" y="251"/>
                </a:cubicBezTo>
                <a:cubicBezTo>
                  <a:pt x="246" y="251"/>
                  <a:pt x="246" y="251"/>
                  <a:pt x="246" y="251"/>
                </a:cubicBezTo>
                <a:cubicBezTo>
                  <a:pt x="243" y="248"/>
                  <a:pt x="243" y="248"/>
                  <a:pt x="243" y="248"/>
                </a:cubicBezTo>
                <a:cubicBezTo>
                  <a:pt x="243" y="248"/>
                  <a:pt x="243" y="248"/>
                  <a:pt x="243" y="248"/>
                </a:cubicBezTo>
                <a:cubicBezTo>
                  <a:pt x="242" y="245"/>
                  <a:pt x="242" y="245"/>
                  <a:pt x="242" y="245"/>
                </a:cubicBezTo>
                <a:cubicBezTo>
                  <a:pt x="242" y="245"/>
                  <a:pt x="242" y="245"/>
                  <a:pt x="242" y="245"/>
                </a:cubicBezTo>
                <a:cubicBezTo>
                  <a:pt x="236" y="244"/>
                  <a:pt x="236" y="244"/>
                  <a:pt x="236" y="244"/>
                </a:cubicBezTo>
                <a:cubicBezTo>
                  <a:pt x="236" y="244"/>
                  <a:pt x="236" y="244"/>
                  <a:pt x="236" y="244"/>
                </a:cubicBezTo>
                <a:cubicBezTo>
                  <a:pt x="214" y="268"/>
                  <a:pt x="214" y="268"/>
                  <a:pt x="214" y="268"/>
                </a:cubicBezTo>
                <a:cubicBezTo>
                  <a:pt x="214" y="268"/>
                  <a:pt x="214" y="268"/>
                  <a:pt x="214" y="268"/>
                </a:cubicBezTo>
                <a:cubicBezTo>
                  <a:pt x="213" y="274"/>
                  <a:pt x="213" y="274"/>
                  <a:pt x="213" y="274"/>
                </a:cubicBezTo>
                <a:cubicBezTo>
                  <a:pt x="213" y="274"/>
                  <a:pt x="213" y="274"/>
                  <a:pt x="213" y="274"/>
                </a:cubicBezTo>
                <a:cubicBezTo>
                  <a:pt x="212" y="279"/>
                  <a:pt x="212" y="279"/>
                  <a:pt x="212" y="279"/>
                </a:cubicBezTo>
                <a:cubicBezTo>
                  <a:pt x="212" y="279"/>
                  <a:pt x="212" y="279"/>
                  <a:pt x="212" y="279"/>
                </a:cubicBezTo>
                <a:cubicBezTo>
                  <a:pt x="209" y="283"/>
                  <a:pt x="209" y="283"/>
                  <a:pt x="209" y="283"/>
                </a:cubicBezTo>
                <a:cubicBezTo>
                  <a:pt x="209" y="283"/>
                  <a:pt x="209" y="283"/>
                  <a:pt x="209" y="283"/>
                </a:cubicBezTo>
                <a:cubicBezTo>
                  <a:pt x="207" y="286"/>
                  <a:pt x="207" y="286"/>
                  <a:pt x="207" y="286"/>
                </a:cubicBezTo>
                <a:cubicBezTo>
                  <a:pt x="207" y="286"/>
                  <a:pt x="207" y="286"/>
                  <a:pt x="207" y="286"/>
                </a:cubicBezTo>
                <a:cubicBezTo>
                  <a:pt x="202" y="291"/>
                  <a:pt x="202" y="291"/>
                  <a:pt x="202" y="291"/>
                </a:cubicBezTo>
                <a:cubicBezTo>
                  <a:pt x="202" y="291"/>
                  <a:pt x="202" y="291"/>
                  <a:pt x="202" y="291"/>
                </a:cubicBezTo>
                <a:cubicBezTo>
                  <a:pt x="201" y="292"/>
                  <a:pt x="200" y="293"/>
                  <a:pt x="199" y="294"/>
                </a:cubicBezTo>
                <a:cubicBezTo>
                  <a:pt x="199" y="294"/>
                  <a:pt x="199" y="294"/>
                  <a:pt x="199" y="294"/>
                </a:cubicBezTo>
                <a:cubicBezTo>
                  <a:pt x="198" y="295"/>
                  <a:pt x="197" y="296"/>
                  <a:pt x="195" y="297"/>
                </a:cubicBezTo>
                <a:cubicBezTo>
                  <a:pt x="195" y="297"/>
                  <a:pt x="195" y="297"/>
                  <a:pt x="195" y="297"/>
                </a:cubicBezTo>
                <a:cubicBezTo>
                  <a:pt x="194" y="299"/>
                  <a:pt x="194" y="300"/>
                  <a:pt x="193" y="301"/>
                </a:cubicBezTo>
                <a:cubicBezTo>
                  <a:pt x="193" y="301"/>
                  <a:pt x="193" y="301"/>
                  <a:pt x="193" y="301"/>
                </a:cubicBezTo>
                <a:cubicBezTo>
                  <a:pt x="192" y="304"/>
                  <a:pt x="192" y="307"/>
                  <a:pt x="191" y="310"/>
                </a:cubicBezTo>
                <a:cubicBezTo>
                  <a:pt x="191" y="310"/>
                  <a:pt x="191" y="310"/>
                  <a:pt x="191" y="310"/>
                </a:cubicBezTo>
                <a:cubicBezTo>
                  <a:pt x="191" y="312"/>
                  <a:pt x="190" y="315"/>
                  <a:pt x="190" y="317"/>
                </a:cubicBezTo>
                <a:cubicBezTo>
                  <a:pt x="190" y="317"/>
                  <a:pt x="190" y="317"/>
                  <a:pt x="190" y="317"/>
                </a:cubicBezTo>
                <a:cubicBezTo>
                  <a:pt x="189" y="320"/>
                  <a:pt x="189" y="322"/>
                  <a:pt x="189" y="324"/>
                </a:cubicBezTo>
                <a:cubicBezTo>
                  <a:pt x="189" y="324"/>
                  <a:pt x="189" y="324"/>
                  <a:pt x="189" y="324"/>
                </a:cubicBezTo>
                <a:cubicBezTo>
                  <a:pt x="189" y="327"/>
                  <a:pt x="189" y="330"/>
                  <a:pt x="190" y="332"/>
                </a:cubicBezTo>
                <a:cubicBezTo>
                  <a:pt x="190" y="332"/>
                  <a:pt x="190" y="332"/>
                  <a:pt x="190" y="332"/>
                </a:cubicBezTo>
                <a:cubicBezTo>
                  <a:pt x="190" y="335"/>
                  <a:pt x="190" y="337"/>
                  <a:pt x="190" y="339"/>
                </a:cubicBezTo>
                <a:cubicBezTo>
                  <a:pt x="190" y="339"/>
                  <a:pt x="190" y="339"/>
                  <a:pt x="190" y="339"/>
                </a:cubicBezTo>
                <a:cubicBezTo>
                  <a:pt x="191" y="342"/>
                  <a:pt x="192" y="344"/>
                  <a:pt x="193" y="346"/>
                </a:cubicBezTo>
                <a:cubicBezTo>
                  <a:pt x="193" y="346"/>
                  <a:pt x="193" y="346"/>
                  <a:pt x="193" y="346"/>
                </a:cubicBezTo>
                <a:cubicBezTo>
                  <a:pt x="194" y="349"/>
                  <a:pt x="194" y="351"/>
                  <a:pt x="195" y="353"/>
                </a:cubicBezTo>
                <a:cubicBezTo>
                  <a:pt x="195" y="353"/>
                  <a:pt x="195" y="353"/>
                  <a:pt x="195" y="353"/>
                </a:cubicBezTo>
                <a:cubicBezTo>
                  <a:pt x="200" y="359"/>
                  <a:pt x="200" y="359"/>
                  <a:pt x="200" y="359"/>
                </a:cubicBezTo>
                <a:close/>
                <a:moveTo>
                  <a:pt x="634" y="347"/>
                </a:moveTo>
                <a:cubicBezTo>
                  <a:pt x="633" y="347"/>
                  <a:pt x="633" y="347"/>
                  <a:pt x="633" y="347"/>
                </a:cubicBezTo>
                <a:cubicBezTo>
                  <a:pt x="633" y="347"/>
                  <a:pt x="633" y="347"/>
                  <a:pt x="633" y="347"/>
                </a:cubicBezTo>
                <a:cubicBezTo>
                  <a:pt x="633" y="346"/>
                  <a:pt x="633" y="346"/>
                  <a:pt x="633" y="346"/>
                </a:cubicBezTo>
                <a:cubicBezTo>
                  <a:pt x="633" y="346"/>
                  <a:pt x="633" y="346"/>
                  <a:pt x="633" y="346"/>
                </a:cubicBezTo>
                <a:cubicBezTo>
                  <a:pt x="631" y="345"/>
                  <a:pt x="631" y="345"/>
                  <a:pt x="631" y="345"/>
                </a:cubicBezTo>
                <a:cubicBezTo>
                  <a:pt x="631" y="345"/>
                  <a:pt x="631" y="345"/>
                  <a:pt x="631" y="345"/>
                </a:cubicBezTo>
                <a:cubicBezTo>
                  <a:pt x="631" y="344"/>
                  <a:pt x="631" y="344"/>
                  <a:pt x="631" y="344"/>
                </a:cubicBezTo>
                <a:cubicBezTo>
                  <a:pt x="631" y="344"/>
                  <a:pt x="631" y="344"/>
                  <a:pt x="631" y="344"/>
                </a:cubicBezTo>
                <a:cubicBezTo>
                  <a:pt x="630" y="344"/>
                  <a:pt x="630" y="344"/>
                  <a:pt x="630" y="344"/>
                </a:cubicBezTo>
                <a:cubicBezTo>
                  <a:pt x="630" y="344"/>
                  <a:pt x="630" y="344"/>
                  <a:pt x="630" y="344"/>
                </a:cubicBezTo>
                <a:cubicBezTo>
                  <a:pt x="630" y="343"/>
                  <a:pt x="630" y="343"/>
                  <a:pt x="630" y="343"/>
                </a:cubicBezTo>
                <a:cubicBezTo>
                  <a:pt x="630" y="343"/>
                  <a:pt x="630" y="343"/>
                  <a:pt x="630" y="343"/>
                </a:cubicBezTo>
                <a:cubicBezTo>
                  <a:pt x="629" y="342"/>
                  <a:pt x="629" y="342"/>
                  <a:pt x="629" y="342"/>
                </a:cubicBezTo>
                <a:cubicBezTo>
                  <a:pt x="629" y="342"/>
                  <a:pt x="629" y="342"/>
                  <a:pt x="629" y="342"/>
                </a:cubicBezTo>
                <a:cubicBezTo>
                  <a:pt x="629" y="340"/>
                  <a:pt x="629" y="340"/>
                  <a:pt x="629" y="340"/>
                </a:cubicBezTo>
                <a:cubicBezTo>
                  <a:pt x="629" y="340"/>
                  <a:pt x="629" y="340"/>
                  <a:pt x="629" y="340"/>
                </a:cubicBezTo>
                <a:cubicBezTo>
                  <a:pt x="629" y="338"/>
                  <a:pt x="629" y="338"/>
                  <a:pt x="629" y="338"/>
                </a:cubicBezTo>
                <a:cubicBezTo>
                  <a:pt x="629" y="338"/>
                  <a:pt x="629" y="338"/>
                  <a:pt x="629" y="338"/>
                </a:cubicBezTo>
                <a:cubicBezTo>
                  <a:pt x="630" y="333"/>
                  <a:pt x="630" y="333"/>
                  <a:pt x="630" y="333"/>
                </a:cubicBezTo>
                <a:cubicBezTo>
                  <a:pt x="630" y="333"/>
                  <a:pt x="630" y="333"/>
                  <a:pt x="630" y="333"/>
                </a:cubicBezTo>
                <a:cubicBezTo>
                  <a:pt x="629" y="330"/>
                  <a:pt x="629" y="330"/>
                  <a:pt x="629" y="330"/>
                </a:cubicBezTo>
                <a:cubicBezTo>
                  <a:pt x="629" y="330"/>
                  <a:pt x="629" y="330"/>
                  <a:pt x="629" y="330"/>
                </a:cubicBezTo>
                <a:cubicBezTo>
                  <a:pt x="628" y="325"/>
                  <a:pt x="628" y="325"/>
                  <a:pt x="628" y="325"/>
                </a:cubicBezTo>
                <a:cubicBezTo>
                  <a:pt x="628" y="325"/>
                  <a:pt x="628" y="325"/>
                  <a:pt x="628" y="325"/>
                </a:cubicBezTo>
                <a:cubicBezTo>
                  <a:pt x="625" y="323"/>
                  <a:pt x="625" y="323"/>
                  <a:pt x="625" y="323"/>
                </a:cubicBezTo>
                <a:cubicBezTo>
                  <a:pt x="625" y="323"/>
                  <a:pt x="625" y="323"/>
                  <a:pt x="625" y="323"/>
                </a:cubicBezTo>
                <a:cubicBezTo>
                  <a:pt x="623" y="318"/>
                  <a:pt x="623" y="318"/>
                  <a:pt x="623" y="318"/>
                </a:cubicBezTo>
                <a:cubicBezTo>
                  <a:pt x="623" y="318"/>
                  <a:pt x="623" y="318"/>
                  <a:pt x="623" y="318"/>
                </a:cubicBezTo>
                <a:cubicBezTo>
                  <a:pt x="620" y="315"/>
                  <a:pt x="620" y="315"/>
                  <a:pt x="620" y="315"/>
                </a:cubicBezTo>
                <a:cubicBezTo>
                  <a:pt x="620" y="315"/>
                  <a:pt x="620" y="315"/>
                  <a:pt x="620" y="315"/>
                </a:cubicBezTo>
                <a:cubicBezTo>
                  <a:pt x="618" y="310"/>
                  <a:pt x="618" y="310"/>
                  <a:pt x="618" y="310"/>
                </a:cubicBezTo>
                <a:cubicBezTo>
                  <a:pt x="618" y="310"/>
                  <a:pt x="618" y="310"/>
                  <a:pt x="618" y="310"/>
                </a:cubicBezTo>
                <a:cubicBezTo>
                  <a:pt x="616" y="310"/>
                  <a:pt x="616" y="310"/>
                  <a:pt x="616" y="310"/>
                </a:cubicBezTo>
                <a:cubicBezTo>
                  <a:pt x="616" y="310"/>
                  <a:pt x="616" y="310"/>
                  <a:pt x="616" y="310"/>
                </a:cubicBezTo>
                <a:cubicBezTo>
                  <a:pt x="615" y="310"/>
                  <a:pt x="615" y="310"/>
                  <a:pt x="615" y="310"/>
                </a:cubicBezTo>
                <a:cubicBezTo>
                  <a:pt x="615" y="310"/>
                  <a:pt x="615" y="310"/>
                  <a:pt x="615" y="310"/>
                </a:cubicBezTo>
                <a:cubicBezTo>
                  <a:pt x="612" y="310"/>
                  <a:pt x="612" y="310"/>
                  <a:pt x="612" y="310"/>
                </a:cubicBezTo>
                <a:cubicBezTo>
                  <a:pt x="612" y="310"/>
                  <a:pt x="612" y="310"/>
                  <a:pt x="612" y="310"/>
                </a:cubicBezTo>
                <a:cubicBezTo>
                  <a:pt x="611" y="309"/>
                  <a:pt x="611" y="309"/>
                  <a:pt x="611" y="309"/>
                </a:cubicBezTo>
                <a:cubicBezTo>
                  <a:pt x="611" y="309"/>
                  <a:pt x="611" y="309"/>
                  <a:pt x="611" y="309"/>
                </a:cubicBezTo>
                <a:cubicBezTo>
                  <a:pt x="609" y="309"/>
                  <a:pt x="609" y="309"/>
                  <a:pt x="609" y="309"/>
                </a:cubicBezTo>
                <a:cubicBezTo>
                  <a:pt x="609" y="309"/>
                  <a:pt x="609" y="309"/>
                  <a:pt x="609" y="309"/>
                </a:cubicBezTo>
                <a:cubicBezTo>
                  <a:pt x="608" y="307"/>
                  <a:pt x="608" y="307"/>
                  <a:pt x="608" y="307"/>
                </a:cubicBezTo>
                <a:cubicBezTo>
                  <a:pt x="608" y="307"/>
                  <a:pt x="608" y="307"/>
                  <a:pt x="608" y="307"/>
                </a:cubicBezTo>
                <a:cubicBezTo>
                  <a:pt x="607" y="306"/>
                  <a:pt x="607" y="306"/>
                  <a:pt x="607" y="306"/>
                </a:cubicBezTo>
                <a:cubicBezTo>
                  <a:pt x="607" y="306"/>
                  <a:pt x="607" y="306"/>
                  <a:pt x="607" y="306"/>
                </a:cubicBezTo>
                <a:cubicBezTo>
                  <a:pt x="607" y="304"/>
                  <a:pt x="607" y="304"/>
                  <a:pt x="607" y="304"/>
                </a:cubicBezTo>
                <a:cubicBezTo>
                  <a:pt x="607" y="304"/>
                  <a:pt x="607" y="304"/>
                  <a:pt x="607" y="304"/>
                </a:cubicBezTo>
                <a:cubicBezTo>
                  <a:pt x="614" y="305"/>
                  <a:pt x="614" y="305"/>
                  <a:pt x="614" y="305"/>
                </a:cubicBezTo>
                <a:cubicBezTo>
                  <a:pt x="614" y="305"/>
                  <a:pt x="614" y="305"/>
                  <a:pt x="614" y="305"/>
                </a:cubicBezTo>
                <a:cubicBezTo>
                  <a:pt x="620" y="307"/>
                  <a:pt x="620" y="307"/>
                  <a:pt x="620" y="307"/>
                </a:cubicBezTo>
                <a:cubicBezTo>
                  <a:pt x="620" y="307"/>
                  <a:pt x="620" y="307"/>
                  <a:pt x="620" y="307"/>
                </a:cubicBezTo>
                <a:cubicBezTo>
                  <a:pt x="627" y="310"/>
                  <a:pt x="627" y="310"/>
                  <a:pt x="627" y="310"/>
                </a:cubicBezTo>
                <a:cubicBezTo>
                  <a:pt x="627" y="310"/>
                  <a:pt x="627" y="310"/>
                  <a:pt x="627" y="310"/>
                </a:cubicBezTo>
                <a:cubicBezTo>
                  <a:pt x="635" y="311"/>
                  <a:pt x="635" y="311"/>
                  <a:pt x="635" y="311"/>
                </a:cubicBezTo>
                <a:cubicBezTo>
                  <a:pt x="635" y="311"/>
                  <a:pt x="635" y="311"/>
                  <a:pt x="635" y="311"/>
                </a:cubicBezTo>
                <a:cubicBezTo>
                  <a:pt x="641" y="316"/>
                  <a:pt x="641" y="316"/>
                  <a:pt x="641" y="316"/>
                </a:cubicBezTo>
                <a:cubicBezTo>
                  <a:pt x="641" y="316"/>
                  <a:pt x="641" y="316"/>
                  <a:pt x="641" y="316"/>
                </a:cubicBezTo>
                <a:cubicBezTo>
                  <a:pt x="647" y="320"/>
                  <a:pt x="647" y="320"/>
                  <a:pt x="647" y="320"/>
                </a:cubicBezTo>
                <a:cubicBezTo>
                  <a:pt x="647" y="320"/>
                  <a:pt x="647" y="320"/>
                  <a:pt x="647" y="320"/>
                </a:cubicBezTo>
                <a:cubicBezTo>
                  <a:pt x="653" y="324"/>
                  <a:pt x="653" y="324"/>
                  <a:pt x="653" y="324"/>
                </a:cubicBezTo>
                <a:cubicBezTo>
                  <a:pt x="653" y="324"/>
                  <a:pt x="653" y="324"/>
                  <a:pt x="653" y="324"/>
                </a:cubicBezTo>
                <a:cubicBezTo>
                  <a:pt x="660" y="327"/>
                  <a:pt x="660" y="327"/>
                  <a:pt x="660" y="327"/>
                </a:cubicBezTo>
                <a:cubicBezTo>
                  <a:pt x="660" y="327"/>
                  <a:pt x="660" y="327"/>
                  <a:pt x="660" y="327"/>
                </a:cubicBezTo>
                <a:cubicBezTo>
                  <a:pt x="660" y="334"/>
                  <a:pt x="660" y="334"/>
                  <a:pt x="660" y="334"/>
                </a:cubicBezTo>
                <a:cubicBezTo>
                  <a:pt x="660" y="334"/>
                  <a:pt x="660" y="334"/>
                  <a:pt x="660" y="334"/>
                </a:cubicBezTo>
                <a:cubicBezTo>
                  <a:pt x="657" y="337"/>
                  <a:pt x="657" y="337"/>
                  <a:pt x="657" y="337"/>
                </a:cubicBezTo>
                <a:cubicBezTo>
                  <a:pt x="657" y="337"/>
                  <a:pt x="657" y="337"/>
                  <a:pt x="657" y="337"/>
                </a:cubicBezTo>
                <a:cubicBezTo>
                  <a:pt x="654" y="338"/>
                  <a:pt x="654" y="338"/>
                  <a:pt x="654" y="338"/>
                </a:cubicBezTo>
                <a:cubicBezTo>
                  <a:pt x="654" y="338"/>
                  <a:pt x="654" y="338"/>
                  <a:pt x="654" y="338"/>
                </a:cubicBezTo>
                <a:cubicBezTo>
                  <a:pt x="651" y="339"/>
                  <a:pt x="651" y="339"/>
                  <a:pt x="651" y="339"/>
                </a:cubicBezTo>
                <a:cubicBezTo>
                  <a:pt x="651" y="339"/>
                  <a:pt x="651" y="339"/>
                  <a:pt x="651" y="339"/>
                </a:cubicBezTo>
                <a:cubicBezTo>
                  <a:pt x="649" y="339"/>
                  <a:pt x="649" y="339"/>
                  <a:pt x="649" y="339"/>
                </a:cubicBezTo>
                <a:cubicBezTo>
                  <a:pt x="649" y="339"/>
                  <a:pt x="649" y="339"/>
                  <a:pt x="649" y="339"/>
                </a:cubicBezTo>
                <a:cubicBezTo>
                  <a:pt x="646" y="341"/>
                  <a:pt x="646" y="341"/>
                  <a:pt x="646" y="341"/>
                </a:cubicBezTo>
                <a:cubicBezTo>
                  <a:pt x="646" y="341"/>
                  <a:pt x="646" y="341"/>
                  <a:pt x="646" y="341"/>
                </a:cubicBezTo>
                <a:cubicBezTo>
                  <a:pt x="643" y="341"/>
                  <a:pt x="643" y="341"/>
                  <a:pt x="643" y="341"/>
                </a:cubicBezTo>
                <a:cubicBezTo>
                  <a:pt x="643" y="341"/>
                  <a:pt x="643" y="341"/>
                  <a:pt x="643" y="341"/>
                </a:cubicBezTo>
                <a:cubicBezTo>
                  <a:pt x="640" y="342"/>
                  <a:pt x="640" y="342"/>
                  <a:pt x="640" y="342"/>
                </a:cubicBezTo>
                <a:cubicBezTo>
                  <a:pt x="640" y="342"/>
                  <a:pt x="640" y="342"/>
                  <a:pt x="640" y="342"/>
                </a:cubicBezTo>
                <a:cubicBezTo>
                  <a:pt x="638" y="342"/>
                  <a:pt x="638" y="342"/>
                  <a:pt x="638" y="342"/>
                </a:cubicBezTo>
                <a:cubicBezTo>
                  <a:pt x="638" y="342"/>
                  <a:pt x="638" y="342"/>
                  <a:pt x="638" y="342"/>
                </a:cubicBezTo>
                <a:cubicBezTo>
                  <a:pt x="635" y="347"/>
                  <a:pt x="635" y="347"/>
                  <a:pt x="635" y="347"/>
                </a:cubicBezTo>
                <a:lnTo>
                  <a:pt x="634" y="347"/>
                </a:lnTo>
                <a:close/>
                <a:moveTo>
                  <a:pt x="137" y="267"/>
                </a:moveTo>
                <a:cubicBezTo>
                  <a:pt x="181" y="255"/>
                  <a:pt x="181" y="255"/>
                  <a:pt x="181" y="255"/>
                </a:cubicBezTo>
                <a:cubicBezTo>
                  <a:pt x="181" y="255"/>
                  <a:pt x="181" y="255"/>
                  <a:pt x="181" y="255"/>
                </a:cubicBezTo>
                <a:cubicBezTo>
                  <a:pt x="186" y="253"/>
                  <a:pt x="191" y="251"/>
                  <a:pt x="196" y="250"/>
                </a:cubicBezTo>
                <a:cubicBezTo>
                  <a:pt x="196" y="250"/>
                  <a:pt x="196" y="250"/>
                  <a:pt x="196" y="250"/>
                </a:cubicBezTo>
                <a:cubicBezTo>
                  <a:pt x="211" y="243"/>
                  <a:pt x="211" y="243"/>
                  <a:pt x="211" y="243"/>
                </a:cubicBezTo>
                <a:cubicBezTo>
                  <a:pt x="211" y="243"/>
                  <a:pt x="211" y="243"/>
                  <a:pt x="211" y="243"/>
                </a:cubicBezTo>
                <a:cubicBezTo>
                  <a:pt x="224" y="235"/>
                  <a:pt x="224" y="235"/>
                  <a:pt x="224" y="235"/>
                </a:cubicBezTo>
                <a:cubicBezTo>
                  <a:pt x="224" y="235"/>
                  <a:pt x="224" y="235"/>
                  <a:pt x="224" y="235"/>
                </a:cubicBezTo>
                <a:cubicBezTo>
                  <a:pt x="237" y="226"/>
                  <a:pt x="237" y="226"/>
                  <a:pt x="237" y="226"/>
                </a:cubicBezTo>
                <a:cubicBezTo>
                  <a:pt x="237" y="226"/>
                  <a:pt x="237" y="226"/>
                  <a:pt x="237" y="226"/>
                </a:cubicBezTo>
                <a:cubicBezTo>
                  <a:pt x="249" y="216"/>
                  <a:pt x="249" y="216"/>
                  <a:pt x="249" y="216"/>
                </a:cubicBezTo>
                <a:cubicBezTo>
                  <a:pt x="249" y="216"/>
                  <a:pt x="249" y="216"/>
                  <a:pt x="249" y="216"/>
                </a:cubicBezTo>
                <a:cubicBezTo>
                  <a:pt x="259" y="205"/>
                  <a:pt x="259" y="205"/>
                  <a:pt x="259" y="205"/>
                </a:cubicBezTo>
                <a:cubicBezTo>
                  <a:pt x="259" y="205"/>
                  <a:pt x="259" y="205"/>
                  <a:pt x="259" y="205"/>
                </a:cubicBezTo>
                <a:cubicBezTo>
                  <a:pt x="268" y="193"/>
                  <a:pt x="268" y="193"/>
                  <a:pt x="268" y="193"/>
                </a:cubicBezTo>
                <a:cubicBezTo>
                  <a:pt x="268" y="193"/>
                  <a:pt x="268" y="193"/>
                  <a:pt x="268" y="193"/>
                </a:cubicBezTo>
                <a:cubicBezTo>
                  <a:pt x="275" y="178"/>
                  <a:pt x="275" y="178"/>
                  <a:pt x="275" y="178"/>
                </a:cubicBezTo>
                <a:cubicBezTo>
                  <a:pt x="275" y="178"/>
                  <a:pt x="275" y="178"/>
                  <a:pt x="275" y="178"/>
                </a:cubicBezTo>
                <a:cubicBezTo>
                  <a:pt x="274" y="176"/>
                  <a:pt x="274" y="176"/>
                  <a:pt x="274" y="176"/>
                </a:cubicBezTo>
                <a:cubicBezTo>
                  <a:pt x="274" y="176"/>
                  <a:pt x="274" y="176"/>
                  <a:pt x="274" y="176"/>
                </a:cubicBezTo>
                <a:cubicBezTo>
                  <a:pt x="233" y="197"/>
                  <a:pt x="233" y="197"/>
                  <a:pt x="233" y="197"/>
                </a:cubicBezTo>
                <a:cubicBezTo>
                  <a:pt x="233" y="197"/>
                  <a:pt x="233" y="197"/>
                  <a:pt x="233" y="197"/>
                </a:cubicBezTo>
                <a:cubicBezTo>
                  <a:pt x="232" y="200"/>
                  <a:pt x="232" y="200"/>
                  <a:pt x="232" y="200"/>
                </a:cubicBezTo>
                <a:cubicBezTo>
                  <a:pt x="232" y="200"/>
                  <a:pt x="232" y="200"/>
                  <a:pt x="232" y="200"/>
                </a:cubicBezTo>
                <a:cubicBezTo>
                  <a:pt x="232" y="201"/>
                  <a:pt x="232" y="201"/>
                  <a:pt x="232" y="201"/>
                </a:cubicBezTo>
                <a:cubicBezTo>
                  <a:pt x="232" y="201"/>
                  <a:pt x="232" y="201"/>
                  <a:pt x="232" y="201"/>
                </a:cubicBezTo>
                <a:cubicBezTo>
                  <a:pt x="232" y="203"/>
                  <a:pt x="232" y="203"/>
                  <a:pt x="232" y="203"/>
                </a:cubicBezTo>
                <a:cubicBezTo>
                  <a:pt x="232" y="203"/>
                  <a:pt x="232" y="203"/>
                  <a:pt x="232" y="203"/>
                </a:cubicBezTo>
                <a:cubicBezTo>
                  <a:pt x="232" y="205"/>
                  <a:pt x="232" y="205"/>
                  <a:pt x="232" y="205"/>
                </a:cubicBezTo>
                <a:cubicBezTo>
                  <a:pt x="232" y="205"/>
                  <a:pt x="232" y="205"/>
                  <a:pt x="232" y="205"/>
                </a:cubicBezTo>
                <a:cubicBezTo>
                  <a:pt x="231" y="208"/>
                  <a:pt x="231" y="208"/>
                  <a:pt x="231" y="208"/>
                </a:cubicBezTo>
                <a:cubicBezTo>
                  <a:pt x="231" y="208"/>
                  <a:pt x="231" y="208"/>
                  <a:pt x="231" y="208"/>
                </a:cubicBezTo>
                <a:cubicBezTo>
                  <a:pt x="231" y="210"/>
                  <a:pt x="231" y="210"/>
                  <a:pt x="231" y="210"/>
                </a:cubicBezTo>
                <a:cubicBezTo>
                  <a:pt x="231" y="210"/>
                  <a:pt x="231" y="210"/>
                  <a:pt x="231" y="210"/>
                </a:cubicBezTo>
                <a:cubicBezTo>
                  <a:pt x="231" y="212"/>
                  <a:pt x="231" y="212"/>
                  <a:pt x="231" y="212"/>
                </a:cubicBezTo>
                <a:cubicBezTo>
                  <a:pt x="231" y="212"/>
                  <a:pt x="231" y="212"/>
                  <a:pt x="231" y="212"/>
                </a:cubicBezTo>
                <a:cubicBezTo>
                  <a:pt x="231" y="213"/>
                  <a:pt x="231" y="213"/>
                  <a:pt x="231" y="213"/>
                </a:cubicBezTo>
                <a:cubicBezTo>
                  <a:pt x="231" y="213"/>
                  <a:pt x="231" y="213"/>
                  <a:pt x="231" y="213"/>
                </a:cubicBezTo>
                <a:cubicBezTo>
                  <a:pt x="225" y="213"/>
                  <a:pt x="225" y="213"/>
                  <a:pt x="225" y="213"/>
                </a:cubicBezTo>
                <a:cubicBezTo>
                  <a:pt x="225" y="213"/>
                  <a:pt x="225" y="213"/>
                  <a:pt x="225" y="213"/>
                </a:cubicBezTo>
                <a:cubicBezTo>
                  <a:pt x="223" y="212"/>
                  <a:pt x="223" y="212"/>
                  <a:pt x="223" y="212"/>
                </a:cubicBezTo>
                <a:cubicBezTo>
                  <a:pt x="223" y="212"/>
                  <a:pt x="223" y="212"/>
                  <a:pt x="223" y="212"/>
                </a:cubicBezTo>
                <a:cubicBezTo>
                  <a:pt x="221" y="211"/>
                  <a:pt x="221" y="211"/>
                  <a:pt x="221" y="211"/>
                </a:cubicBezTo>
                <a:cubicBezTo>
                  <a:pt x="221" y="211"/>
                  <a:pt x="221" y="211"/>
                  <a:pt x="221" y="211"/>
                </a:cubicBezTo>
                <a:cubicBezTo>
                  <a:pt x="220" y="210"/>
                  <a:pt x="220" y="210"/>
                  <a:pt x="220" y="210"/>
                </a:cubicBezTo>
                <a:cubicBezTo>
                  <a:pt x="220" y="210"/>
                  <a:pt x="220" y="210"/>
                  <a:pt x="220" y="210"/>
                </a:cubicBezTo>
                <a:cubicBezTo>
                  <a:pt x="219" y="208"/>
                  <a:pt x="219" y="208"/>
                  <a:pt x="219" y="208"/>
                </a:cubicBezTo>
                <a:cubicBezTo>
                  <a:pt x="219" y="208"/>
                  <a:pt x="219" y="208"/>
                  <a:pt x="219" y="208"/>
                </a:cubicBezTo>
                <a:cubicBezTo>
                  <a:pt x="217" y="208"/>
                  <a:pt x="217" y="208"/>
                  <a:pt x="217" y="208"/>
                </a:cubicBezTo>
                <a:cubicBezTo>
                  <a:pt x="217" y="208"/>
                  <a:pt x="217" y="208"/>
                  <a:pt x="217" y="208"/>
                </a:cubicBezTo>
                <a:cubicBezTo>
                  <a:pt x="216" y="207"/>
                  <a:pt x="216" y="207"/>
                  <a:pt x="216" y="207"/>
                </a:cubicBezTo>
                <a:cubicBezTo>
                  <a:pt x="216" y="207"/>
                  <a:pt x="216" y="207"/>
                  <a:pt x="216" y="207"/>
                </a:cubicBezTo>
                <a:cubicBezTo>
                  <a:pt x="214" y="207"/>
                  <a:pt x="214" y="207"/>
                  <a:pt x="214" y="207"/>
                </a:cubicBezTo>
                <a:cubicBezTo>
                  <a:pt x="214" y="207"/>
                  <a:pt x="214" y="207"/>
                  <a:pt x="214" y="207"/>
                </a:cubicBezTo>
                <a:cubicBezTo>
                  <a:pt x="214" y="206"/>
                  <a:pt x="214" y="206"/>
                  <a:pt x="214" y="206"/>
                </a:cubicBezTo>
                <a:cubicBezTo>
                  <a:pt x="214" y="206"/>
                  <a:pt x="214" y="206"/>
                  <a:pt x="214" y="206"/>
                </a:cubicBezTo>
                <a:cubicBezTo>
                  <a:pt x="210" y="210"/>
                  <a:pt x="210" y="210"/>
                  <a:pt x="210" y="210"/>
                </a:cubicBezTo>
                <a:cubicBezTo>
                  <a:pt x="210" y="210"/>
                  <a:pt x="210" y="210"/>
                  <a:pt x="210" y="210"/>
                </a:cubicBezTo>
                <a:cubicBezTo>
                  <a:pt x="166" y="232"/>
                  <a:pt x="166" y="232"/>
                  <a:pt x="166" y="232"/>
                </a:cubicBezTo>
                <a:cubicBezTo>
                  <a:pt x="166" y="232"/>
                  <a:pt x="166" y="232"/>
                  <a:pt x="166" y="232"/>
                </a:cubicBezTo>
                <a:cubicBezTo>
                  <a:pt x="160" y="238"/>
                  <a:pt x="160" y="238"/>
                  <a:pt x="160" y="238"/>
                </a:cubicBezTo>
                <a:cubicBezTo>
                  <a:pt x="160" y="238"/>
                  <a:pt x="160" y="238"/>
                  <a:pt x="160" y="238"/>
                </a:cubicBezTo>
                <a:cubicBezTo>
                  <a:pt x="155" y="241"/>
                  <a:pt x="155" y="241"/>
                  <a:pt x="155" y="241"/>
                </a:cubicBezTo>
                <a:cubicBezTo>
                  <a:pt x="155" y="241"/>
                  <a:pt x="155" y="241"/>
                  <a:pt x="155" y="241"/>
                </a:cubicBezTo>
                <a:cubicBezTo>
                  <a:pt x="149" y="244"/>
                  <a:pt x="149" y="244"/>
                  <a:pt x="149" y="244"/>
                </a:cubicBezTo>
                <a:cubicBezTo>
                  <a:pt x="149" y="244"/>
                  <a:pt x="149" y="244"/>
                  <a:pt x="149" y="244"/>
                </a:cubicBezTo>
                <a:cubicBezTo>
                  <a:pt x="145" y="247"/>
                  <a:pt x="145" y="247"/>
                  <a:pt x="145" y="247"/>
                </a:cubicBezTo>
                <a:cubicBezTo>
                  <a:pt x="145" y="247"/>
                  <a:pt x="145" y="247"/>
                  <a:pt x="145" y="247"/>
                </a:cubicBezTo>
                <a:cubicBezTo>
                  <a:pt x="138" y="251"/>
                  <a:pt x="138" y="251"/>
                  <a:pt x="138" y="251"/>
                </a:cubicBezTo>
                <a:cubicBezTo>
                  <a:pt x="138" y="251"/>
                  <a:pt x="138" y="251"/>
                  <a:pt x="138" y="251"/>
                </a:cubicBezTo>
                <a:cubicBezTo>
                  <a:pt x="135" y="255"/>
                  <a:pt x="135" y="255"/>
                  <a:pt x="135" y="255"/>
                </a:cubicBezTo>
                <a:cubicBezTo>
                  <a:pt x="135" y="255"/>
                  <a:pt x="135" y="255"/>
                  <a:pt x="135" y="255"/>
                </a:cubicBezTo>
                <a:cubicBezTo>
                  <a:pt x="134" y="256"/>
                  <a:pt x="133" y="258"/>
                  <a:pt x="132" y="260"/>
                </a:cubicBezTo>
                <a:cubicBezTo>
                  <a:pt x="132" y="260"/>
                  <a:pt x="132" y="260"/>
                  <a:pt x="132" y="260"/>
                </a:cubicBezTo>
                <a:cubicBezTo>
                  <a:pt x="132" y="262"/>
                  <a:pt x="131" y="263"/>
                  <a:pt x="131" y="265"/>
                </a:cubicBezTo>
                <a:cubicBezTo>
                  <a:pt x="131" y="265"/>
                  <a:pt x="131" y="265"/>
                  <a:pt x="131" y="265"/>
                </a:cubicBezTo>
                <a:cubicBezTo>
                  <a:pt x="133" y="265"/>
                  <a:pt x="135" y="266"/>
                  <a:pt x="137" y="267"/>
                </a:cubicBezTo>
                <a:close/>
                <a:moveTo>
                  <a:pt x="576" y="207"/>
                </a:moveTo>
                <a:cubicBezTo>
                  <a:pt x="581" y="167"/>
                  <a:pt x="581" y="167"/>
                  <a:pt x="581" y="167"/>
                </a:cubicBezTo>
                <a:cubicBezTo>
                  <a:pt x="581" y="167"/>
                  <a:pt x="581" y="167"/>
                  <a:pt x="581" y="167"/>
                </a:cubicBezTo>
                <a:cubicBezTo>
                  <a:pt x="627" y="138"/>
                  <a:pt x="627" y="138"/>
                  <a:pt x="627" y="138"/>
                </a:cubicBezTo>
                <a:cubicBezTo>
                  <a:pt x="627" y="138"/>
                  <a:pt x="627" y="138"/>
                  <a:pt x="627" y="138"/>
                </a:cubicBezTo>
                <a:cubicBezTo>
                  <a:pt x="633" y="141"/>
                  <a:pt x="633" y="141"/>
                  <a:pt x="633" y="141"/>
                </a:cubicBezTo>
                <a:cubicBezTo>
                  <a:pt x="633" y="141"/>
                  <a:pt x="633" y="141"/>
                  <a:pt x="633" y="141"/>
                </a:cubicBezTo>
                <a:cubicBezTo>
                  <a:pt x="630" y="149"/>
                  <a:pt x="630" y="149"/>
                  <a:pt x="630" y="149"/>
                </a:cubicBezTo>
                <a:cubicBezTo>
                  <a:pt x="630" y="149"/>
                  <a:pt x="630" y="149"/>
                  <a:pt x="630" y="149"/>
                </a:cubicBezTo>
                <a:cubicBezTo>
                  <a:pt x="628" y="157"/>
                  <a:pt x="628" y="157"/>
                  <a:pt x="628" y="157"/>
                </a:cubicBezTo>
                <a:cubicBezTo>
                  <a:pt x="628" y="157"/>
                  <a:pt x="628" y="157"/>
                  <a:pt x="628" y="157"/>
                </a:cubicBezTo>
                <a:cubicBezTo>
                  <a:pt x="623" y="163"/>
                  <a:pt x="623" y="163"/>
                  <a:pt x="623" y="163"/>
                </a:cubicBezTo>
                <a:cubicBezTo>
                  <a:pt x="623" y="163"/>
                  <a:pt x="623" y="163"/>
                  <a:pt x="623" y="163"/>
                </a:cubicBezTo>
                <a:cubicBezTo>
                  <a:pt x="619" y="169"/>
                  <a:pt x="619" y="169"/>
                  <a:pt x="619" y="169"/>
                </a:cubicBezTo>
                <a:cubicBezTo>
                  <a:pt x="619" y="169"/>
                  <a:pt x="619" y="169"/>
                  <a:pt x="619" y="169"/>
                </a:cubicBezTo>
                <a:cubicBezTo>
                  <a:pt x="612" y="175"/>
                  <a:pt x="612" y="175"/>
                  <a:pt x="612" y="175"/>
                </a:cubicBezTo>
                <a:cubicBezTo>
                  <a:pt x="612" y="175"/>
                  <a:pt x="612" y="175"/>
                  <a:pt x="612" y="175"/>
                </a:cubicBezTo>
                <a:cubicBezTo>
                  <a:pt x="607" y="181"/>
                  <a:pt x="607" y="181"/>
                  <a:pt x="607" y="181"/>
                </a:cubicBezTo>
                <a:cubicBezTo>
                  <a:pt x="607" y="181"/>
                  <a:pt x="607" y="181"/>
                  <a:pt x="607" y="181"/>
                </a:cubicBezTo>
                <a:cubicBezTo>
                  <a:pt x="601" y="187"/>
                  <a:pt x="601" y="187"/>
                  <a:pt x="601" y="187"/>
                </a:cubicBezTo>
                <a:cubicBezTo>
                  <a:pt x="601" y="187"/>
                  <a:pt x="601" y="187"/>
                  <a:pt x="601" y="187"/>
                </a:cubicBezTo>
                <a:cubicBezTo>
                  <a:pt x="597" y="193"/>
                  <a:pt x="597" y="193"/>
                  <a:pt x="597" y="193"/>
                </a:cubicBezTo>
                <a:cubicBezTo>
                  <a:pt x="597" y="193"/>
                  <a:pt x="597" y="193"/>
                  <a:pt x="597" y="193"/>
                </a:cubicBezTo>
                <a:cubicBezTo>
                  <a:pt x="593" y="196"/>
                  <a:pt x="593" y="196"/>
                  <a:pt x="593" y="196"/>
                </a:cubicBezTo>
                <a:cubicBezTo>
                  <a:pt x="593" y="196"/>
                  <a:pt x="593" y="196"/>
                  <a:pt x="593" y="196"/>
                </a:cubicBezTo>
                <a:cubicBezTo>
                  <a:pt x="592" y="198"/>
                  <a:pt x="592" y="198"/>
                  <a:pt x="592" y="198"/>
                </a:cubicBezTo>
                <a:cubicBezTo>
                  <a:pt x="592" y="198"/>
                  <a:pt x="592" y="198"/>
                  <a:pt x="592" y="198"/>
                </a:cubicBezTo>
                <a:cubicBezTo>
                  <a:pt x="589" y="200"/>
                  <a:pt x="589" y="200"/>
                  <a:pt x="589" y="200"/>
                </a:cubicBezTo>
                <a:cubicBezTo>
                  <a:pt x="589" y="200"/>
                  <a:pt x="589" y="200"/>
                  <a:pt x="589" y="200"/>
                </a:cubicBezTo>
                <a:cubicBezTo>
                  <a:pt x="587" y="201"/>
                  <a:pt x="587" y="201"/>
                  <a:pt x="587" y="201"/>
                </a:cubicBezTo>
                <a:cubicBezTo>
                  <a:pt x="587" y="201"/>
                  <a:pt x="587" y="201"/>
                  <a:pt x="587" y="201"/>
                </a:cubicBezTo>
                <a:cubicBezTo>
                  <a:pt x="584" y="204"/>
                  <a:pt x="584" y="204"/>
                  <a:pt x="584" y="204"/>
                </a:cubicBezTo>
                <a:cubicBezTo>
                  <a:pt x="584" y="204"/>
                  <a:pt x="584" y="204"/>
                  <a:pt x="584" y="204"/>
                </a:cubicBezTo>
                <a:cubicBezTo>
                  <a:pt x="582" y="206"/>
                  <a:pt x="582" y="206"/>
                  <a:pt x="582" y="206"/>
                </a:cubicBezTo>
                <a:cubicBezTo>
                  <a:pt x="582" y="206"/>
                  <a:pt x="582" y="206"/>
                  <a:pt x="582" y="206"/>
                </a:cubicBezTo>
                <a:cubicBezTo>
                  <a:pt x="579" y="207"/>
                  <a:pt x="579" y="207"/>
                  <a:pt x="579" y="207"/>
                </a:cubicBezTo>
                <a:cubicBezTo>
                  <a:pt x="579" y="207"/>
                  <a:pt x="579" y="207"/>
                  <a:pt x="579" y="207"/>
                </a:cubicBezTo>
                <a:cubicBezTo>
                  <a:pt x="576" y="207"/>
                  <a:pt x="576" y="207"/>
                  <a:pt x="576" y="207"/>
                </a:cubicBezTo>
                <a:close/>
                <a:moveTo>
                  <a:pt x="1844" y="194"/>
                </a:moveTo>
                <a:cubicBezTo>
                  <a:pt x="1845" y="193"/>
                  <a:pt x="1845" y="193"/>
                  <a:pt x="1845" y="193"/>
                </a:cubicBezTo>
                <a:cubicBezTo>
                  <a:pt x="1845" y="193"/>
                  <a:pt x="1845" y="193"/>
                  <a:pt x="1845" y="193"/>
                </a:cubicBezTo>
                <a:cubicBezTo>
                  <a:pt x="1847" y="192"/>
                  <a:pt x="1847" y="192"/>
                  <a:pt x="1847" y="192"/>
                </a:cubicBezTo>
                <a:cubicBezTo>
                  <a:pt x="1847" y="192"/>
                  <a:pt x="1847" y="192"/>
                  <a:pt x="1847" y="192"/>
                </a:cubicBezTo>
                <a:cubicBezTo>
                  <a:pt x="1849" y="191"/>
                  <a:pt x="1849" y="191"/>
                  <a:pt x="1849" y="191"/>
                </a:cubicBezTo>
                <a:cubicBezTo>
                  <a:pt x="1849" y="191"/>
                  <a:pt x="1849" y="191"/>
                  <a:pt x="1849" y="191"/>
                </a:cubicBezTo>
                <a:cubicBezTo>
                  <a:pt x="1851" y="189"/>
                  <a:pt x="1851" y="189"/>
                  <a:pt x="1851" y="189"/>
                </a:cubicBezTo>
                <a:cubicBezTo>
                  <a:pt x="1851" y="189"/>
                  <a:pt x="1851" y="189"/>
                  <a:pt x="1851" y="189"/>
                </a:cubicBezTo>
                <a:cubicBezTo>
                  <a:pt x="1852" y="188"/>
                  <a:pt x="1852" y="188"/>
                  <a:pt x="1852" y="188"/>
                </a:cubicBezTo>
                <a:cubicBezTo>
                  <a:pt x="1852" y="188"/>
                  <a:pt x="1852" y="188"/>
                  <a:pt x="1852" y="188"/>
                </a:cubicBezTo>
                <a:cubicBezTo>
                  <a:pt x="1853" y="186"/>
                  <a:pt x="1853" y="186"/>
                  <a:pt x="1853" y="186"/>
                </a:cubicBezTo>
                <a:cubicBezTo>
                  <a:pt x="1853" y="186"/>
                  <a:pt x="1853" y="186"/>
                  <a:pt x="1853" y="186"/>
                </a:cubicBezTo>
                <a:cubicBezTo>
                  <a:pt x="1854" y="185"/>
                  <a:pt x="1854" y="185"/>
                  <a:pt x="1854" y="185"/>
                </a:cubicBezTo>
                <a:cubicBezTo>
                  <a:pt x="1854" y="185"/>
                  <a:pt x="1854" y="185"/>
                  <a:pt x="1854" y="185"/>
                </a:cubicBezTo>
                <a:cubicBezTo>
                  <a:pt x="1855" y="183"/>
                  <a:pt x="1855" y="183"/>
                  <a:pt x="1855" y="183"/>
                </a:cubicBezTo>
                <a:cubicBezTo>
                  <a:pt x="1855" y="183"/>
                  <a:pt x="1855" y="183"/>
                  <a:pt x="1855" y="183"/>
                </a:cubicBezTo>
                <a:cubicBezTo>
                  <a:pt x="1853" y="182"/>
                  <a:pt x="1853" y="182"/>
                  <a:pt x="1853" y="182"/>
                </a:cubicBezTo>
                <a:cubicBezTo>
                  <a:pt x="1853" y="182"/>
                  <a:pt x="1853" y="182"/>
                  <a:pt x="1853" y="182"/>
                </a:cubicBezTo>
                <a:cubicBezTo>
                  <a:pt x="1852" y="180"/>
                  <a:pt x="1852" y="180"/>
                  <a:pt x="1852" y="180"/>
                </a:cubicBezTo>
                <a:cubicBezTo>
                  <a:pt x="1852" y="180"/>
                  <a:pt x="1852" y="180"/>
                  <a:pt x="1852" y="180"/>
                </a:cubicBezTo>
                <a:cubicBezTo>
                  <a:pt x="1850" y="179"/>
                  <a:pt x="1850" y="179"/>
                  <a:pt x="1850" y="179"/>
                </a:cubicBezTo>
                <a:cubicBezTo>
                  <a:pt x="1850" y="179"/>
                  <a:pt x="1850" y="179"/>
                  <a:pt x="1850" y="179"/>
                </a:cubicBezTo>
                <a:cubicBezTo>
                  <a:pt x="1850" y="177"/>
                  <a:pt x="1850" y="177"/>
                  <a:pt x="1850" y="177"/>
                </a:cubicBezTo>
                <a:cubicBezTo>
                  <a:pt x="1850" y="177"/>
                  <a:pt x="1850" y="177"/>
                  <a:pt x="1850" y="177"/>
                </a:cubicBezTo>
                <a:cubicBezTo>
                  <a:pt x="1848" y="176"/>
                  <a:pt x="1848" y="176"/>
                  <a:pt x="1848" y="176"/>
                </a:cubicBezTo>
                <a:cubicBezTo>
                  <a:pt x="1848" y="176"/>
                  <a:pt x="1848" y="176"/>
                  <a:pt x="1848" y="176"/>
                </a:cubicBezTo>
                <a:cubicBezTo>
                  <a:pt x="1847" y="174"/>
                  <a:pt x="1847" y="174"/>
                  <a:pt x="1847" y="174"/>
                </a:cubicBezTo>
                <a:cubicBezTo>
                  <a:pt x="1847" y="174"/>
                  <a:pt x="1847" y="174"/>
                  <a:pt x="1847" y="174"/>
                </a:cubicBezTo>
                <a:cubicBezTo>
                  <a:pt x="1847" y="173"/>
                  <a:pt x="1847" y="173"/>
                  <a:pt x="1847" y="173"/>
                </a:cubicBezTo>
                <a:cubicBezTo>
                  <a:pt x="1847" y="173"/>
                  <a:pt x="1847" y="173"/>
                  <a:pt x="1847" y="173"/>
                </a:cubicBezTo>
                <a:cubicBezTo>
                  <a:pt x="1847" y="171"/>
                  <a:pt x="1847" y="171"/>
                  <a:pt x="1847" y="171"/>
                </a:cubicBezTo>
                <a:cubicBezTo>
                  <a:pt x="1847" y="171"/>
                  <a:pt x="1847" y="171"/>
                  <a:pt x="1847" y="171"/>
                </a:cubicBezTo>
                <a:cubicBezTo>
                  <a:pt x="1845" y="171"/>
                  <a:pt x="1845" y="171"/>
                  <a:pt x="1845" y="171"/>
                </a:cubicBezTo>
                <a:cubicBezTo>
                  <a:pt x="1845" y="171"/>
                  <a:pt x="1845" y="171"/>
                  <a:pt x="1845" y="171"/>
                </a:cubicBezTo>
                <a:cubicBezTo>
                  <a:pt x="1844" y="171"/>
                  <a:pt x="1844" y="171"/>
                  <a:pt x="1844" y="171"/>
                </a:cubicBezTo>
                <a:cubicBezTo>
                  <a:pt x="1844" y="171"/>
                  <a:pt x="1844" y="171"/>
                  <a:pt x="1844" y="171"/>
                </a:cubicBezTo>
                <a:cubicBezTo>
                  <a:pt x="1842" y="171"/>
                  <a:pt x="1842" y="171"/>
                  <a:pt x="1842" y="171"/>
                </a:cubicBezTo>
                <a:cubicBezTo>
                  <a:pt x="1842" y="171"/>
                  <a:pt x="1842" y="171"/>
                  <a:pt x="1842" y="171"/>
                </a:cubicBezTo>
                <a:cubicBezTo>
                  <a:pt x="1842" y="171"/>
                  <a:pt x="1842" y="171"/>
                  <a:pt x="1842" y="171"/>
                </a:cubicBezTo>
                <a:cubicBezTo>
                  <a:pt x="1842" y="171"/>
                  <a:pt x="1842" y="171"/>
                  <a:pt x="1842" y="171"/>
                </a:cubicBezTo>
                <a:cubicBezTo>
                  <a:pt x="1840" y="172"/>
                  <a:pt x="1840" y="172"/>
                  <a:pt x="1840" y="172"/>
                </a:cubicBezTo>
                <a:cubicBezTo>
                  <a:pt x="1840" y="172"/>
                  <a:pt x="1840" y="172"/>
                  <a:pt x="1840" y="172"/>
                </a:cubicBezTo>
                <a:cubicBezTo>
                  <a:pt x="1838" y="173"/>
                  <a:pt x="1838" y="173"/>
                  <a:pt x="1838" y="173"/>
                </a:cubicBezTo>
                <a:cubicBezTo>
                  <a:pt x="1838" y="173"/>
                  <a:pt x="1838" y="173"/>
                  <a:pt x="1838" y="173"/>
                </a:cubicBezTo>
                <a:cubicBezTo>
                  <a:pt x="1838" y="173"/>
                  <a:pt x="1838" y="173"/>
                  <a:pt x="1838" y="173"/>
                </a:cubicBezTo>
                <a:cubicBezTo>
                  <a:pt x="1838" y="173"/>
                  <a:pt x="1838" y="173"/>
                  <a:pt x="1838" y="173"/>
                </a:cubicBezTo>
                <a:cubicBezTo>
                  <a:pt x="1838" y="176"/>
                  <a:pt x="1838" y="176"/>
                  <a:pt x="1838" y="176"/>
                </a:cubicBezTo>
                <a:cubicBezTo>
                  <a:pt x="1838" y="176"/>
                  <a:pt x="1838" y="176"/>
                  <a:pt x="1838" y="176"/>
                </a:cubicBezTo>
                <a:cubicBezTo>
                  <a:pt x="1838" y="179"/>
                  <a:pt x="1838" y="179"/>
                  <a:pt x="1838" y="179"/>
                </a:cubicBezTo>
                <a:cubicBezTo>
                  <a:pt x="1838" y="179"/>
                  <a:pt x="1838" y="179"/>
                  <a:pt x="1838" y="179"/>
                </a:cubicBezTo>
                <a:cubicBezTo>
                  <a:pt x="1838" y="182"/>
                  <a:pt x="1838" y="182"/>
                  <a:pt x="1838" y="182"/>
                </a:cubicBezTo>
                <a:cubicBezTo>
                  <a:pt x="1838" y="182"/>
                  <a:pt x="1838" y="182"/>
                  <a:pt x="1838" y="182"/>
                </a:cubicBezTo>
                <a:cubicBezTo>
                  <a:pt x="1840" y="185"/>
                  <a:pt x="1840" y="185"/>
                  <a:pt x="1840" y="185"/>
                </a:cubicBezTo>
                <a:cubicBezTo>
                  <a:pt x="1840" y="185"/>
                  <a:pt x="1840" y="185"/>
                  <a:pt x="1840" y="185"/>
                </a:cubicBezTo>
                <a:cubicBezTo>
                  <a:pt x="1840" y="187"/>
                  <a:pt x="1840" y="187"/>
                  <a:pt x="1840" y="187"/>
                </a:cubicBezTo>
                <a:cubicBezTo>
                  <a:pt x="1840" y="187"/>
                  <a:pt x="1840" y="187"/>
                  <a:pt x="1840" y="187"/>
                </a:cubicBezTo>
                <a:cubicBezTo>
                  <a:pt x="1841" y="189"/>
                  <a:pt x="1841" y="189"/>
                  <a:pt x="1841" y="189"/>
                </a:cubicBezTo>
                <a:cubicBezTo>
                  <a:pt x="1841" y="189"/>
                  <a:pt x="1841" y="189"/>
                  <a:pt x="1841" y="189"/>
                </a:cubicBezTo>
                <a:cubicBezTo>
                  <a:pt x="1841" y="192"/>
                  <a:pt x="1841" y="192"/>
                  <a:pt x="1841" y="192"/>
                </a:cubicBezTo>
                <a:cubicBezTo>
                  <a:pt x="1841" y="192"/>
                  <a:pt x="1841" y="192"/>
                  <a:pt x="1841" y="192"/>
                </a:cubicBezTo>
                <a:cubicBezTo>
                  <a:pt x="1842" y="194"/>
                  <a:pt x="1842" y="194"/>
                  <a:pt x="1842" y="194"/>
                </a:cubicBezTo>
                <a:lnTo>
                  <a:pt x="1844" y="194"/>
                </a:lnTo>
                <a:close/>
                <a:moveTo>
                  <a:pt x="1916" y="194"/>
                </a:moveTo>
                <a:cubicBezTo>
                  <a:pt x="1918" y="191"/>
                  <a:pt x="1918" y="191"/>
                  <a:pt x="1918" y="191"/>
                </a:cubicBezTo>
                <a:cubicBezTo>
                  <a:pt x="1918" y="191"/>
                  <a:pt x="1918" y="191"/>
                  <a:pt x="1918" y="191"/>
                </a:cubicBezTo>
                <a:cubicBezTo>
                  <a:pt x="1921" y="186"/>
                  <a:pt x="1921" y="186"/>
                  <a:pt x="1921" y="186"/>
                </a:cubicBezTo>
                <a:cubicBezTo>
                  <a:pt x="1921" y="186"/>
                  <a:pt x="1921" y="186"/>
                  <a:pt x="1921" y="186"/>
                </a:cubicBezTo>
                <a:cubicBezTo>
                  <a:pt x="1923" y="183"/>
                  <a:pt x="1923" y="183"/>
                  <a:pt x="1923" y="183"/>
                </a:cubicBezTo>
                <a:cubicBezTo>
                  <a:pt x="1923" y="183"/>
                  <a:pt x="1923" y="183"/>
                  <a:pt x="1923" y="183"/>
                </a:cubicBezTo>
                <a:cubicBezTo>
                  <a:pt x="1924" y="177"/>
                  <a:pt x="1924" y="177"/>
                  <a:pt x="1924" y="177"/>
                </a:cubicBezTo>
                <a:cubicBezTo>
                  <a:pt x="1924" y="177"/>
                  <a:pt x="1924" y="177"/>
                  <a:pt x="1924" y="177"/>
                </a:cubicBezTo>
                <a:cubicBezTo>
                  <a:pt x="1924" y="173"/>
                  <a:pt x="1924" y="173"/>
                  <a:pt x="1924" y="173"/>
                </a:cubicBezTo>
                <a:cubicBezTo>
                  <a:pt x="1924" y="173"/>
                  <a:pt x="1924" y="173"/>
                  <a:pt x="1924" y="173"/>
                </a:cubicBezTo>
                <a:cubicBezTo>
                  <a:pt x="1924" y="169"/>
                  <a:pt x="1924" y="169"/>
                  <a:pt x="1924" y="169"/>
                </a:cubicBezTo>
                <a:cubicBezTo>
                  <a:pt x="1924" y="169"/>
                  <a:pt x="1924" y="169"/>
                  <a:pt x="1924" y="169"/>
                </a:cubicBezTo>
                <a:cubicBezTo>
                  <a:pt x="1921" y="165"/>
                  <a:pt x="1921" y="165"/>
                  <a:pt x="1921" y="165"/>
                </a:cubicBezTo>
                <a:cubicBezTo>
                  <a:pt x="1921" y="165"/>
                  <a:pt x="1921" y="165"/>
                  <a:pt x="1921" y="165"/>
                </a:cubicBezTo>
                <a:cubicBezTo>
                  <a:pt x="1920" y="160"/>
                  <a:pt x="1920" y="160"/>
                  <a:pt x="1920" y="160"/>
                </a:cubicBezTo>
                <a:cubicBezTo>
                  <a:pt x="1920" y="160"/>
                  <a:pt x="1920" y="160"/>
                  <a:pt x="1920" y="160"/>
                </a:cubicBezTo>
                <a:cubicBezTo>
                  <a:pt x="1914" y="158"/>
                  <a:pt x="1914" y="158"/>
                  <a:pt x="1914" y="158"/>
                </a:cubicBezTo>
                <a:cubicBezTo>
                  <a:pt x="1914" y="158"/>
                  <a:pt x="1914" y="158"/>
                  <a:pt x="1914" y="158"/>
                </a:cubicBezTo>
                <a:cubicBezTo>
                  <a:pt x="1908" y="159"/>
                  <a:pt x="1908" y="159"/>
                  <a:pt x="1908" y="159"/>
                </a:cubicBezTo>
                <a:cubicBezTo>
                  <a:pt x="1908" y="159"/>
                  <a:pt x="1908" y="159"/>
                  <a:pt x="1908" y="159"/>
                </a:cubicBezTo>
                <a:cubicBezTo>
                  <a:pt x="1907" y="163"/>
                  <a:pt x="1907" y="163"/>
                  <a:pt x="1907" y="163"/>
                </a:cubicBezTo>
                <a:cubicBezTo>
                  <a:pt x="1907" y="163"/>
                  <a:pt x="1907" y="163"/>
                  <a:pt x="1907" y="163"/>
                </a:cubicBezTo>
                <a:cubicBezTo>
                  <a:pt x="1907" y="166"/>
                  <a:pt x="1907" y="166"/>
                  <a:pt x="1907" y="166"/>
                </a:cubicBezTo>
                <a:cubicBezTo>
                  <a:pt x="1907" y="166"/>
                  <a:pt x="1907" y="166"/>
                  <a:pt x="1907" y="166"/>
                </a:cubicBezTo>
                <a:cubicBezTo>
                  <a:pt x="1907" y="169"/>
                  <a:pt x="1907" y="169"/>
                  <a:pt x="1907" y="169"/>
                </a:cubicBezTo>
                <a:cubicBezTo>
                  <a:pt x="1907" y="169"/>
                  <a:pt x="1907" y="169"/>
                  <a:pt x="1907" y="169"/>
                </a:cubicBezTo>
                <a:cubicBezTo>
                  <a:pt x="1908" y="171"/>
                  <a:pt x="1908" y="171"/>
                  <a:pt x="1908" y="171"/>
                </a:cubicBezTo>
                <a:cubicBezTo>
                  <a:pt x="1908" y="171"/>
                  <a:pt x="1908" y="171"/>
                  <a:pt x="1908" y="171"/>
                </a:cubicBezTo>
                <a:cubicBezTo>
                  <a:pt x="1907" y="174"/>
                  <a:pt x="1907" y="174"/>
                  <a:pt x="1907" y="174"/>
                </a:cubicBezTo>
                <a:cubicBezTo>
                  <a:pt x="1907" y="174"/>
                  <a:pt x="1907" y="174"/>
                  <a:pt x="1907" y="174"/>
                </a:cubicBezTo>
                <a:cubicBezTo>
                  <a:pt x="1907" y="177"/>
                  <a:pt x="1907" y="177"/>
                  <a:pt x="1907" y="177"/>
                </a:cubicBezTo>
                <a:cubicBezTo>
                  <a:pt x="1907" y="177"/>
                  <a:pt x="1907" y="177"/>
                  <a:pt x="1907" y="177"/>
                </a:cubicBezTo>
                <a:cubicBezTo>
                  <a:pt x="1906" y="180"/>
                  <a:pt x="1906" y="180"/>
                  <a:pt x="1906" y="180"/>
                </a:cubicBezTo>
                <a:cubicBezTo>
                  <a:pt x="1906" y="180"/>
                  <a:pt x="1906" y="180"/>
                  <a:pt x="1906" y="180"/>
                </a:cubicBezTo>
                <a:cubicBezTo>
                  <a:pt x="1905" y="183"/>
                  <a:pt x="1905" y="183"/>
                  <a:pt x="1905" y="183"/>
                </a:cubicBezTo>
                <a:cubicBezTo>
                  <a:pt x="1905" y="183"/>
                  <a:pt x="1905" y="183"/>
                  <a:pt x="1905" y="183"/>
                </a:cubicBezTo>
                <a:cubicBezTo>
                  <a:pt x="1905" y="185"/>
                  <a:pt x="1905" y="185"/>
                  <a:pt x="1905" y="185"/>
                </a:cubicBezTo>
                <a:cubicBezTo>
                  <a:pt x="1905" y="185"/>
                  <a:pt x="1905" y="185"/>
                  <a:pt x="1905" y="185"/>
                </a:cubicBezTo>
                <a:cubicBezTo>
                  <a:pt x="1906" y="187"/>
                  <a:pt x="1906" y="187"/>
                  <a:pt x="1906" y="187"/>
                </a:cubicBezTo>
                <a:cubicBezTo>
                  <a:pt x="1906" y="187"/>
                  <a:pt x="1906" y="187"/>
                  <a:pt x="1906" y="187"/>
                </a:cubicBezTo>
                <a:cubicBezTo>
                  <a:pt x="1907" y="189"/>
                  <a:pt x="1907" y="189"/>
                  <a:pt x="1907" y="189"/>
                </a:cubicBezTo>
                <a:cubicBezTo>
                  <a:pt x="1907" y="189"/>
                  <a:pt x="1907" y="189"/>
                  <a:pt x="1907" y="189"/>
                </a:cubicBezTo>
                <a:cubicBezTo>
                  <a:pt x="1908" y="190"/>
                  <a:pt x="1908" y="190"/>
                  <a:pt x="1908" y="190"/>
                </a:cubicBezTo>
                <a:cubicBezTo>
                  <a:pt x="1908" y="190"/>
                  <a:pt x="1908" y="190"/>
                  <a:pt x="1908" y="190"/>
                </a:cubicBezTo>
                <a:cubicBezTo>
                  <a:pt x="1909" y="192"/>
                  <a:pt x="1909" y="192"/>
                  <a:pt x="1909" y="192"/>
                </a:cubicBezTo>
                <a:cubicBezTo>
                  <a:pt x="1909" y="192"/>
                  <a:pt x="1909" y="192"/>
                  <a:pt x="1909" y="192"/>
                </a:cubicBezTo>
                <a:cubicBezTo>
                  <a:pt x="1910" y="193"/>
                  <a:pt x="1910" y="193"/>
                  <a:pt x="1910" y="193"/>
                </a:cubicBezTo>
                <a:cubicBezTo>
                  <a:pt x="1910" y="193"/>
                  <a:pt x="1910" y="193"/>
                  <a:pt x="1910" y="193"/>
                </a:cubicBezTo>
                <a:cubicBezTo>
                  <a:pt x="1911" y="194"/>
                  <a:pt x="1911" y="194"/>
                  <a:pt x="1911" y="194"/>
                </a:cubicBezTo>
                <a:cubicBezTo>
                  <a:pt x="1911" y="194"/>
                  <a:pt x="1911" y="194"/>
                  <a:pt x="1911" y="194"/>
                </a:cubicBezTo>
                <a:cubicBezTo>
                  <a:pt x="1914" y="194"/>
                  <a:pt x="1914" y="194"/>
                  <a:pt x="1914" y="194"/>
                </a:cubicBezTo>
                <a:lnTo>
                  <a:pt x="1916" y="194"/>
                </a:lnTo>
                <a:close/>
                <a:moveTo>
                  <a:pt x="1879" y="168"/>
                </a:moveTo>
                <a:cubicBezTo>
                  <a:pt x="1881" y="168"/>
                  <a:pt x="1881" y="168"/>
                  <a:pt x="1881" y="168"/>
                </a:cubicBezTo>
                <a:cubicBezTo>
                  <a:pt x="1881" y="168"/>
                  <a:pt x="1881" y="168"/>
                  <a:pt x="1881" y="168"/>
                </a:cubicBezTo>
                <a:cubicBezTo>
                  <a:pt x="1882" y="168"/>
                  <a:pt x="1882" y="168"/>
                  <a:pt x="1882" y="168"/>
                </a:cubicBezTo>
                <a:cubicBezTo>
                  <a:pt x="1882" y="168"/>
                  <a:pt x="1882" y="168"/>
                  <a:pt x="1882" y="168"/>
                </a:cubicBezTo>
                <a:cubicBezTo>
                  <a:pt x="1883" y="167"/>
                  <a:pt x="1883" y="167"/>
                  <a:pt x="1883" y="167"/>
                </a:cubicBezTo>
                <a:cubicBezTo>
                  <a:pt x="1883" y="167"/>
                  <a:pt x="1883" y="167"/>
                  <a:pt x="1883" y="167"/>
                </a:cubicBezTo>
                <a:cubicBezTo>
                  <a:pt x="1885" y="165"/>
                  <a:pt x="1885" y="165"/>
                  <a:pt x="1885" y="165"/>
                </a:cubicBezTo>
                <a:cubicBezTo>
                  <a:pt x="1885" y="165"/>
                  <a:pt x="1885" y="165"/>
                  <a:pt x="1885" y="165"/>
                </a:cubicBezTo>
                <a:cubicBezTo>
                  <a:pt x="1886" y="165"/>
                  <a:pt x="1886" y="165"/>
                  <a:pt x="1886" y="165"/>
                </a:cubicBezTo>
                <a:cubicBezTo>
                  <a:pt x="1886" y="165"/>
                  <a:pt x="1886" y="165"/>
                  <a:pt x="1886" y="165"/>
                </a:cubicBezTo>
                <a:cubicBezTo>
                  <a:pt x="1887" y="164"/>
                  <a:pt x="1887" y="164"/>
                  <a:pt x="1887" y="164"/>
                </a:cubicBezTo>
                <a:cubicBezTo>
                  <a:pt x="1887" y="164"/>
                  <a:pt x="1887" y="164"/>
                  <a:pt x="1887" y="164"/>
                </a:cubicBezTo>
                <a:cubicBezTo>
                  <a:pt x="1888" y="163"/>
                  <a:pt x="1888" y="163"/>
                  <a:pt x="1888" y="163"/>
                </a:cubicBezTo>
                <a:cubicBezTo>
                  <a:pt x="1888" y="163"/>
                  <a:pt x="1888" y="163"/>
                  <a:pt x="1888" y="163"/>
                </a:cubicBezTo>
                <a:cubicBezTo>
                  <a:pt x="1891" y="162"/>
                  <a:pt x="1891" y="162"/>
                  <a:pt x="1891" y="162"/>
                </a:cubicBezTo>
                <a:cubicBezTo>
                  <a:pt x="1891" y="162"/>
                  <a:pt x="1891" y="162"/>
                  <a:pt x="1891" y="162"/>
                </a:cubicBezTo>
                <a:cubicBezTo>
                  <a:pt x="1890" y="159"/>
                  <a:pt x="1890" y="159"/>
                  <a:pt x="1890" y="159"/>
                </a:cubicBezTo>
                <a:cubicBezTo>
                  <a:pt x="1890" y="159"/>
                  <a:pt x="1890" y="159"/>
                  <a:pt x="1890" y="159"/>
                </a:cubicBezTo>
                <a:cubicBezTo>
                  <a:pt x="1890" y="157"/>
                  <a:pt x="1890" y="157"/>
                  <a:pt x="1890" y="157"/>
                </a:cubicBezTo>
                <a:cubicBezTo>
                  <a:pt x="1890" y="157"/>
                  <a:pt x="1890" y="157"/>
                  <a:pt x="1890" y="157"/>
                </a:cubicBezTo>
                <a:cubicBezTo>
                  <a:pt x="1888" y="154"/>
                  <a:pt x="1888" y="154"/>
                  <a:pt x="1888" y="154"/>
                </a:cubicBezTo>
                <a:cubicBezTo>
                  <a:pt x="1888" y="154"/>
                  <a:pt x="1888" y="154"/>
                  <a:pt x="1888" y="154"/>
                </a:cubicBezTo>
                <a:cubicBezTo>
                  <a:pt x="1886" y="150"/>
                  <a:pt x="1886" y="150"/>
                  <a:pt x="1886" y="150"/>
                </a:cubicBezTo>
                <a:cubicBezTo>
                  <a:pt x="1886" y="150"/>
                  <a:pt x="1886" y="150"/>
                  <a:pt x="1886" y="150"/>
                </a:cubicBezTo>
                <a:cubicBezTo>
                  <a:pt x="1882" y="148"/>
                  <a:pt x="1882" y="148"/>
                  <a:pt x="1882" y="148"/>
                </a:cubicBezTo>
                <a:cubicBezTo>
                  <a:pt x="1882" y="148"/>
                  <a:pt x="1882" y="148"/>
                  <a:pt x="1882" y="148"/>
                </a:cubicBezTo>
                <a:cubicBezTo>
                  <a:pt x="1878" y="145"/>
                  <a:pt x="1878" y="145"/>
                  <a:pt x="1878" y="145"/>
                </a:cubicBezTo>
                <a:cubicBezTo>
                  <a:pt x="1878" y="145"/>
                  <a:pt x="1878" y="145"/>
                  <a:pt x="1878" y="145"/>
                </a:cubicBezTo>
                <a:cubicBezTo>
                  <a:pt x="1875" y="144"/>
                  <a:pt x="1875" y="144"/>
                  <a:pt x="1875" y="144"/>
                </a:cubicBezTo>
                <a:cubicBezTo>
                  <a:pt x="1875" y="144"/>
                  <a:pt x="1875" y="144"/>
                  <a:pt x="1875" y="144"/>
                </a:cubicBezTo>
                <a:cubicBezTo>
                  <a:pt x="1872" y="143"/>
                  <a:pt x="1872" y="143"/>
                  <a:pt x="1872" y="143"/>
                </a:cubicBezTo>
                <a:cubicBezTo>
                  <a:pt x="1872" y="143"/>
                  <a:pt x="1872" y="143"/>
                  <a:pt x="1872" y="143"/>
                </a:cubicBezTo>
                <a:cubicBezTo>
                  <a:pt x="1870" y="145"/>
                  <a:pt x="1870" y="145"/>
                  <a:pt x="1870" y="145"/>
                </a:cubicBezTo>
                <a:cubicBezTo>
                  <a:pt x="1870" y="145"/>
                  <a:pt x="1870" y="145"/>
                  <a:pt x="1870" y="145"/>
                </a:cubicBezTo>
                <a:cubicBezTo>
                  <a:pt x="1869" y="147"/>
                  <a:pt x="1869" y="147"/>
                  <a:pt x="1869" y="147"/>
                </a:cubicBezTo>
                <a:cubicBezTo>
                  <a:pt x="1869" y="147"/>
                  <a:pt x="1869" y="147"/>
                  <a:pt x="1869" y="147"/>
                </a:cubicBezTo>
                <a:cubicBezTo>
                  <a:pt x="1867" y="149"/>
                  <a:pt x="1867" y="149"/>
                  <a:pt x="1867" y="149"/>
                </a:cubicBezTo>
                <a:cubicBezTo>
                  <a:pt x="1867" y="149"/>
                  <a:pt x="1867" y="149"/>
                  <a:pt x="1867" y="149"/>
                </a:cubicBezTo>
                <a:cubicBezTo>
                  <a:pt x="1866" y="150"/>
                  <a:pt x="1866" y="150"/>
                  <a:pt x="1866" y="150"/>
                </a:cubicBezTo>
                <a:cubicBezTo>
                  <a:pt x="1866" y="150"/>
                  <a:pt x="1866" y="150"/>
                  <a:pt x="1866" y="150"/>
                </a:cubicBezTo>
                <a:cubicBezTo>
                  <a:pt x="1864" y="152"/>
                  <a:pt x="1864" y="152"/>
                  <a:pt x="1864" y="152"/>
                </a:cubicBezTo>
                <a:cubicBezTo>
                  <a:pt x="1864" y="152"/>
                  <a:pt x="1864" y="152"/>
                  <a:pt x="1864" y="152"/>
                </a:cubicBezTo>
                <a:cubicBezTo>
                  <a:pt x="1863" y="153"/>
                  <a:pt x="1863" y="153"/>
                  <a:pt x="1863" y="153"/>
                </a:cubicBezTo>
                <a:cubicBezTo>
                  <a:pt x="1863" y="153"/>
                  <a:pt x="1863" y="153"/>
                  <a:pt x="1863" y="153"/>
                </a:cubicBezTo>
                <a:cubicBezTo>
                  <a:pt x="1860" y="155"/>
                  <a:pt x="1860" y="155"/>
                  <a:pt x="1860" y="155"/>
                </a:cubicBezTo>
                <a:cubicBezTo>
                  <a:pt x="1860" y="155"/>
                  <a:pt x="1860" y="155"/>
                  <a:pt x="1860" y="155"/>
                </a:cubicBezTo>
                <a:cubicBezTo>
                  <a:pt x="1859" y="155"/>
                  <a:pt x="1859" y="155"/>
                  <a:pt x="1859" y="155"/>
                </a:cubicBezTo>
                <a:cubicBezTo>
                  <a:pt x="1859" y="155"/>
                  <a:pt x="1859" y="155"/>
                  <a:pt x="1859" y="155"/>
                </a:cubicBezTo>
                <a:cubicBezTo>
                  <a:pt x="1859" y="159"/>
                  <a:pt x="1859" y="159"/>
                  <a:pt x="1859" y="159"/>
                </a:cubicBezTo>
                <a:cubicBezTo>
                  <a:pt x="1859" y="159"/>
                  <a:pt x="1859" y="159"/>
                  <a:pt x="1859" y="159"/>
                </a:cubicBezTo>
                <a:cubicBezTo>
                  <a:pt x="1860" y="162"/>
                  <a:pt x="1860" y="162"/>
                  <a:pt x="1860" y="162"/>
                </a:cubicBezTo>
                <a:cubicBezTo>
                  <a:pt x="1860" y="162"/>
                  <a:pt x="1860" y="162"/>
                  <a:pt x="1860" y="162"/>
                </a:cubicBezTo>
                <a:cubicBezTo>
                  <a:pt x="1863" y="163"/>
                  <a:pt x="1863" y="163"/>
                  <a:pt x="1863" y="163"/>
                </a:cubicBezTo>
                <a:cubicBezTo>
                  <a:pt x="1863" y="163"/>
                  <a:pt x="1863" y="163"/>
                  <a:pt x="1863" y="163"/>
                </a:cubicBezTo>
                <a:cubicBezTo>
                  <a:pt x="1865" y="164"/>
                  <a:pt x="1865" y="164"/>
                  <a:pt x="1865" y="164"/>
                </a:cubicBezTo>
                <a:cubicBezTo>
                  <a:pt x="1865" y="164"/>
                  <a:pt x="1865" y="164"/>
                  <a:pt x="1865" y="164"/>
                </a:cubicBezTo>
                <a:cubicBezTo>
                  <a:pt x="1868" y="165"/>
                  <a:pt x="1868" y="165"/>
                  <a:pt x="1868" y="165"/>
                </a:cubicBezTo>
                <a:cubicBezTo>
                  <a:pt x="1868" y="165"/>
                  <a:pt x="1868" y="165"/>
                  <a:pt x="1868" y="165"/>
                </a:cubicBezTo>
                <a:cubicBezTo>
                  <a:pt x="1870" y="166"/>
                  <a:pt x="1870" y="166"/>
                  <a:pt x="1870" y="166"/>
                </a:cubicBezTo>
                <a:cubicBezTo>
                  <a:pt x="1870" y="166"/>
                  <a:pt x="1870" y="166"/>
                  <a:pt x="1870" y="166"/>
                </a:cubicBezTo>
                <a:cubicBezTo>
                  <a:pt x="1872" y="167"/>
                  <a:pt x="1872" y="167"/>
                  <a:pt x="1872" y="167"/>
                </a:cubicBezTo>
                <a:cubicBezTo>
                  <a:pt x="1872" y="167"/>
                  <a:pt x="1872" y="167"/>
                  <a:pt x="1872" y="167"/>
                </a:cubicBezTo>
                <a:cubicBezTo>
                  <a:pt x="1874" y="168"/>
                  <a:pt x="1874" y="168"/>
                  <a:pt x="1874" y="168"/>
                </a:cubicBezTo>
                <a:cubicBezTo>
                  <a:pt x="1874" y="168"/>
                  <a:pt x="1874" y="168"/>
                  <a:pt x="1874" y="168"/>
                </a:cubicBezTo>
                <a:cubicBezTo>
                  <a:pt x="1877" y="168"/>
                  <a:pt x="1877" y="168"/>
                  <a:pt x="1877" y="168"/>
                </a:cubicBezTo>
                <a:lnTo>
                  <a:pt x="1879" y="168"/>
                </a:lnTo>
                <a:close/>
                <a:moveTo>
                  <a:pt x="583" y="131"/>
                </a:moveTo>
                <a:cubicBezTo>
                  <a:pt x="583" y="130"/>
                  <a:pt x="583" y="130"/>
                  <a:pt x="583" y="130"/>
                </a:cubicBezTo>
                <a:cubicBezTo>
                  <a:pt x="583" y="130"/>
                  <a:pt x="583" y="130"/>
                  <a:pt x="583" y="130"/>
                </a:cubicBezTo>
                <a:cubicBezTo>
                  <a:pt x="583" y="128"/>
                  <a:pt x="583" y="128"/>
                  <a:pt x="583" y="128"/>
                </a:cubicBezTo>
                <a:cubicBezTo>
                  <a:pt x="583" y="128"/>
                  <a:pt x="583" y="128"/>
                  <a:pt x="583" y="128"/>
                </a:cubicBezTo>
                <a:cubicBezTo>
                  <a:pt x="583" y="128"/>
                  <a:pt x="583" y="128"/>
                  <a:pt x="583" y="128"/>
                </a:cubicBezTo>
                <a:cubicBezTo>
                  <a:pt x="583" y="128"/>
                  <a:pt x="583" y="128"/>
                  <a:pt x="583" y="128"/>
                </a:cubicBezTo>
                <a:cubicBezTo>
                  <a:pt x="583" y="126"/>
                  <a:pt x="583" y="126"/>
                  <a:pt x="583" y="126"/>
                </a:cubicBezTo>
                <a:cubicBezTo>
                  <a:pt x="583" y="126"/>
                  <a:pt x="583" y="126"/>
                  <a:pt x="583" y="126"/>
                </a:cubicBezTo>
                <a:cubicBezTo>
                  <a:pt x="583" y="125"/>
                  <a:pt x="583" y="125"/>
                  <a:pt x="583" y="125"/>
                </a:cubicBezTo>
                <a:cubicBezTo>
                  <a:pt x="583" y="125"/>
                  <a:pt x="583" y="125"/>
                  <a:pt x="583" y="125"/>
                </a:cubicBezTo>
                <a:cubicBezTo>
                  <a:pt x="583" y="123"/>
                  <a:pt x="583" y="123"/>
                  <a:pt x="583" y="123"/>
                </a:cubicBezTo>
                <a:cubicBezTo>
                  <a:pt x="583" y="123"/>
                  <a:pt x="583" y="123"/>
                  <a:pt x="583" y="123"/>
                </a:cubicBezTo>
                <a:cubicBezTo>
                  <a:pt x="583" y="122"/>
                  <a:pt x="583" y="122"/>
                  <a:pt x="583" y="122"/>
                </a:cubicBezTo>
                <a:cubicBezTo>
                  <a:pt x="583" y="122"/>
                  <a:pt x="583" y="122"/>
                  <a:pt x="583" y="122"/>
                </a:cubicBezTo>
                <a:cubicBezTo>
                  <a:pt x="583" y="119"/>
                  <a:pt x="583" y="119"/>
                  <a:pt x="583" y="119"/>
                </a:cubicBezTo>
                <a:cubicBezTo>
                  <a:pt x="583" y="119"/>
                  <a:pt x="583" y="119"/>
                  <a:pt x="583" y="119"/>
                </a:cubicBezTo>
                <a:cubicBezTo>
                  <a:pt x="607" y="111"/>
                  <a:pt x="607" y="111"/>
                  <a:pt x="607" y="111"/>
                </a:cubicBezTo>
                <a:cubicBezTo>
                  <a:pt x="607" y="111"/>
                  <a:pt x="607" y="111"/>
                  <a:pt x="607" y="111"/>
                </a:cubicBezTo>
                <a:cubicBezTo>
                  <a:pt x="604" y="114"/>
                  <a:pt x="604" y="114"/>
                  <a:pt x="604" y="114"/>
                </a:cubicBezTo>
                <a:cubicBezTo>
                  <a:pt x="604" y="114"/>
                  <a:pt x="604" y="114"/>
                  <a:pt x="604" y="114"/>
                </a:cubicBezTo>
                <a:cubicBezTo>
                  <a:pt x="602" y="117"/>
                  <a:pt x="602" y="117"/>
                  <a:pt x="602" y="117"/>
                </a:cubicBezTo>
                <a:cubicBezTo>
                  <a:pt x="602" y="117"/>
                  <a:pt x="602" y="117"/>
                  <a:pt x="602" y="117"/>
                </a:cubicBezTo>
                <a:cubicBezTo>
                  <a:pt x="599" y="120"/>
                  <a:pt x="599" y="120"/>
                  <a:pt x="599" y="120"/>
                </a:cubicBezTo>
                <a:cubicBezTo>
                  <a:pt x="599" y="120"/>
                  <a:pt x="599" y="120"/>
                  <a:pt x="599" y="120"/>
                </a:cubicBezTo>
                <a:cubicBezTo>
                  <a:pt x="597" y="123"/>
                  <a:pt x="597" y="123"/>
                  <a:pt x="597" y="123"/>
                </a:cubicBezTo>
                <a:cubicBezTo>
                  <a:pt x="597" y="123"/>
                  <a:pt x="597" y="123"/>
                  <a:pt x="597" y="123"/>
                </a:cubicBezTo>
                <a:cubicBezTo>
                  <a:pt x="593" y="126"/>
                  <a:pt x="593" y="126"/>
                  <a:pt x="593" y="126"/>
                </a:cubicBezTo>
                <a:cubicBezTo>
                  <a:pt x="593" y="126"/>
                  <a:pt x="593" y="126"/>
                  <a:pt x="593" y="126"/>
                </a:cubicBezTo>
                <a:cubicBezTo>
                  <a:pt x="591" y="128"/>
                  <a:pt x="591" y="128"/>
                  <a:pt x="591" y="128"/>
                </a:cubicBezTo>
                <a:cubicBezTo>
                  <a:pt x="591" y="128"/>
                  <a:pt x="591" y="128"/>
                  <a:pt x="591" y="128"/>
                </a:cubicBezTo>
                <a:cubicBezTo>
                  <a:pt x="587" y="130"/>
                  <a:pt x="587" y="130"/>
                  <a:pt x="587" y="130"/>
                </a:cubicBezTo>
                <a:cubicBezTo>
                  <a:pt x="587" y="130"/>
                  <a:pt x="587" y="130"/>
                  <a:pt x="587" y="130"/>
                </a:cubicBezTo>
                <a:cubicBezTo>
                  <a:pt x="584" y="131"/>
                  <a:pt x="584" y="131"/>
                  <a:pt x="584" y="131"/>
                </a:cubicBezTo>
                <a:lnTo>
                  <a:pt x="583" y="131"/>
                </a:lnTo>
                <a:close/>
                <a:moveTo>
                  <a:pt x="1853" y="121"/>
                </a:moveTo>
                <a:cubicBezTo>
                  <a:pt x="1854" y="121"/>
                  <a:pt x="1854" y="121"/>
                  <a:pt x="1854" y="121"/>
                </a:cubicBezTo>
                <a:lnTo>
                  <a:pt x="1853" y="121"/>
                </a:lnTo>
                <a:close/>
                <a:moveTo>
                  <a:pt x="196" y="69"/>
                </a:moveTo>
                <a:cubicBezTo>
                  <a:pt x="202" y="68"/>
                  <a:pt x="202" y="68"/>
                  <a:pt x="202" y="68"/>
                </a:cubicBezTo>
                <a:cubicBezTo>
                  <a:pt x="202" y="68"/>
                  <a:pt x="202" y="68"/>
                  <a:pt x="202" y="68"/>
                </a:cubicBezTo>
                <a:cubicBezTo>
                  <a:pt x="211" y="67"/>
                  <a:pt x="211" y="67"/>
                  <a:pt x="211" y="67"/>
                </a:cubicBezTo>
                <a:cubicBezTo>
                  <a:pt x="211" y="67"/>
                  <a:pt x="211" y="67"/>
                  <a:pt x="211" y="67"/>
                </a:cubicBezTo>
                <a:cubicBezTo>
                  <a:pt x="219" y="67"/>
                  <a:pt x="219" y="67"/>
                  <a:pt x="219" y="67"/>
                </a:cubicBezTo>
                <a:cubicBezTo>
                  <a:pt x="219" y="67"/>
                  <a:pt x="219" y="67"/>
                  <a:pt x="219" y="67"/>
                </a:cubicBezTo>
                <a:cubicBezTo>
                  <a:pt x="228" y="67"/>
                  <a:pt x="228" y="67"/>
                  <a:pt x="228" y="67"/>
                </a:cubicBezTo>
                <a:cubicBezTo>
                  <a:pt x="228" y="67"/>
                  <a:pt x="228" y="67"/>
                  <a:pt x="228" y="67"/>
                </a:cubicBezTo>
                <a:cubicBezTo>
                  <a:pt x="234" y="67"/>
                  <a:pt x="234" y="67"/>
                  <a:pt x="234" y="67"/>
                </a:cubicBezTo>
                <a:cubicBezTo>
                  <a:pt x="234" y="67"/>
                  <a:pt x="234" y="67"/>
                  <a:pt x="234" y="67"/>
                </a:cubicBezTo>
                <a:cubicBezTo>
                  <a:pt x="241" y="66"/>
                  <a:pt x="241" y="66"/>
                  <a:pt x="241" y="66"/>
                </a:cubicBezTo>
                <a:cubicBezTo>
                  <a:pt x="241" y="66"/>
                  <a:pt x="241" y="66"/>
                  <a:pt x="241" y="66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3" y="59"/>
                  <a:pt x="253" y="59"/>
                  <a:pt x="253" y="59"/>
                </a:cubicBezTo>
                <a:cubicBezTo>
                  <a:pt x="253" y="59"/>
                  <a:pt x="253" y="59"/>
                  <a:pt x="253" y="59"/>
                </a:cubicBezTo>
                <a:cubicBezTo>
                  <a:pt x="252" y="57"/>
                  <a:pt x="252" y="57"/>
                  <a:pt x="252" y="57"/>
                </a:cubicBezTo>
                <a:cubicBezTo>
                  <a:pt x="252" y="57"/>
                  <a:pt x="252" y="57"/>
                  <a:pt x="252" y="57"/>
                </a:cubicBezTo>
                <a:cubicBezTo>
                  <a:pt x="252" y="54"/>
                  <a:pt x="252" y="54"/>
                  <a:pt x="252" y="54"/>
                </a:cubicBezTo>
                <a:cubicBezTo>
                  <a:pt x="252" y="54"/>
                  <a:pt x="252" y="54"/>
                  <a:pt x="252" y="54"/>
                </a:cubicBezTo>
                <a:cubicBezTo>
                  <a:pt x="251" y="52"/>
                  <a:pt x="251" y="52"/>
                  <a:pt x="251" y="52"/>
                </a:cubicBezTo>
                <a:cubicBezTo>
                  <a:pt x="251" y="52"/>
                  <a:pt x="251" y="52"/>
                  <a:pt x="251" y="52"/>
                </a:cubicBezTo>
                <a:cubicBezTo>
                  <a:pt x="250" y="49"/>
                  <a:pt x="250" y="49"/>
                  <a:pt x="250" y="49"/>
                </a:cubicBezTo>
                <a:cubicBezTo>
                  <a:pt x="250" y="49"/>
                  <a:pt x="250" y="49"/>
                  <a:pt x="250" y="49"/>
                </a:cubicBezTo>
                <a:cubicBezTo>
                  <a:pt x="248" y="47"/>
                  <a:pt x="248" y="47"/>
                  <a:pt x="248" y="47"/>
                </a:cubicBezTo>
                <a:cubicBezTo>
                  <a:pt x="248" y="47"/>
                  <a:pt x="248" y="47"/>
                  <a:pt x="248" y="47"/>
                </a:cubicBezTo>
                <a:cubicBezTo>
                  <a:pt x="247" y="46"/>
                  <a:pt x="247" y="46"/>
                  <a:pt x="247" y="46"/>
                </a:cubicBezTo>
                <a:cubicBezTo>
                  <a:pt x="247" y="46"/>
                  <a:pt x="247" y="46"/>
                  <a:pt x="247" y="46"/>
                </a:cubicBezTo>
                <a:cubicBezTo>
                  <a:pt x="244" y="44"/>
                  <a:pt x="244" y="44"/>
                  <a:pt x="244" y="44"/>
                </a:cubicBezTo>
                <a:cubicBezTo>
                  <a:pt x="244" y="44"/>
                  <a:pt x="244" y="44"/>
                  <a:pt x="244" y="44"/>
                </a:cubicBezTo>
                <a:cubicBezTo>
                  <a:pt x="244" y="41"/>
                  <a:pt x="244" y="41"/>
                  <a:pt x="244" y="41"/>
                </a:cubicBezTo>
                <a:cubicBezTo>
                  <a:pt x="244" y="41"/>
                  <a:pt x="244" y="41"/>
                  <a:pt x="244" y="41"/>
                </a:cubicBezTo>
                <a:cubicBezTo>
                  <a:pt x="235" y="35"/>
                  <a:pt x="235" y="35"/>
                  <a:pt x="235" y="35"/>
                </a:cubicBezTo>
                <a:cubicBezTo>
                  <a:pt x="235" y="35"/>
                  <a:pt x="235" y="35"/>
                  <a:pt x="235" y="35"/>
                </a:cubicBezTo>
                <a:cubicBezTo>
                  <a:pt x="227" y="29"/>
                  <a:pt x="227" y="29"/>
                  <a:pt x="227" y="29"/>
                </a:cubicBezTo>
                <a:cubicBezTo>
                  <a:pt x="227" y="29"/>
                  <a:pt x="227" y="29"/>
                  <a:pt x="227" y="29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09" y="19"/>
                  <a:pt x="209" y="19"/>
                  <a:pt x="209" y="19"/>
                </a:cubicBezTo>
                <a:cubicBezTo>
                  <a:pt x="209" y="19"/>
                  <a:pt x="209" y="19"/>
                  <a:pt x="209" y="19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189" y="15"/>
                  <a:pt x="189" y="15"/>
                  <a:pt x="189" y="15"/>
                </a:cubicBezTo>
                <a:cubicBezTo>
                  <a:pt x="189" y="15"/>
                  <a:pt x="189" y="15"/>
                  <a:pt x="189" y="15"/>
                </a:cubicBezTo>
                <a:cubicBezTo>
                  <a:pt x="178" y="14"/>
                  <a:pt x="178" y="14"/>
                  <a:pt x="178" y="14"/>
                </a:cubicBezTo>
                <a:cubicBezTo>
                  <a:pt x="178" y="14"/>
                  <a:pt x="178" y="14"/>
                  <a:pt x="178" y="14"/>
                </a:cubicBezTo>
                <a:cubicBezTo>
                  <a:pt x="168" y="14"/>
                  <a:pt x="168" y="14"/>
                  <a:pt x="168" y="14"/>
                </a:cubicBezTo>
                <a:cubicBezTo>
                  <a:pt x="168" y="14"/>
                  <a:pt x="168" y="14"/>
                  <a:pt x="168" y="14"/>
                </a:cubicBezTo>
                <a:cubicBezTo>
                  <a:pt x="167" y="16"/>
                  <a:pt x="167" y="16"/>
                  <a:pt x="167" y="16"/>
                </a:cubicBezTo>
                <a:cubicBezTo>
                  <a:pt x="167" y="16"/>
                  <a:pt x="167" y="16"/>
                  <a:pt x="167" y="16"/>
                </a:cubicBezTo>
                <a:cubicBezTo>
                  <a:pt x="166" y="17"/>
                  <a:pt x="166" y="17"/>
                  <a:pt x="166" y="17"/>
                </a:cubicBezTo>
                <a:cubicBezTo>
                  <a:pt x="166" y="17"/>
                  <a:pt x="166" y="17"/>
                  <a:pt x="166" y="17"/>
                </a:cubicBezTo>
                <a:cubicBezTo>
                  <a:pt x="166" y="18"/>
                  <a:pt x="166" y="18"/>
                  <a:pt x="166" y="18"/>
                </a:cubicBezTo>
                <a:cubicBezTo>
                  <a:pt x="166" y="18"/>
                  <a:pt x="166" y="18"/>
                  <a:pt x="166" y="18"/>
                </a:cubicBezTo>
                <a:cubicBezTo>
                  <a:pt x="167" y="19"/>
                  <a:pt x="167" y="19"/>
                  <a:pt x="167" y="19"/>
                </a:cubicBezTo>
                <a:cubicBezTo>
                  <a:pt x="167" y="19"/>
                  <a:pt x="167" y="19"/>
                  <a:pt x="167" y="19"/>
                </a:cubicBezTo>
                <a:cubicBezTo>
                  <a:pt x="167" y="21"/>
                  <a:pt x="167" y="21"/>
                  <a:pt x="167" y="21"/>
                </a:cubicBezTo>
                <a:cubicBezTo>
                  <a:pt x="167" y="21"/>
                  <a:pt x="167" y="21"/>
                  <a:pt x="167" y="21"/>
                </a:cubicBezTo>
                <a:cubicBezTo>
                  <a:pt x="167" y="22"/>
                  <a:pt x="167" y="22"/>
                  <a:pt x="167" y="22"/>
                </a:cubicBezTo>
                <a:cubicBezTo>
                  <a:pt x="167" y="22"/>
                  <a:pt x="167" y="22"/>
                  <a:pt x="167" y="22"/>
                </a:cubicBezTo>
                <a:cubicBezTo>
                  <a:pt x="168" y="22"/>
                  <a:pt x="168" y="22"/>
                  <a:pt x="168" y="22"/>
                </a:cubicBezTo>
                <a:cubicBezTo>
                  <a:pt x="168" y="22"/>
                  <a:pt x="168" y="22"/>
                  <a:pt x="168" y="22"/>
                </a:cubicBezTo>
                <a:cubicBezTo>
                  <a:pt x="169" y="22"/>
                  <a:pt x="169" y="22"/>
                  <a:pt x="169" y="22"/>
                </a:cubicBezTo>
                <a:cubicBezTo>
                  <a:pt x="169" y="22"/>
                  <a:pt x="169" y="22"/>
                  <a:pt x="169" y="22"/>
                </a:cubicBezTo>
                <a:cubicBezTo>
                  <a:pt x="191" y="38"/>
                  <a:pt x="191" y="38"/>
                  <a:pt x="191" y="38"/>
                </a:cubicBezTo>
                <a:cubicBezTo>
                  <a:pt x="191" y="38"/>
                  <a:pt x="191" y="38"/>
                  <a:pt x="191" y="38"/>
                </a:cubicBezTo>
                <a:cubicBezTo>
                  <a:pt x="191" y="41"/>
                  <a:pt x="191" y="41"/>
                  <a:pt x="191" y="41"/>
                </a:cubicBezTo>
                <a:cubicBezTo>
                  <a:pt x="191" y="41"/>
                  <a:pt x="191" y="41"/>
                  <a:pt x="191" y="41"/>
                </a:cubicBezTo>
                <a:cubicBezTo>
                  <a:pt x="192" y="43"/>
                  <a:pt x="192" y="43"/>
                  <a:pt x="192" y="43"/>
                </a:cubicBezTo>
                <a:cubicBezTo>
                  <a:pt x="192" y="43"/>
                  <a:pt x="192" y="43"/>
                  <a:pt x="192" y="43"/>
                </a:cubicBezTo>
                <a:cubicBezTo>
                  <a:pt x="193" y="46"/>
                  <a:pt x="193" y="46"/>
                  <a:pt x="193" y="46"/>
                </a:cubicBezTo>
                <a:cubicBezTo>
                  <a:pt x="193" y="46"/>
                  <a:pt x="193" y="46"/>
                  <a:pt x="193" y="46"/>
                </a:cubicBezTo>
                <a:cubicBezTo>
                  <a:pt x="195" y="47"/>
                  <a:pt x="195" y="47"/>
                  <a:pt x="195" y="47"/>
                </a:cubicBezTo>
                <a:cubicBezTo>
                  <a:pt x="195" y="47"/>
                  <a:pt x="195" y="47"/>
                  <a:pt x="195" y="47"/>
                </a:cubicBezTo>
                <a:cubicBezTo>
                  <a:pt x="196" y="48"/>
                  <a:pt x="196" y="48"/>
                  <a:pt x="196" y="48"/>
                </a:cubicBezTo>
                <a:cubicBezTo>
                  <a:pt x="196" y="48"/>
                  <a:pt x="196" y="48"/>
                  <a:pt x="196" y="48"/>
                </a:cubicBezTo>
                <a:cubicBezTo>
                  <a:pt x="197" y="49"/>
                  <a:pt x="197" y="49"/>
                  <a:pt x="197" y="49"/>
                </a:cubicBezTo>
                <a:cubicBezTo>
                  <a:pt x="197" y="49"/>
                  <a:pt x="197" y="49"/>
                  <a:pt x="197" y="49"/>
                </a:cubicBezTo>
                <a:cubicBezTo>
                  <a:pt x="198" y="50"/>
                  <a:pt x="198" y="50"/>
                  <a:pt x="198" y="50"/>
                </a:cubicBezTo>
                <a:cubicBezTo>
                  <a:pt x="198" y="50"/>
                  <a:pt x="198" y="50"/>
                  <a:pt x="198" y="50"/>
                </a:cubicBezTo>
                <a:cubicBezTo>
                  <a:pt x="200" y="51"/>
                  <a:pt x="200" y="51"/>
                  <a:pt x="200" y="51"/>
                </a:cubicBezTo>
                <a:cubicBezTo>
                  <a:pt x="200" y="51"/>
                  <a:pt x="200" y="51"/>
                  <a:pt x="200" y="51"/>
                </a:cubicBezTo>
                <a:cubicBezTo>
                  <a:pt x="200" y="54"/>
                  <a:pt x="200" y="54"/>
                  <a:pt x="200" y="54"/>
                </a:cubicBezTo>
                <a:cubicBezTo>
                  <a:pt x="200" y="54"/>
                  <a:pt x="200" y="54"/>
                  <a:pt x="200" y="54"/>
                </a:cubicBezTo>
                <a:cubicBezTo>
                  <a:pt x="200" y="57"/>
                  <a:pt x="200" y="57"/>
                  <a:pt x="200" y="57"/>
                </a:cubicBezTo>
                <a:cubicBezTo>
                  <a:pt x="200" y="57"/>
                  <a:pt x="200" y="57"/>
                  <a:pt x="200" y="57"/>
                </a:cubicBezTo>
                <a:cubicBezTo>
                  <a:pt x="199" y="60"/>
                  <a:pt x="199" y="60"/>
                  <a:pt x="199" y="60"/>
                </a:cubicBezTo>
                <a:cubicBezTo>
                  <a:pt x="199" y="60"/>
                  <a:pt x="199" y="60"/>
                  <a:pt x="199" y="60"/>
                </a:cubicBezTo>
                <a:cubicBezTo>
                  <a:pt x="198" y="61"/>
                  <a:pt x="198" y="61"/>
                  <a:pt x="198" y="61"/>
                </a:cubicBezTo>
                <a:cubicBezTo>
                  <a:pt x="198" y="61"/>
                  <a:pt x="198" y="61"/>
                  <a:pt x="198" y="61"/>
                </a:cubicBezTo>
                <a:cubicBezTo>
                  <a:pt x="197" y="64"/>
                  <a:pt x="197" y="64"/>
                  <a:pt x="197" y="64"/>
                </a:cubicBezTo>
                <a:cubicBezTo>
                  <a:pt x="197" y="64"/>
                  <a:pt x="197" y="64"/>
                  <a:pt x="197" y="64"/>
                </a:cubicBezTo>
                <a:cubicBezTo>
                  <a:pt x="196" y="65"/>
                  <a:pt x="196" y="65"/>
                  <a:pt x="196" y="65"/>
                </a:cubicBezTo>
                <a:cubicBezTo>
                  <a:pt x="196" y="65"/>
                  <a:pt x="196" y="65"/>
                  <a:pt x="196" y="65"/>
                </a:cubicBezTo>
                <a:cubicBezTo>
                  <a:pt x="196" y="68"/>
                  <a:pt x="196" y="68"/>
                  <a:pt x="196" y="68"/>
                </a:cubicBezTo>
                <a:cubicBezTo>
                  <a:pt x="196" y="68"/>
                  <a:pt x="196" y="68"/>
                  <a:pt x="196" y="68"/>
                </a:cubicBezTo>
                <a:lnTo>
                  <a:pt x="196" y="69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iŝḷidè"/>
          <p:cNvSpPr>
            <a:spLocks noGrp="1"/>
          </p:cNvSpPr>
          <p:nvPr/>
        </p:nvSpPr>
        <p:spPr>
          <a:xfrm>
            <a:off x="1111763" y="1109997"/>
            <a:ext cx="1417372" cy="39417"/>
          </a:xfrm>
          <a:custGeom>
            <a:avLst/>
            <a:gdLst>
              <a:gd name="T0" fmla="*/ 28 w 2078"/>
              <a:gd name="T1" fmla="*/ 9 h 58"/>
              <a:gd name="T2" fmla="*/ 38 w 2078"/>
              <a:gd name="T3" fmla="*/ 57 h 58"/>
              <a:gd name="T4" fmla="*/ 111 w 2078"/>
              <a:gd name="T5" fmla="*/ 2 h 58"/>
              <a:gd name="T6" fmla="*/ 87 w 2078"/>
              <a:gd name="T7" fmla="*/ 2 h 58"/>
              <a:gd name="T8" fmla="*/ 111 w 2078"/>
              <a:gd name="T9" fmla="*/ 2 h 58"/>
              <a:gd name="T10" fmla="*/ 176 w 2078"/>
              <a:gd name="T11" fmla="*/ 2 h 58"/>
              <a:gd name="T12" fmla="*/ 169 w 2078"/>
              <a:gd name="T13" fmla="*/ 12 h 58"/>
              <a:gd name="T14" fmla="*/ 253 w 2078"/>
              <a:gd name="T15" fmla="*/ 45 h 58"/>
              <a:gd name="T16" fmla="*/ 226 w 2078"/>
              <a:gd name="T17" fmla="*/ 11 h 58"/>
              <a:gd name="T18" fmla="*/ 324 w 2078"/>
              <a:gd name="T19" fmla="*/ 48 h 58"/>
              <a:gd name="T20" fmla="*/ 311 w 2078"/>
              <a:gd name="T21" fmla="*/ 0 h 58"/>
              <a:gd name="T22" fmla="*/ 314 w 2078"/>
              <a:gd name="T23" fmla="*/ 27 h 58"/>
              <a:gd name="T24" fmla="*/ 395 w 2078"/>
              <a:gd name="T25" fmla="*/ 48 h 58"/>
              <a:gd name="T26" fmla="*/ 396 w 2078"/>
              <a:gd name="T27" fmla="*/ 2 h 58"/>
              <a:gd name="T28" fmla="*/ 443 w 2078"/>
              <a:gd name="T29" fmla="*/ 30 h 58"/>
              <a:gd name="T30" fmla="*/ 470 w 2078"/>
              <a:gd name="T31" fmla="*/ 9 h 58"/>
              <a:gd name="T32" fmla="*/ 535 w 2078"/>
              <a:gd name="T33" fmla="*/ 2 h 58"/>
              <a:gd name="T34" fmla="*/ 550 w 2078"/>
              <a:gd name="T35" fmla="*/ 57 h 58"/>
              <a:gd name="T36" fmla="*/ 600 w 2078"/>
              <a:gd name="T37" fmla="*/ 30 h 58"/>
              <a:gd name="T38" fmla="*/ 614 w 2078"/>
              <a:gd name="T39" fmla="*/ 58 h 58"/>
              <a:gd name="T40" fmla="*/ 627 w 2078"/>
              <a:gd name="T41" fmla="*/ 37 h 58"/>
              <a:gd name="T42" fmla="*/ 692 w 2078"/>
              <a:gd name="T43" fmla="*/ 32 h 58"/>
              <a:gd name="T44" fmla="*/ 728 w 2078"/>
              <a:gd name="T45" fmla="*/ 2 h 58"/>
              <a:gd name="T46" fmla="*/ 790 w 2078"/>
              <a:gd name="T47" fmla="*/ 45 h 58"/>
              <a:gd name="T48" fmla="*/ 763 w 2078"/>
              <a:gd name="T49" fmla="*/ 11 h 58"/>
              <a:gd name="T50" fmla="*/ 836 w 2078"/>
              <a:gd name="T51" fmla="*/ 57 h 58"/>
              <a:gd name="T52" fmla="*/ 882 w 2078"/>
              <a:gd name="T53" fmla="*/ 45 h 58"/>
              <a:gd name="T54" fmla="*/ 964 w 2078"/>
              <a:gd name="T55" fmla="*/ 57 h 58"/>
              <a:gd name="T56" fmla="*/ 939 w 2078"/>
              <a:gd name="T57" fmla="*/ 24 h 58"/>
              <a:gd name="T58" fmla="*/ 998 w 2078"/>
              <a:gd name="T59" fmla="*/ 11 h 58"/>
              <a:gd name="T60" fmla="*/ 998 w 2078"/>
              <a:gd name="T61" fmla="*/ 35 h 58"/>
              <a:gd name="T62" fmla="*/ 1027 w 2078"/>
              <a:gd name="T63" fmla="*/ 42 h 58"/>
              <a:gd name="T64" fmla="*/ 987 w 2078"/>
              <a:gd name="T65" fmla="*/ 57 h 58"/>
              <a:gd name="T66" fmla="*/ 1068 w 2078"/>
              <a:gd name="T67" fmla="*/ 34 h 58"/>
              <a:gd name="T68" fmla="*/ 1070 w 2078"/>
              <a:gd name="T69" fmla="*/ 58 h 58"/>
              <a:gd name="T70" fmla="*/ 1080 w 2078"/>
              <a:gd name="T71" fmla="*/ 18 h 58"/>
              <a:gd name="T72" fmla="*/ 1127 w 2078"/>
              <a:gd name="T73" fmla="*/ 2 h 58"/>
              <a:gd name="T74" fmla="*/ 1190 w 2078"/>
              <a:gd name="T75" fmla="*/ 11 h 58"/>
              <a:gd name="T76" fmla="*/ 1236 w 2078"/>
              <a:gd name="T77" fmla="*/ 39 h 58"/>
              <a:gd name="T78" fmla="*/ 1224 w 2078"/>
              <a:gd name="T79" fmla="*/ 39 h 58"/>
              <a:gd name="T80" fmla="*/ 1315 w 2078"/>
              <a:gd name="T81" fmla="*/ 58 h 58"/>
              <a:gd name="T82" fmla="*/ 1375 w 2078"/>
              <a:gd name="T83" fmla="*/ 57 h 58"/>
              <a:gd name="T84" fmla="*/ 1399 w 2078"/>
              <a:gd name="T85" fmla="*/ 11 h 58"/>
              <a:gd name="T86" fmla="*/ 1448 w 2078"/>
              <a:gd name="T87" fmla="*/ 11 h 58"/>
              <a:gd name="T88" fmla="*/ 1431 w 2078"/>
              <a:gd name="T89" fmla="*/ 2 h 58"/>
              <a:gd name="T90" fmla="*/ 1507 w 2078"/>
              <a:gd name="T91" fmla="*/ 33 h 58"/>
              <a:gd name="T92" fmla="*/ 1531 w 2078"/>
              <a:gd name="T93" fmla="*/ 2 h 58"/>
              <a:gd name="T94" fmla="*/ 1576 w 2078"/>
              <a:gd name="T95" fmla="*/ 58 h 58"/>
              <a:gd name="T96" fmla="*/ 1586 w 2078"/>
              <a:gd name="T97" fmla="*/ 20 h 58"/>
              <a:gd name="T98" fmla="*/ 1664 w 2078"/>
              <a:gd name="T99" fmla="*/ 57 h 58"/>
              <a:gd name="T100" fmla="*/ 1620 w 2078"/>
              <a:gd name="T101" fmla="*/ 2 h 58"/>
              <a:gd name="T102" fmla="*/ 1726 w 2078"/>
              <a:gd name="T103" fmla="*/ 45 h 58"/>
              <a:gd name="T104" fmla="*/ 1698 w 2078"/>
              <a:gd name="T105" fmla="*/ 11 h 58"/>
              <a:gd name="T106" fmla="*/ 1784 w 2078"/>
              <a:gd name="T107" fmla="*/ 0 h 58"/>
              <a:gd name="T108" fmla="*/ 1771 w 2078"/>
              <a:gd name="T109" fmla="*/ 30 h 58"/>
              <a:gd name="T110" fmla="*/ 1833 w 2078"/>
              <a:gd name="T111" fmla="*/ 2 h 58"/>
              <a:gd name="T112" fmla="*/ 1886 w 2078"/>
              <a:gd name="T113" fmla="*/ 30 h 58"/>
              <a:gd name="T114" fmla="*/ 1913 w 2078"/>
              <a:gd name="T115" fmla="*/ 9 h 58"/>
              <a:gd name="T116" fmla="*/ 1986 w 2078"/>
              <a:gd name="T117" fmla="*/ 9 h 58"/>
              <a:gd name="T118" fmla="*/ 1997 w 2078"/>
              <a:gd name="T119" fmla="*/ 57 h 58"/>
              <a:gd name="T120" fmla="*/ 2048 w 2078"/>
              <a:gd name="T121" fmla="*/ 57 h 58"/>
              <a:gd name="T122" fmla="*/ 2043 w 2078"/>
              <a:gd name="T123" fmla="*/ 2 h 58"/>
            </a:gdLst>
            <a:ahLst/>
            <a:cxnLst/>
            <a:rect l="0" t="0" r="r" b="b"/>
            <a:pathLst>
              <a:path w="2078" h="58">
                <a:moveTo>
                  <a:pt x="38" y="37"/>
                </a:moveTo>
                <a:cubicBezTo>
                  <a:pt x="38" y="48"/>
                  <a:pt x="38" y="48"/>
                  <a:pt x="38" y="48"/>
                </a:cubicBezTo>
                <a:cubicBezTo>
                  <a:pt x="38" y="49"/>
                  <a:pt x="38" y="49"/>
                  <a:pt x="38" y="48"/>
                </a:cubicBezTo>
                <a:cubicBezTo>
                  <a:pt x="34" y="49"/>
                  <a:pt x="30" y="50"/>
                  <a:pt x="28" y="50"/>
                </a:cubicBezTo>
                <a:cubicBezTo>
                  <a:pt x="18" y="49"/>
                  <a:pt x="12" y="43"/>
                  <a:pt x="12" y="30"/>
                </a:cubicBezTo>
                <a:cubicBezTo>
                  <a:pt x="12" y="16"/>
                  <a:pt x="18" y="9"/>
                  <a:pt x="28" y="9"/>
                </a:cubicBezTo>
                <a:cubicBezTo>
                  <a:pt x="35" y="9"/>
                  <a:pt x="38" y="12"/>
                  <a:pt x="38" y="18"/>
                </a:cubicBezTo>
                <a:cubicBezTo>
                  <a:pt x="51" y="18"/>
                  <a:pt x="51" y="18"/>
                  <a:pt x="51" y="18"/>
                </a:cubicBezTo>
                <a:cubicBezTo>
                  <a:pt x="51" y="6"/>
                  <a:pt x="43" y="0"/>
                  <a:pt x="25" y="0"/>
                </a:cubicBezTo>
                <a:cubicBezTo>
                  <a:pt x="9" y="2"/>
                  <a:pt x="0" y="11"/>
                  <a:pt x="0" y="30"/>
                </a:cubicBezTo>
                <a:cubicBezTo>
                  <a:pt x="0" y="47"/>
                  <a:pt x="9" y="57"/>
                  <a:pt x="25" y="58"/>
                </a:cubicBezTo>
                <a:cubicBezTo>
                  <a:pt x="31" y="58"/>
                  <a:pt x="35" y="58"/>
                  <a:pt x="38" y="57"/>
                </a:cubicBezTo>
                <a:cubicBezTo>
                  <a:pt x="42" y="57"/>
                  <a:pt x="46" y="57"/>
                  <a:pt x="50" y="55"/>
                </a:cubicBezTo>
                <a:cubicBezTo>
                  <a:pt x="50" y="27"/>
                  <a:pt x="50" y="27"/>
                  <a:pt x="50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37"/>
                  <a:pt x="28" y="37"/>
                  <a:pt x="28" y="37"/>
                </a:cubicBezTo>
                <a:cubicBezTo>
                  <a:pt x="38" y="37"/>
                  <a:pt x="38" y="37"/>
                  <a:pt x="38" y="37"/>
                </a:cubicBezTo>
                <a:close/>
                <a:moveTo>
                  <a:pt x="111" y="2"/>
                </a:moveTo>
                <a:cubicBezTo>
                  <a:pt x="111" y="32"/>
                  <a:pt x="111" y="32"/>
                  <a:pt x="111" y="32"/>
                </a:cubicBezTo>
                <a:cubicBezTo>
                  <a:pt x="111" y="39"/>
                  <a:pt x="110" y="43"/>
                  <a:pt x="108" y="45"/>
                </a:cubicBezTo>
                <a:cubicBezTo>
                  <a:pt x="107" y="48"/>
                  <a:pt x="103" y="50"/>
                  <a:pt x="99" y="50"/>
                </a:cubicBezTo>
                <a:cubicBezTo>
                  <a:pt x="94" y="50"/>
                  <a:pt x="91" y="48"/>
                  <a:pt x="89" y="45"/>
                </a:cubicBezTo>
                <a:cubicBezTo>
                  <a:pt x="87" y="43"/>
                  <a:pt x="87" y="39"/>
                  <a:pt x="87" y="32"/>
                </a:cubicBezTo>
                <a:cubicBezTo>
                  <a:pt x="87" y="2"/>
                  <a:pt x="87" y="2"/>
                  <a:pt x="87" y="2"/>
                </a:cubicBezTo>
                <a:cubicBezTo>
                  <a:pt x="75" y="2"/>
                  <a:pt x="75" y="2"/>
                  <a:pt x="75" y="2"/>
                </a:cubicBezTo>
                <a:cubicBezTo>
                  <a:pt x="75" y="36"/>
                  <a:pt x="75" y="36"/>
                  <a:pt x="75" y="36"/>
                </a:cubicBezTo>
                <a:cubicBezTo>
                  <a:pt x="75" y="50"/>
                  <a:pt x="83" y="57"/>
                  <a:pt x="99" y="58"/>
                </a:cubicBezTo>
                <a:cubicBezTo>
                  <a:pt x="114" y="57"/>
                  <a:pt x="122" y="50"/>
                  <a:pt x="123" y="36"/>
                </a:cubicBezTo>
                <a:cubicBezTo>
                  <a:pt x="123" y="2"/>
                  <a:pt x="123" y="2"/>
                  <a:pt x="123" y="2"/>
                </a:cubicBezTo>
                <a:cubicBezTo>
                  <a:pt x="111" y="2"/>
                  <a:pt x="111" y="2"/>
                  <a:pt x="111" y="2"/>
                </a:cubicBezTo>
                <a:close/>
                <a:moveTo>
                  <a:pt x="154" y="57"/>
                </a:moveTo>
                <a:cubicBezTo>
                  <a:pt x="158" y="45"/>
                  <a:pt x="158" y="45"/>
                  <a:pt x="158" y="45"/>
                </a:cubicBezTo>
                <a:cubicBezTo>
                  <a:pt x="180" y="45"/>
                  <a:pt x="180" y="45"/>
                  <a:pt x="180" y="45"/>
                </a:cubicBezTo>
                <a:cubicBezTo>
                  <a:pt x="184" y="57"/>
                  <a:pt x="184" y="57"/>
                  <a:pt x="184" y="57"/>
                </a:cubicBezTo>
                <a:cubicBezTo>
                  <a:pt x="196" y="57"/>
                  <a:pt x="196" y="57"/>
                  <a:pt x="196" y="57"/>
                </a:cubicBezTo>
                <a:cubicBezTo>
                  <a:pt x="176" y="2"/>
                  <a:pt x="176" y="2"/>
                  <a:pt x="176" y="2"/>
                </a:cubicBezTo>
                <a:cubicBezTo>
                  <a:pt x="163" y="2"/>
                  <a:pt x="163" y="2"/>
                  <a:pt x="163" y="2"/>
                </a:cubicBezTo>
                <a:cubicBezTo>
                  <a:pt x="143" y="57"/>
                  <a:pt x="143" y="57"/>
                  <a:pt x="143" y="57"/>
                </a:cubicBezTo>
                <a:cubicBezTo>
                  <a:pt x="154" y="57"/>
                  <a:pt x="154" y="57"/>
                  <a:pt x="154" y="57"/>
                </a:cubicBezTo>
                <a:close/>
                <a:moveTo>
                  <a:pt x="161" y="36"/>
                </a:moveTo>
                <a:cubicBezTo>
                  <a:pt x="169" y="12"/>
                  <a:pt x="169" y="12"/>
                  <a:pt x="169" y="12"/>
                </a:cubicBezTo>
                <a:cubicBezTo>
                  <a:pt x="169" y="12"/>
                  <a:pt x="169" y="12"/>
                  <a:pt x="169" y="12"/>
                </a:cubicBezTo>
                <a:cubicBezTo>
                  <a:pt x="177" y="36"/>
                  <a:pt x="177" y="36"/>
                  <a:pt x="177" y="36"/>
                </a:cubicBezTo>
                <a:cubicBezTo>
                  <a:pt x="161" y="36"/>
                  <a:pt x="161" y="36"/>
                  <a:pt x="161" y="36"/>
                </a:cubicBezTo>
                <a:close/>
                <a:moveTo>
                  <a:pt x="264" y="57"/>
                </a:moveTo>
                <a:cubicBezTo>
                  <a:pt x="264" y="2"/>
                  <a:pt x="264" y="2"/>
                  <a:pt x="264" y="2"/>
                </a:cubicBezTo>
                <a:cubicBezTo>
                  <a:pt x="253" y="2"/>
                  <a:pt x="253" y="2"/>
                  <a:pt x="253" y="2"/>
                </a:cubicBezTo>
                <a:cubicBezTo>
                  <a:pt x="253" y="45"/>
                  <a:pt x="253" y="45"/>
                  <a:pt x="253" y="45"/>
                </a:cubicBezTo>
                <a:cubicBezTo>
                  <a:pt x="253" y="45"/>
                  <a:pt x="253" y="45"/>
                  <a:pt x="253" y="45"/>
                </a:cubicBezTo>
                <a:cubicBezTo>
                  <a:pt x="232" y="2"/>
                  <a:pt x="232" y="2"/>
                  <a:pt x="232" y="2"/>
                </a:cubicBezTo>
                <a:cubicBezTo>
                  <a:pt x="215" y="2"/>
                  <a:pt x="215" y="2"/>
                  <a:pt x="215" y="2"/>
                </a:cubicBezTo>
                <a:cubicBezTo>
                  <a:pt x="215" y="57"/>
                  <a:pt x="215" y="57"/>
                  <a:pt x="215" y="57"/>
                </a:cubicBezTo>
                <a:cubicBezTo>
                  <a:pt x="226" y="57"/>
                  <a:pt x="226" y="57"/>
                  <a:pt x="226" y="57"/>
                </a:cubicBezTo>
                <a:cubicBezTo>
                  <a:pt x="226" y="11"/>
                  <a:pt x="226" y="11"/>
                  <a:pt x="226" y="11"/>
                </a:cubicBezTo>
                <a:cubicBezTo>
                  <a:pt x="226" y="11"/>
                  <a:pt x="226" y="11"/>
                  <a:pt x="226" y="11"/>
                </a:cubicBezTo>
                <a:cubicBezTo>
                  <a:pt x="248" y="57"/>
                  <a:pt x="248" y="57"/>
                  <a:pt x="248" y="57"/>
                </a:cubicBezTo>
                <a:cubicBezTo>
                  <a:pt x="264" y="57"/>
                  <a:pt x="264" y="57"/>
                  <a:pt x="264" y="57"/>
                </a:cubicBezTo>
                <a:close/>
                <a:moveTo>
                  <a:pt x="324" y="37"/>
                </a:moveTo>
                <a:cubicBezTo>
                  <a:pt x="324" y="48"/>
                  <a:pt x="324" y="48"/>
                  <a:pt x="324" y="48"/>
                </a:cubicBezTo>
                <a:cubicBezTo>
                  <a:pt x="324" y="49"/>
                  <a:pt x="323" y="49"/>
                  <a:pt x="324" y="48"/>
                </a:cubicBezTo>
                <a:cubicBezTo>
                  <a:pt x="320" y="49"/>
                  <a:pt x="316" y="50"/>
                  <a:pt x="313" y="50"/>
                </a:cubicBezTo>
                <a:cubicBezTo>
                  <a:pt x="303" y="49"/>
                  <a:pt x="298" y="43"/>
                  <a:pt x="298" y="30"/>
                </a:cubicBezTo>
                <a:cubicBezTo>
                  <a:pt x="298" y="16"/>
                  <a:pt x="303" y="9"/>
                  <a:pt x="313" y="9"/>
                </a:cubicBezTo>
                <a:cubicBezTo>
                  <a:pt x="321" y="9"/>
                  <a:pt x="324" y="12"/>
                  <a:pt x="324" y="18"/>
                </a:cubicBezTo>
                <a:cubicBezTo>
                  <a:pt x="337" y="18"/>
                  <a:pt x="337" y="18"/>
                  <a:pt x="337" y="18"/>
                </a:cubicBezTo>
                <a:cubicBezTo>
                  <a:pt x="337" y="6"/>
                  <a:pt x="328" y="0"/>
                  <a:pt x="311" y="0"/>
                </a:cubicBezTo>
                <a:cubicBezTo>
                  <a:pt x="294" y="2"/>
                  <a:pt x="286" y="11"/>
                  <a:pt x="286" y="30"/>
                </a:cubicBezTo>
                <a:cubicBezTo>
                  <a:pt x="286" y="47"/>
                  <a:pt x="294" y="57"/>
                  <a:pt x="311" y="58"/>
                </a:cubicBezTo>
                <a:cubicBezTo>
                  <a:pt x="316" y="58"/>
                  <a:pt x="320" y="58"/>
                  <a:pt x="324" y="57"/>
                </a:cubicBezTo>
                <a:cubicBezTo>
                  <a:pt x="328" y="57"/>
                  <a:pt x="332" y="57"/>
                  <a:pt x="336" y="55"/>
                </a:cubicBezTo>
                <a:cubicBezTo>
                  <a:pt x="336" y="27"/>
                  <a:pt x="336" y="27"/>
                  <a:pt x="336" y="27"/>
                </a:cubicBezTo>
                <a:cubicBezTo>
                  <a:pt x="314" y="27"/>
                  <a:pt x="314" y="27"/>
                  <a:pt x="314" y="27"/>
                </a:cubicBezTo>
                <a:cubicBezTo>
                  <a:pt x="314" y="37"/>
                  <a:pt x="314" y="37"/>
                  <a:pt x="314" y="37"/>
                </a:cubicBezTo>
                <a:cubicBezTo>
                  <a:pt x="324" y="37"/>
                  <a:pt x="324" y="37"/>
                  <a:pt x="324" y="37"/>
                </a:cubicBezTo>
                <a:close/>
                <a:moveTo>
                  <a:pt x="388" y="11"/>
                </a:moveTo>
                <a:cubicBezTo>
                  <a:pt x="395" y="11"/>
                  <a:pt x="395" y="11"/>
                  <a:pt x="395" y="11"/>
                </a:cubicBezTo>
                <a:cubicBezTo>
                  <a:pt x="405" y="11"/>
                  <a:pt x="411" y="17"/>
                  <a:pt x="411" y="30"/>
                </a:cubicBezTo>
                <a:cubicBezTo>
                  <a:pt x="411" y="42"/>
                  <a:pt x="405" y="48"/>
                  <a:pt x="395" y="48"/>
                </a:cubicBezTo>
                <a:cubicBezTo>
                  <a:pt x="388" y="48"/>
                  <a:pt x="388" y="48"/>
                  <a:pt x="388" y="48"/>
                </a:cubicBezTo>
                <a:cubicBezTo>
                  <a:pt x="388" y="11"/>
                  <a:pt x="388" y="11"/>
                  <a:pt x="388" y="11"/>
                </a:cubicBezTo>
                <a:close/>
                <a:moveTo>
                  <a:pt x="377" y="57"/>
                </a:moveTo>
                <a:cubicBezTo>
                  <a:pt x="396" y="57"/>
                  <a:pt x="396" y="57"/>
                  <a:pt x="396" y="57"/>
                </a:cubicBezTo>
                <a:cubicBezTo>
                  <a:pt x="414" y="57"/>
                  <a:pt x="423" y="48"/>
                  <a:pt x="423" y="30"/>
                </a:cubicBezTo>
                <a:cubicBezTo>
                  <a:pt x="423" y="11"/>
                  <a:pt x="414" y="2"/>
                  <a:pt x="396" y="2"/>
                </a:cubicBezTo>
                <a:cubicBezTo>
                  <a:pt x="377" y="2"/>
                  <a:pt x="377" y="2"/>
                  <a:pt x="377" y="2"/>
                </a:cubicBezTo>
                <a:cubicBezTo>
                  <a:pt x="377" y="57"/>
                  <a:pt x="377" y="57"/>
                  <a:pt x="377" y="57"/>
                </a:cubicBezTo>
                <a:close/>
                <a:moveTo>
                  <a:pt x="470" y="58"/>
                </a:moveTo>
                <a:cubicBezTo>
                  <a:pt x="486" y="57"/>
                  <a:pt x="495" y="48"/>
                  <a:pt x="495" y="30"/>
                </a:cubicBezTo>
                <a:cubicBezTo>
                  <a:pt x="495" y="11"/>
                  <a:pt x="486" y="1"/>
                  <a:pt x="470" y="0"/>
                </a:cubicBezTo>
                <a:cubicBezTo>
                  <a:pt x="453" y="1"/>
                  <a:pt x="444" y="11"/>
                  <a:pt x="443" y="30"/>
                </a:cubicBezTo>
                <a:cubicBezTo>
                  <a:pt x="444" y="48"/>
                  <a:pt x="452" y="57"/>
                  <a:pt x="470" y="58"/>
                </a:cubicBezTo>
                <a:close/>
                <a:moveTo>
                  <a:pt x="470" y="9"/>
                </a:moveTo>
                <a:cubicBezTo>
                  <a:pt x="479" y="9"/>
                  <a:pt x="483" y="16"/>
                  <a:pt x="483" y="30"/>
                </a:cubicBezTo>
                <a:cubicBezTo>
                  <a:pt x="483" y="43"/>
                  <a:pt x="479" y="50"/>
                  <a:pt x="470" y="50"/>
                </a:cubicBezTo>
                <a:cubicBezTo>
                  <a:pt x="460" y="50"/>
                  <a:pt x="456" y="43"/>
                  <a:pt x="456" y="30"/>
                </a:cubicBezTo>
                <a:cubicBezTo>
                  <a:pt x="456" y="16"/>
                  <a:pt x="460" y="9"/>
                  <a:pt x="470" y="9"/>
                </a:cubicBezTo>
                <a:close/>
                <a:moveTo>
                  <a:pt x="567" y="57"/>
                </a:moveTo>
                <a:cubicBezTo>
                  <a:pt x="567" y="2"/>
                  <a:pt x="567" y="2"/>
                  <a:pt x="567" y="2"/>
                </a:cubicBezTo>
                <a:cubicBezTo>
                  <a:pt x="556" y="2"/>
                  <a:pt x="556" y="2"/>
                  <a:pt x="556" y="2"/>
                </a:cubicBezTo>
                <a:cubicBezTo>
                  <a:pt x="556" y="45"/>
                  <a:pt x="556" y="45"/>
                  <a:pt x="556" y="45"/>
                </a:cubicBezTo>
                <a:cubicBezTo>
                  <a:pt x="556" y="45"/>
                  <a:pt x="556" y="45"/>
                  <a:pt x="556" y="45"/>
                </a:cubicBezTo>
                <a:cubicBezTo>
                  <a:pt x="535" y="2"/>
                  <a:pt x="535" y="2"/>
                  <a:pt x="535" y="2"/>
                </a:cubicBezTo>
                <a:cubicBezTo>
                  <a:pt x="518" y="2"/>
                  <a:pt x="518" y="2"/>
                  <a:pt x="518" y="2"/>
                </a:cubicBezTo>
                <a:cubicBezTo>
                  <a:pt x="518" y="57"/>
                  <a:pt x="518" y="57"/>
                  <a:pt x="518" y="57"/>
                </a:cubicBezTo>
                <a:cubicBezTo>
                  <a:pt x="528" y="57"/>
                  <a:pt x="528" y="57"/>
                  <a:pt x="528" y="57"/>
                </a:cubicBezTo>
                <a:cubicBezTo>
                  <a:pt x="528" y="11"/>
                  <a:pt x="528" y="11"/>
                  <a:pt x="528" y="11"/>
                </a:cubicBezTo>
                <a:cubicBezTo>
                  <a:pt x="529" y="11"/>
                  <a:pt x="529" y="11"/>
                  <a:pt x="529" y="11"/>
                </a:cubicBezTo>
                <a:cubicBezTo>
                  <a:pt x="550" y="57"/>
                  <a:pt x="550" y="57"/>
                  <a:pt x="550" y="57"/>
                </a:cubicBezTo>
                <a:cubicBezTo>
                  <a:pt x="567" y="57"/>
                  <a:pt x="567" y="57"/>
                  <a:pt x="567" y="57"/>
                </a:cubicBezTo>
                <a:close/>
                <a:moveTo>
                  <a:pt x="627" y="37"/>
                </a:moveTo>
                <a:cubicBezTo>
                  <a:pt x="627" y="48"/>
                  <a:pt x="627" y="48"/>
                  <a:pt x="627" y="48"/>
                </a:cubicBezTo>
                <a:cubicBezTo>
                  <a:pt x="626" y="49"/>
                  <a:pt x="626" y="49"/>
                  <a:pt x="626" y="48"/>
                </a:cubicBezTo>
                <a:cubicBezTo>
                  <a:pt x="622" y="49"/>
                  <a:pt x="619" y="50"/>
                  <a:pt x="616" y="50"/>
                </a:cubicBezTo>
                <a:cubicBezTo>
                  <a:pt x="606" y="49"/>
                  <a:pt x="601" y="43"/>
                  <a:pt x="600" y="30"/>
                </a:cubicBezTo>
                <a:cubicBezTo>
                  <a:pt x="601" y="16"/>
                  <a:pt x="606" y="9"/>
                  <a:pt x="616" y="9"/>
                </a:cubicBezTo>
                <a:cubicBezTo>
                  <a:pt x="623" y="9"/>
                  <a:pt x="627" y="12"/>
                  <a:pt x="627" y="18"/>
                </a:cubicBezTo>
                <a:cubicBezTo>
                  <a:pt x="639" y="18"/>
                  <a:pt x="639" y="18"/>
                  <a:pt x="639" y="18"/>
                </a:cubicBezTo>
                <a:cubicBezTo>
                  <a:pt x="639" y="6"/>
                  <a:pt x="631" y="0"/>
                  <a:pt x="614" y="0"/>
                </a:cubicBezTo>
                <a:cubicBezTo>
                  <a:pt x="597" y="2"/>
                  <a:pt x="588" y="11"/>
                  <a:pt x="588" y="30"/>
                </a:cubicBezTo>
                <a:cubicBezTo>
                  <a:pt x="588" y="47"/>
                  <a:pt x="597" y="57"/>
                  <a:pt x="614" y="58"/>
                </a:cubicBezTo>
                <a:cubicBezTo>
                  <a:pt x="619" y="58"/>
                  <a:pt x="623" y="58"/>
                  <a:pt x="626" y="57"/>
                </a:cubicBezTo>
                <a:cubicBezTo>
                  <a:pt x="630" y="57"/>
                  <a:pt x="634" y="57"/>
                  <a:pt x="638" y="55"/>
                </a:cubicBezTo>
                <a:cubicBezTo>
                  <a:pt x="638" y="27"/>
                  <a:pt x="638" y="27"/>
                  <a:pt x="638" y="27"/>
                </a:cubicBezTo>
                <a:cubicBezTo>
                  <a:pt x="616" y="27"/>
                  <a:pt x="616" y="27"/>
                  <a:pt x="616" y="27"/>
                </a:cubicBezTo>
                <a:cubicBezTo>
                  <a:pt x="616" y="37"/>
                  <a:pt x="616" y="37"/>
                  <a:pt x="616" y="37"/>
                </a:cubicBezTo>
                <a:cubicBezTo>
                  <a:pt x="627" y="37"/>
                  <a:pt x="627" y="37"/>
                  <a:pt x="627" y="37"/>
                </a:cubicBezTo>
                <a:close/>
                <a:moveTo>
                  <a:pt x="716" y="2"/>
                </a:moveTo>
                <a:cubicBezTo>
                  <a:pt x="716" y="32"/>
                  <a:pt x="716" y="32"/>
                  <a:pt x="716" y="32"/>
                </a:cubicBezTo>
                <a:cubicBezTo>
                  <a:pt x="716" y="39"/>
                  <a:pt x="715" y="43"/>
                  <a:pt x="713" y="45"/>
                </a:cubicBezTo>
                <a:cubicBezTo>
                  <a:pt x="712" y="48"/>
                  <a:pt x="708" y="50"/>
                  <a:pt x="704" y="50"/>
                </a:cubicBezTo>
                <a:cubicBezTo>
                  <a:pt x="699" y="50"/>
                  <a:pt x="696" y="48"/>
                  <a:pt x="694" y="45"/>
                </a:cubicBezTo>
                <a:cubicBezTo>
                  <a:pt x="692" y="43"/>
                  <a:pt x="692" y="39"/>
                  <a:pt x="692" y="32"/>
                </a:cubicBezTo>
                <a:cubicBezTo>
                  <a:pt x="692" y="2"/>
                  <a:pt x="692" y="2"/>
                  <a:pt x="692" y="2"/>
                </a:cubicBezTo>
                <a:cubicBezTo>
                  <a:pt x="680" y="2"/>
                  <a:pt x="680" y="2"/>
                  <a:pt x="680" y="2"/>
                </a:cubicBezTo>
                <a:cubicBezTo>
                  <a:pt x="680" y="36"/>
                  <a:pt x="680" y="36"/>
                  <a:pt x="680" y="36"/>
                </a:cubicBezTo>
                <a:cubicBezTo>
                  <a:pt x="680" y="50"/>
                  <a:pt x="688" y="57"/>
                  <a:pt x="704" y="58"/>
                </a:cubicBezTo>
                <a:cubicBezTo>
                  <a:pt x="719" y="57"/>
                  <a:pt x="727" y="50"/>
                  <a:pt x="728" y="36"/>
                </a:cubicBezTo>
                <a:cubicBezTo>
                  <a:pt x="728" y="2"/>
                  <a:pt x="728" y="2"/>
                  <a:pt x="728" y="2"/>
                </a:cubicBezTo>
                <a:cubicBezTo>
                  <a:pt x="716" y="2"/>
                  <a:pt x="716" y="2"/>
                  <a:pt x="716" y="2"/>
                </a:cubicBezTo>
                <a:close/>
                <a:moveTo>
                  <a:pt x="801" y="57"/>
                </a:moveTo>
                <a:cubicBezTo>
                  <a:pt x="801" y="2"/>
                  <a:pt x="801" y="2"/>
                  <a:pt x="801" y="2"/>
                </a:cubicBezTo>
                <a:cubicBezTo>
                  <a:pt x="790" y="2"/>
                  <a:pt x="790" y="2"/>
                  <a:pt x="790" y="2"/>
                </a:cubicBezTo>
                <a:cubicBezTo>
                  <a:pt x="790" y="45"/>
                  <a:pt x="790" y="45"/>
                  <a:pt x="790" y="45"/>
                </a:cubicBezTo>
                <a:cubicBezTo>
                  <a:pt x="790" y="45"/>
                  <a:pt x="790" y="45"/>
                  <a:pt x="790" y="45"/>
                </a:cubicBezTo>
                <a:cubicBezTo>
                  <a:pt x="769" y="2"/>
                  <a:pt x="769" y="2"/>
                  <a:pt x="769" y="2"/>
                </a:cubicBezTo>
                <a:cubicBezTo>
                  <a:pt x="752" y="2"/>
                  <a:pt x="752" y="2"/>
                  <a:pt x="752" y="2"/>
                </a:cubicBezTo>
                <a:cubicBezTo>
                  <a:pt x="752" y="57"/>
                  <a:pt x="752" y="57"/>
                  <a:pt x="752" y="57"/>
                </a:cubicBezTo>
                <a:cubicBezTo>
                  <a:pt x="763" y="57"/>
                  <a:pt x="763" y="57"/>
                  <a:pt x="763" y="57"/>
                </a:cubicBezTo>
                <a:cubicBezTo>
                  <a:pt x="763" y="11"/>
                  <a:pt x="763" y="11"/>
                  <a:pt x="763" y="11"/>
                </a:cubicBezTo>
                <a:cubicBezTo>
                  <a:pt x="763" y="11"/>
                  <a:pt x="763" y="11"/>
                  <a:pt x="763" y="11"/>
                </a:cubicBezTo>
                <a:cubicBezTo>
                  <a:pt x="784" y="57"/>
                  <a:pt x="784" y="57"/>
                  <a:pt x="784" y="57"/>
                </a:cubicBezTo>
                <a:cubicBezTo>
                  <a:pt x="801" y="57"/>
                  <a:pt x="801" y="57"/>
                  <a:pt x="801" y="57"/>
                </a:cubicBezTo>
                <a:close/>
                <a:moveTo>
                  <a:pt x="836" y="2"/>
                </a:moveTo>
                <a:cubicBezTo>
                  <a:pt x="824" y="2"/>
                  <a:pt x="824" y="2"/>
                  <a:pt x="824" y="2"/>
                </a:cubicBezTo>
                <a:cubicBezTo>
                  <a:pt x="824" y="57"/>
                  <a:pt x="824" y="57"/>
                  <a:pt x="824" y="57"/>
                </a:cubicBezTo>
                <a:cubicBezTo>
                  <a:pt x="836" y="57"/>
                  <a:pt x="836" y="57"/>
                  <a:pt x="836" y="57"/>
                </a:cubicBezTo>
                <a:cubicBezTo>
                  <a:pt x="836" y="2"/>
                  <a:pt x="836" y="2"/>
                  <a:pt x="836" y="2"/>
                </a:cubicBezTo>
                <a:close/>
                <a:moveTo>
                  <a:pt x="875" y="57"/>
                </a:moveTo>
                <a:cubicBezTo>
                  <a:pt x="888" y="57"/>
                  <a:pt x="888" y="57"/>
                  <a:pt x="888" y="57"/>
                </a:cubicBezTo>
                <a:cubicBezTo>
                  <a:pt x="908" y="2"/>
                  <a:pt x="908" y="2"/>
                  <a:pt x="908" y="2"/>
                </a:cubicBezTo>
                <a:cubicBezTo>
                  <a:pt x="896" y="2"/>
                  <a:pt x="896" y="2"/>
                  <a:pt x="896" y="2"/>
                </a:cubicBezTo>
                <a:cubicBezTo>
                  <a:pt x="882" y="45"/>
                  <a:pt x="882" y="45"/>
                  <a:pt x="882" y="45"/>
                </a:cubicBezTo>
                <a:cubicBezTo>
                  <a:pt x="882" y="45"/>
                  <a:pt x="882" y="45"/>
                  <a:pt x="882" y="45"/>
                </a:cubicBezTo>
                <a:cubicBezTo>
                  <a:pt x="868" y="2"/>
                  <a:pt x="868" y="2"/>
                  <a:pt x="868" y="2"/>
                </a:cubicBezTo>
                <a:cubicBezTo>
                  <a:pt x="855" y="2"/>
                  <a:pt x="855" y="2"/>
                  <a:pt x="855" y="2"/>
                </a:cubicBezTo>
                <a:cubicBezTo>
                  <a:pt x="875" y="57"/>
                  <a:pt x="875" y="57"/>
                  <a:pt x="875" y="57"/>
                </a:cubicBezTo>
                <a:close/>
                <a:moveTo>
                  <a:pt x="927" y="57"/>
                </a:moveTo>
                <a:cubicBezTo>
                  <a:pt x="964" y="57"/>
                  <a:pt x="964" y="57"/>
                  <a:pt x="964" y="57"/>
                </a:cubicBezTo>
                <a:cubicBezTo>
                  <a:pt x="964" y="48"/>
                  <a:pt x="964" y="48"/>
                  <a:pt x="964" y="48"/>
                </a:cubicBezTo>
                <a:cubicBezTo>
                  <a:pt x="939" y="48"/>
                  <a:pt x="939" y="48"/>
                  <a:pt x="939" y="48"/>
                </a:cubicBezTo>
                <a:cubicBezTo>
                  <a:pt x="939" y="33"/>
                  <a:pt x="939" y="33"/>
                  <a:pt x="939" y="33"/>
                </a:cubicBezTo>
                <a:cubicBezTo>
                  <a:pt x="962" y="33"/>
                  <a:pt x="962" y="33"/>
                  <a:pt x="962" y="33"/>
                </a:cubicBezTo>
                <a:cubicBezTo>
                  <a:pt x="962" y="24"/>
                  <a:pt x="962" y="24"/>
                  <a:pt x="962" y="24"/>
                </a:cubicBezTo>
                <a:cubicBezTo>
                  <a:pt x="939" y="24"/>
                  <a:pt x="939" y="24"/>
                  <a:pt x="939" y="24"/>
                </a:cubicBezTo>
                <a:cubicBezTo>
                  <a:pt x="939" y="11"/>
                  <a:pt x="939" y="11"/>
                  <a:pt x="939" y="11"/>
                </a:cubicBezTo>
                <a:cubicBezTo>
                  <a:pt x="963" y="11"/>
                  <a:pt x="963" y="11"/>
                  <a:pt x="963" y="11"/>
                </a:cubicBezTo>
                <a:cubicBezTo>
                  <a:pt x="963" y="2"/>
                  <a:pt x="963" y="2"/>
                  <a:pt x="963" y="2"/>
                </a:cubicBezTo>
                <a:cubicBezTo>
                  <a:pt x="927" y="2"/>
                  <a:pt x="927" y="2"/>
                  <a:pt x="927" y="2"/>
                </a:cubicBezTo>
                <a:cubicBezTo>
                  <a:pt x="927" y="57"/>
                  <a:pt x="927" y="57"/>
                  <a:pt x="927" y="57"/>
                </a:cubicBezTo>
                <a:close/>
                <a:moveTo>
                  <a:pt x="998" y="11"/>
                </a:moveTo>
                <a:cubicBezTo>
                  <a:pt x="1008" y="11"/>
                  <a:pt x="1008" y="11"/>
                  <a:pt x="1008" y="11"/>
                </a:cubicBezTo>
                <a:cubicBezTo>
                  <a:pt x="1014" y="11"/>
                  <a:pt x="1016" y="13"/>
                  <a:pt x="1016" y="18"/>
                </a:cubicBezTo>
                <a:cubicBezTo>
                  <a:pt x="1016" y="23"/>
                  <a:pt x="1014" y="26"/>
                  <a:pt x="1008" y="26"/>
                </a:cubicBezTo>
                <a:cubicBezTo>
                  <a:pt x="998" y="26"/>
                  <a:pt x="998" y="26"/>
                  <a:pt x="998" y="26"/>
                </a:cubicBezTo>
                <a:cubicBezTo>
                  <a:pt x="998" y="11"/>
                  <a:pt x="998" y="11"/>
                  <a:pt x="998" y="11"/>
                </a:cubicBezTo>
                <a:close/>
                <a:moveTo>
                  <a:pt x="998" y="35"/>
                </a:moveTo>
                <a:cubicBezTo>
                  <a:pt x="1011" y="35"/>
                  <a:pt x="1011" y="35"/>
                  <a:pt x="1011" y="35"/>
                </a:cubicBezTo>
                <a:cubicBezTo>
                  <a:pt x="1014" y="35"/>
                  <a:pt x="1015" y="37"/>
                  <a:pt x="1016" y="42"/>
                </a:cubicBezTo>
                <a:cubicBezTo>
                  <a:pt x="1016" y="47"/>
                  <a:pt x="1017" y="52"/>
                  <a:pt x="1018" y="57"/>
                </a:cubicBezTo>
                <a:cubicBezTo>
                  <a:pt x="1031" y="57"/>
                  <a:pt x="1031" y="57"/>
                  <a:pt x="1031" y="57"/>
                </a:cubicBezTo>
                <a:cubicBezTo>
                  <a:pt x="1029" y="55"/>
                  <a:pt x="1028" y="51"/>
                  <a:pt x="1028" y="44"/>
                </a:cubicBezTo>
                <a:cubicBezTo>
                  <a:pt x="1028" y="44"/>
                  <a:pt x="1028" y="43"/>
                  <a:pt x="1027" y="42"/>
                </a:cubicBezTo>
                <a:cubicBezTo>
                  <a:pt x="1027" y="34"/>
                  <a:pt x="1024" y="30"/>
                  <a:pt x="1018" y="30"/>
                </a:cubicBezTo>
                <a:cubicBezTo>
                  <a:pt x="1018" y="30"/>
                  <a:pt x="1018" y="30"/>
                  <a:pt x="1018" y="30"/>
                </a:cubicBezTo>
                <a:cubicBezTo>
                  <a:pt x="1025" y="28"/>
                  <a:pt x="1029" y="23"/>
                  <a:pt x="1029" y="16"/>
                </a:cubicBezTo>
                <a:cubicBezTo>
                  <a:pt x="1029" y="7"/>
                  <a:pt x="1022" y="2"/>
                  <a:pt x="1010" y="2"/>
                </a:cubicBezTo>
                <a:cubicBezTo>
                  <a:pt x="987" y="2"/>
                  <a:pt x="987" y="2"/>
                  <a:pt x="987" y="2"/>
                </a:cubicBezTo>
                <a:cubicBezTo>
                  <a:pt x="987" y="57"/>
                  <a:pt x="987" y="57"/>
                  <a:pt x="987" y="57"/>
                </a:cubicBezTo>
                <a:cubicBezTo>
                  <a:pt x="998" y="57"/>
                  <a:pt x="998" y="57"/>
                  <a:pt x="998" y="57"/>
                </a:cubicBezTo>
                <a:cubicBezTo>
                  <a:pt x="998" y="35"/>
                  <a:pt x="998" y="35"/>
                  <a:pt x="998" y="35"/>
                </a:cubicBezTo>
                <a:close/>
                <a:moveTo>
                  <a:pt x="1092" y="18"/>
                </a:moveTo>
                <a:cubicBezTo>
                  <a:pt x="1091" y="7"/>
                  <a:pt x="1085" y="1"/>
                  <a:pt x="1073" y="0"/>
                </a:cubicBezTo>
                <a:cubicBezTo>
                  <a:pt x="1059" y="1"/>
                  <a:pt x="1051" y="7"/>
                  <a:pt x="1050" y="19"/>
                </a:cubicBezTo>
                <a:cubicBezTo>
                  <a:pt x="1050" y="26"/>
                  <a:pt x="1056" y="31"/>
                  <a:pt x="1068" y="34"/>
                </a:cubicBezTo>
                <a:cubicBezTo>
                  <a:pt x="1069" y="34"/>
                  <a:pt x="1069" y="34"/>
                  <a:pt x="1070" y="35"/>
                </a:cubicBezTo>
                <a:cubicBezTo>
                  <a:pt x="1077" y="36"/>
                  <a:pt x="1081" y="39"/>
                  <a:pt x="1081" y="42"/>
                </a:cubicBezTo>
                <a:cubicBezTo>
                  <a:pt x="1081" y="47"/>
                  <a:pt x="1077" y="49"/>
                  <a:pt x="1070" y="50"/>
                </a:cubicBezTo>
                <a:cubicBezTo>
                  <a:pt x="1064" y="49"/>
                  <a:pt x="1061" y="46"/>
                  <a:pt x="1061" y="39"/>
                </a:cubicBezTo>
                <a:cubicBezTo>
                  <a:pt x="1049" y="39"/>
                  <a:pt x="1049" y="39"/>
                  <a:pt x="1049" y="39"/>
                </a:cubicBezTo>
                <a:cubicBezTo>
                  <a:pt x="1049" y="52"/>
                  <a:pt x="1056" y="58"/>
                  <a:pt x="1070" y="58"/>
                </a:cubicBezTo>
                <a:cubicBezTo>
                  <a:pt x="1085" y="57"/>
                  <a:pt x="1093" y="51"/>
                  <a:pt x="1093" y="40"/>
                </a:cubicBezTo>
                <a:cubicBezTo>
                  <a:pt x="1093" y="32"/>
                  <a:pt x="1087" y="27"/>
                  <a:pt x="1074" y="24"/>
                </a:cubicBezTo>
                <a:cubicBezTo>
                  <a:pt x="1073" y="24"/>
                  <a:pt x="1073" y="24"/>
                  <a:pt x="1073" y="24"/>
                </a:cubicBezTo>
                <a:cubicBezTo>
                  <a:pt x="1066" y="23"/>
                  <a:pt x="1062" y="21"/>
                  <a:pt x="1063" y="16"/>
                </a:cubicBezTo>
                <a:cubicBezTo>
                  <a:pt x="1063" y="12"/>
                  <a:pt x="1066" y="10"/>
                  <a:pt x="1072" y="9"/>
                </a:cubicBezTo>
                <a:cubicBezTo>
                  <a:pt x="1077" y="9"/>
                  <a:pt x="1080" y="12"/>
                  <a:pt x="1080" y="18"/>
                </a:cubicBezTo>
                <a:cubicBezTo>
                  <a:pt x="1092" y="18"/>
                  <a:pt x="1092" y="18"/>
                  <a:pt x="1092" y="18"/>
                </a:cubicBezTo>
                <a:close/>
                <a:moveTo>
                  <a:pt x="1127" y="2"/>
                </a:moveTo>
                <a:cubicBezTo>
                  <a:pt x="1115" y="2"/>
                  <a:pt x="1115" y="2"/>
                  <a:pt x="1115" y="2"/>
                </a:cubicBezTo>
                <a:cubicBezTo>
                  <a:pt x="1115" y="57"/>
                  <a:pt x="1115" y="57"/>
                  <a:pt x="1115" y="57"/>
                </a:cubicBezTo>
                <a:cubicBezTo>
                  <a:pt x="1127" y="57"/>
                  <a:pt x="1127" y="57"/>
                  <a:pt x="1127" y="57"/>
                </a:cubicBezTo>
                <a:cubicBezTo>
                  <a:pt x="1127" y="2"/>
                  <a:pt x="1127" y="2"/>
                  <a:pt x="1127" y="2"/>
                </a:cubicBezTo>
                <a:close/>
                <a:moveTo>
                  <a:pt x="1146" y="11"/>
                </a:moveTo>
                <a:cubicBezTo>
                  <a:pt x="1162" y="11"/>
                  <a:pt x="1162" y="11"/>
                  <a:pt x="1162" y="11"/>
                </a:cubicBezTo>
                <a:cubicBezTo>
                  <a:pt x="1162" y="57"/>
                  <a:pt x="1162" y="57"/>
                  <a:pt x="1162" y="57"/>
                </a:cubicBezTo>
                <a:cubicBezTo>
                  <a:pt x="1174" y="57"/>
                  <a:pt x="1174" y="57"/>
                  <a:pt x="1174" y="57"/>
                </a:cubicBezTo>
                <a:cubicBezTo>
                  <a:pt x="1174" y="11"/>
                  <a:pt x="1174" y="11"/>
                  <a:pt x="1174" y="11"/>
                </a:cubicBezTo>
                <a:cubicBezTo>
                  <a:pt x="1190" y="11"/>
                  <a:pt x="1190" y="11"/>
                  <a:pt x="1190" y="11"/>
                </a:cubicBezTo>
                <a:cubicBezTo>
                  <a:pt x="1190" y="2"/>
                  <a:pt x="1190" y="2"/>
                  <a:pt x="1190" y="2"/>
                </a:cubicBezTo>
                <a:cubicBezTo>
                  <a:pt x="1146" y="2"/>
                  <a:pt x="1146" y="2"/>
                  <a:pt x="1146" y="2"/>
                </a:cubicBezTo>
                <a:cubicBezTo>
                  <a:pt x="1146" y="11"/>
                  <a:pt x="1146" y="11"/>
                  <a:pt x="1146" y="11"/>
                </a:cubicBezTo>
                <a:close/>
                <a:moveTo>
                  <a:pt x="1224" y="57"/>
                </a:moveTo>
                <a:cubicBezTo>
                  <a:pt x="1236" y="57"/>
                  <a:pt x="1236" y="57"/>
                  <a:pt x="1236" y="57"/>
                </a:cubicBezTo>
                <a:cubicBezTo>
                  <a:pt x="1236" y="39"/>
                  <a:pt x="1236" y="39"/>
                  <a:pt x="1236" y="39"/>
                </a:cubicBezTo>
                <a:cubicBezTo>
                  <a:pt x="1254" y="2"/>
                  <a:pt x="1254" y="2"/>
                  <a:pt x="1254" y="2"/>
                </a:cubicBezTo>
                <a:cubicBezTo>
                  <a:pt x="1242" y="2"/>
                  <a:pt x="1242" y="2"/>
                  <a:pt x="1242" y="2"/>
                </a:cubicBezTo>
                <a:cubicBezTo>
                  <a:pt x="1231" y="27"/>
                  <a:pt x="1231" y="27"/>
                  <a:pt x="1231" y="27"/>
                </a:cubicBezTo>
                <a:cubicBezTo>
                  <a:pt x="1220" y="2"/>
                  <a:pt x="1220" y="2"/>
                  <a:pt x="1220" y="2"/>
                </a:cubicBezTo>
                <a:cubicBezTo>
                  <a:pt x="1206" y="2"/>
                  <a:pt x="1206" y="2"/>
                  <a:pt x="1206" y="2"/>
                </a:cubicBezTo>
                <a:cubicBezTo>
                  <a:pt x="1224" y="39"/>
                  <a:pt x="1224" y="39"/>
                  <a:pt x="1224" y="39"/>
                </a:cubicBezTo>
                <a:cubicBezTo>
                  <a:pt x="1224" y="57"/>
                  <a:pt x="1224" y="57"/>
                  <a:pt x="1224" y="57"/>
                </a:cubicBezTo>
                <a:close/>
                <a:moveTo>
                  <a:pt x="1315" y="58"/>
                </a:moveTo>
                <a:cubicBezTo>
                  <a:pt x="1332" y="57"/>
                  <a:pt x="1340" y="48"/>
                  <a:pt x="1341" y="30"/>
                </a:cubicBezTo>
                <a:cubicBezTo>
                  <a:pt x="1340" y="11"/>
                  <a:pt x="1332" y="1"/>
                  <a:pt x="1315" y="0"/>
                </a:cubicBezTo>
                <a:cubicBezTo>
                  <a:pt x="1298" y="1"/>
                  <a:pt x="1289" y="11"/>
                  <a:pt x="1289" y="30"/>
                </a:cubicBezTo>
                <a:cubicBezTo>
                  <a:pt x="1289" y="48"/>
                  <a:pt x="1298" y="57"/>
                  <a:pt x="1315" y="58"/>
                </a:cubicBezTo>
                <a:close/>
                <a:moveTo>
                  <a:pt x="1315" y="9"/>
                </a:moveTo>
                <a:cubicBezTo>
                  <a:pt x="1324" y="9"/>
                  <a:pt x="1329" y="16"/>
                  <a:pt x="1329" y="30"/>
                </a:cubicBezTo>
                <a:cubicBezTo>
                  <a:pt x="1329" y="43"/>
                  <a:pt x="1324" y="50"/>
                  <a:pt x="1315" y="50"/>
                </a:cubicBezTo>
                <a:cubicBezTo>
                  <a:pt x="1306" y="50"/>
                  <a:pt x="1301" y="43"/>
                  <a:pt x="1301" y="30"/>
                </a:cubicBezTo>
                <a:cubicBezTo>
                  <a:pt x="1301" y="16"/>
                  <a:pt x="1306" y="9"/>
                  <a:pt x="1315" y="9"/>
                </a:cubicBezTo>
                <a:close/>
                <a:moveTo>
                  <a:pt x="1375" y="57"/>
                </a:moveTo>
                <a:cubicBezTo>
                  <a:pt x="1375" y="33"/>
                  <a:pt x="1375" y="33"/>
                  <a:pt x="1375" y="33"/>
                </a:cubicBezTo>
                <a:cubicBezTo>
                  <a:pt x="1397" y="33"/>
                  <a:pt x="1397" y="33"/>
                  <a:pt x="1397" y="33"/>
                </a:cubicBezTo>
                <a:cubicBezTo>
                  <a:pt x="1397" y="24"/>
                  <a:pt x="1397" y="24"/>
                  <a:pt x="1397" y="24"/>
                </a:cubicBezTo>
                <a:cubicBezTo>
                  <a:pt x="1375" y="24"/>
                  <a:pt x="1375" y="24"/>
                  <a:pt x="1375" y="24"/>
                </a:cubicBezTo>
                <a:cubicBezTo>
                  <a:pt x="1375" y="11"/>
                  <a:pt x="1375" y="11"/>
                  <a:pt x="1375" y="11"/>
                </a:cubicBezTo>
                <a:cubicBezTo>
                  <a:pt x="1399" y="11"/>
                  <a:pt x="1399" y="11"/>
                  <a:pt x="1399" y="11"/>
                </a:cubicBezTo>
                <a:cubicBezTo>
                  <a:pt x="1399" y="2"/>
                  <a:pt x="1399" y="2"/>
                  <a:pt x="1399" y="2"/>
                </a:cubicBezTo>
                <a:cubicBezTo>
                  <a:pt x="1363" y="2"/>
                  <a:pt x="1363" y="2"/>
                  <a:pt x="1363" y="2"/>
                </a:cubicBezTo>
                <a:cubicBezTo>
                  <a:pt x="1363" y="57"/>
                  <a:pt x="1363" y="57"/>
                  <a:pt x="1363" y="57"/>
                </a:cubicBezTo>
                <a:cubicBezTo>
                  <a:pt x="1375" y="57"/>
                  <a:pt x="1375" y="57"/>
                  <a:pt x="1375" y="57"/>
                </a:cubicBezTo>
                <a:close/>
                <a:moveTo>
                  <a:pt x="1431" y="11"/>
                </a:moveTo>
                <a:cubicBezTo>
                  <a:pt x="1448" y="11"/>
                  <a:pt x="1448" y="11"/>
                  <a:pt x="1448" y="11"/>
                </a:cubicBezTo>
                <a:cubicBezTo>
                  <a:pt x="1448" y="57"/>
                  <a:pt x="1448" y="57"/>
                  <a:pt x="1448" y="57"/>
                </a:cubicBezTo>
                <a:cubicBezTo>
                  <a:pt x="1459" y="57"/>
                  <a:pt x="1459" y="57"/>
                  <a:pt x="1459" y="57"/>
                </a:cubicBezTo>
                <a:cubicBezTo>
                  <a:pt x="1459" y="11"/>
                  <a:pt x="1459" y="11"/>
                  <a:pt x="1459" y="11"/>
                </a:cubicBezTo>
                <a:cubicBezTo>
                  <a:pt x="1476" y="11"/>
                  <a:pt x="1476" y="11"/>
                  <a:pt x="1476" y="11"/>
                </a:cubicBezTo>
                <a:cubicBezTo>
                  <a:pt x="1476" y="2"/>
                  <a:pt x="1476" y="2"/>
                  <a:pt x="1476" y="2"/>
                </a:cubicBezTo>
                <a:cubicBezTo>
                  <a:pt x="1431" y="2"/>
                  <a:pt x="1431" y="2"/>
                  <a:pt x="1431" y="2"/>
                </a:cubicBezTo>
                <a:cubicBezTo>
                  <a:pt x="1431" y="11"/>
                  <a:pt x="1431" y="11"/>
                  <a:pt x="1431" y="11"/>
                </a:cubicBezTo>
                <a:close/>
                <a:moveTo>
                  <a:pt x="1495" y="57"/>
                </a:moveTo>
                <a:cubicBezTo>
                  <a:pt x="1532" y="57"/>
                  <a:pt x="1532" y="57"/>
                  <a:pt x="1532" y="57"/>
                </a:cubicBezTo>
                <a:cubicBezTo>
                  <a:pt x="1532" y="48"/>
                  <a:pt x="1532" y="48"/>
                  <a:pt x="1532" y="48"/>
                </a:cubicBezTo>
                <a:cubicBezTo>
                  <a:pt x="1507" y="48"/>
                  <a:pt x="1507" y="48"/>
                  <a:pt x="1507" y="48"/>
                </a:cubicBezTo>
                <a:cubicBezTo>
                  <a:pt x="1507" y="33"/>
                  <a:pt x="1507" y="33"/>
                  <a:pt x="1507" y="33"/>
                </a:cubicBezTo>
                <a:cubicBezTo>
                  <a:pt x="1530" y="33"/>
                  <a:pt x="1530" y="33"/>
                  <a:pt x="1530" y="33"/>
                </a:cubicBezTo>
                <a:cubicBezTo>
                  <a:pt x="1530" y="24"/>
                  <a:pt x="1530" y="24"/>
                  <a:pt x="1530" y="24"/>
                </a:cubicBezTo>
                <a:cubicBezTo>
                  <a:pt x="1507" y="24"/>
                  <a:pt x="1507" y="24"/>
                  <a:pt x="1507" y="24"/>
                </a:cubicBezTo>
                <a:cubicBezTo>
                  <a:pt x="1507" y="11"/>
                  <a:pt x="1507" y="11"/>
                  <a:pt x="1507" y="11"/>
                </a:cubicBezTo>
                <a:cubicBezTo>
                  <a:pt x="1531" y="11"/>
                  <a:pt x="1531" y="11"/>
                  <a:pt x="1531" y="11"/>
                </a:cubicBezTo>
                <a:cubicBezTo>
                  <a:pt x="1531" y="2"/>
                  <a:pt x="1531" y="2"/>
                  <a:pt x="1531" y="2"/>
                </a:cubicBezTo>
                <a:cubicBezTo>
                  <a:pt x="1495" y="2"/>
                  <a:pt x="1495" y="2"/>
                  <a:pt x="1495" y="2"/>
                </a:cubicBezTo>
                <a:cubicBezTo>
                  <a:pt x="1495" y="57"/>
                  <a:pt x="1495" y="57"/>
                  <a:pt x="1495" y="57"/>
                </a:cubicBezTo>
                <a:close/>
                <a:moveTo>
                  <a:pt x="1599" y="20"/>
                </a:moveTo>
                <a:cubicBezTo>
                  <a:pt x="1598" y="7"/>
                  <a:pt x="1590" y="1"/>
                  <a:pt x="1576" y="0"/>
                </a:cubicBezTo>
                <a:cubicBezTo>
                  <a:pt x="1561" y="1"/>
                  <a:pt x="1553" y="11"/>
                  <a:pt x="1553" y="30"/>
                </a:cubicBezTo>
                <a:cubicBezTo>
                  <a:pt x="1553" y="48"/>
                  <a:pt x="1561" y="57"/>
                  <a:pt x="1576" y="58"/>
                </a:cubicBezTo>
                <a:cubicBezTo>
                  <a:pt x="1590" y="58"/>
                  <a:pt x="1598" y="51"/>
                  <a:pt x="1599" y="39"/>
                </a:cubicBezTo>
                <a:cubicBezTo>
                  <a:pt x="1586" y="39"/>
                  <a:pt x="1586" y="39"/>
                  <a:pt x="1586" y="39"/>
                </a:cubicBezTo>
                <a:cubicBezTo>
                  <a:pt x="1586" y="46"/>
                  <a:pt x="1583" y="49"/>
                  <a:pt x="1576" y="50"/>
                </a:cubicBezTo>
                <a:cubicBezTo>
                  <a:pt x="1569" y="49"/>
                  <a:pt x="1566" y="43"/>
                  <a:pt x="1565" y="30"/>
                </a:cubicBezTo>
                <a:cubicBezTo>
                  <a:pt x="1566" y="16"/>
                  <a:pt x="1569" y="10"/>
                  <a:pt x="1576" y="9"/>
                </a:cubicBezTo>
                <a:cubicBezTo>
                  <a:pt x="1582" y="9"/>
                  <a:pt x="1586" y="13"/>
                  <a:pt x="1586" y="20"/>
                </a:cubicBezTo>
                <a:cubicBezTo>
                  <a:pt x="1599" y="20"/>
                  <a:pt x="1599" y="20"/>
                  <a:pt x="1599" y="20"/>
                </a:cubicBezTo>
                <a:close/>
                <a:moveTo>
                  <a:pt x="1631" y="57"/>
                </a:moveTo>
                <a:cubicBezTo>
                  <a:pt x="1631" y="33"/>
                  <a:pt x="1631" y="33"/>
                  <a:pt x="1631" y="33"/>
                </a:cubicBezTo>
                <a:cubicBezTo>
                  <a:pt x="1652" y="33"/>
                  <a:pt x="1652" y="33"/>
                  <a:pt x="1652" y="33"/>
                </a:cubicBezTo>
                <a:cubicBezTo>
                  <a:pt x="1652" y="57"/>
                  <a:pt x="1652" y="57"/>
                  <a:pt x="1652" y="57"/>
                </a:cubicBezTo>
                <a:cubicBezTo>
                  <a:pt x="1664" y="57"/>
                  <a:pt x="1664" y="57"/>
                  <a:pt x="1664" y="57"/>
                </a:cubicBezTo>
                <a:cubicBezTo>
                  <a:pt x="1664" y="2"/>
                  <a:pt x="1664" y="2"/>
                  <a:pt x="1664" y="2"/>
                </a:cubicBezTo>
                <a:cubicBezTo>
                  <a:pt x="1652" y="2"/>
                  <a:pt x="1652" y="2"/>
                  <a:pt x="1652" y="2"/>
                </a:cubicBezTo>
                <a:cubicBezTo>
                  <a:pt x="1652" y="24"/>
                  <a:pt x="1652" y="24"/>
                  <a:pt x="1652" y="24"/>
                </a:cubicBezTo>
                <a:cubicBezTo>
                  <a:pt x="1631" y="24"/>
                  <a:pt x="1631" y="24"/>
                  <a:pt x="1631" y="24"/>
                </a:cubicBezTo>
                <a:cubicBezTo>
                  <a:pt x="1631" y="2"/>
                  <a:pt x="1631" y="2"/>
                  <a:pt x="1631" y="2"/>
                </a:cubicBezTo>
                <a:cubicBezTo>
                  <a:pt x="1620" y="2"/>
                  <a:pt x="1620" y="2"/>
                  <a:pt x="1620" y="2"/>
                </a:cubicBezTo>
                <a:cubicBezTo>
                  <a:pt x="1620" y="57"/>
                  <a:pt x="1620" y="57"/>
                  <a:pt x="1620" y="57"/>
                </a:cubicBezTo>
                <a:cubicBezTo>
                  <a:pt x="1631" y="57"/>
                  <a:pt x="1631" y="57"/>
                  <a:pt x="1631" y="57"/>
                </a:cubicBezTo>
                <a:close/>
                <a:moveTo>
                  <a:pt x="1737" y="57"/>
                </a:moveTo>
                <a:cubicBezTo>
                  <a:pt x="1737" y="2"/>
                  <a:pt x="1737" y="2"/>
                  <a:pt x="1737" y="2"/>
                </a:cubicBezTo>
                <a:cubicBezTo>
                  <a:pt x="1726" y="2"/>
                  <a:pt x="1726" y="2"/>
                  <a:pt x="1726" y="2"/>
                </a:cubicBezTo>
                <a:cubicBezTo>
                  <a:pt x="1726" y="45"/>
                  <a:pt x="1726" y="45"/>
                  <a:pt x="1726" y="45"/>
                </a:cubicBezTo>
                <a:cubicBezTo>
                  <a:pt x="1725" y="45"/>
                  <a:pt x="1725" y="45"/>
                  <a:pt x="1725" y="45"/>
                </a:cubicBezTo>
                <a:cubicBezTo>
                  <a:pt x="1705" y="2"/>
                  <a:pt x="1705" y="2"/>
                  <a:pt x="1705" y="2"/>
                </a:cubicBezTo>
                <a:cubicBezTo>
                  <a:pt x="1687" y="2"/>
                  <a:pt x="1687" y="2"/>
                  <a:pt x="1687" y="2"/>
                </a:cubicBezTo>
                <a:cubicBezTo>
                  <a:pt x="1687" y="57"/>
                  <a:pt x="1687" y="57"/>
                  <a:pt x="1687" y="57"/>
                </a:cubicBezTo>
                <a:cubicBezTo>
                  <a:pt x="1698" y="57"/>
                  <a:pt x="1698" y="57"/>
                  <a:pt x="1698" y="57"/>
                </a:cubicBezTo>
                <a:cubicBezTo>
                  <a:pt x="1698" y="11"/>
                  <a:pt x="1698" y="11"/>
                  <a:pt x="1698" y="11"/>
                </a:cubicBezTo>
                <a:cubicBezTo>
                  <a:pt x="1699" y="11"/>
                  <a:pt x="1699" y="11"/>
                  <a:pt x="1699" y="11"/>
                </a:cubicBezTo>
                <a:cubicBezTo>
                  <a:pt x="1720" y="57"/>
                  <a:pt x="1720" y="57"/>
                  <a:pt x="1720" y="57"/>
                </a:cubicBezTo>
                <a:cubicBezTo>
                  <a:pt x="1737" y="57"/>
                  <a:pt x="1737" y="57"/>
                  <a:pt x="1737" y="57"/>
                </a:cubicBezTo>
                <a:close/>
                <a:moveTo>
                  <a:pt x="1784" y="58"/>
                </a:moveTo>
                <a:cubicBezTo>
                  <a:pt x="1801" y="57"/>
                  <a:pt x="1810" y="48"/>
                  <a:pt x="1810" y="30"/>
                </a:cubicBezTo>
                <a:cubicBezTo>
                  <a:pt x="1810" y="11"/>
                  <a:pt x="1801" y="1"/>
                  <a:pt x="1784" y="0"/>
                </a:cubicBezTo>
                <a:cubicBezTo>
                  <a:pt x="1767" y="1"/>
                  <a:pt x="1759" y="11"/>
                  <a:pt x="1758" y="30"/>
                </a:cubicBezTo>
                <a:cubicBezTo>
                  <a:pt x="1759" y="48"/>
                  <a:pt x="1767" y="57"/>
                  <a:pt x="1784" y="58"/>
                </a:cubicBezTo>
                <a:close/>
                <a:moveTo>
                  <a:pt x="1784" y="9"/>
                </a:moveTo>
                <a:cubicBezTo>
                  <a:pt x="1793" y="9"/>
                  <a:pt x="1798" y="16"/>
                  <a:pt x="1798" y="30"/>
                </a:cubicBezTo>
                <a:cubicBezTo>
                  <a:pt x="1798" y="43"/>
                  <a:pt x="1793" y="50"/>
                  <a:pt x="1784" y="50"/>
                </a:cubicBezTo>
                <a:cubicBezTo>
                  <a:pt x="1775" y="50"/>
                  <a:pt x="1771" y="43"/>
                  <a:pt x="1771" y="30"/>
                </a:cubicBezTo>
                <a:cubicBezTo>
                  <a:pt x="1771" y="16"/>
                  <a:pt x="1775" y="9"/>
                  <a:pt x="1784" y="9"/>
                </a:cubicBezTo>
                <a:close/>
                <a:moveTo>
                  <a:pt x="1868" y="57"/>
                </a:moveTo>
                <a:cubicBezTo>
                  <a:pt x="1868" y="48"/>
                  <a:pt x="1868" y="48"/>
                  <a:pt x="1868" y="48"/>
                </a:cubicBezTo>
                <a:cubicBezTo>
                  <a:pt x="1844" y="48"/>
                  <a:pt x="1844" y="48"/>
                  <a:pt x="1844" y="48"/>
                </a:cubicBezTo>
                <a:cubicBezTo>
                  <a:pt x="1844" y="2"/>
                  <a:pt x="1844" y="2"/>
                  <a:pt x="1844" y="2"/>
                </a:cubicBezTo>
                <a:cubicBezTo>
                  <a:pt x="1833" y="2"/>
                  <a:pt x="1833" y="2"/>
                  <a:pt x="1833" y="2"/>
                </a:cubicBezTo>
                <a:cubicBezTo>
                  <a:pt x="1833" y="57"/>
                  <a:pt x="1833" y="57"/>
                  <a:pt x="1833" y="57"/>
                </a:cubicBezTo>
                <a:cubicBezTo>
                  <a:pt x="1868" y="57"/>
                  <a:pt x="1868" y="57"/>
                  <a:pt x="1868" y="57"/>
                </a:cubicBezTo>
                <a:close/>
                <a:moveTo>
                  <a:pt x="1913" y="58"/>
                </a:moveTo>
                <a:cubicBezTo>
                  <a:pt x="1929" y="57"/>
                  <a:pt x="1938" y="48"/>
                  <a:pt x="1939" y="30"/>
                </a:cubicBezTo>
                <a:cubicBezTo>
                  <a:pt x="1938" y="11"/>
                  <a:pt x="1929" y="1"/>
                  <a:pt x="1913" y="0"/>
                </a:cubicBezTo>
                <a:cubicBezTo>
                  <a:pt x="1896" y="1"/>
                  <a:pt x="1887" y="11"/>
                  <a:pt x="1886" y="30"/>
                </a:cubicBezTo>
                <a:cubicBezTo>
                  <a:pt x="1887" y="48"/>
                  <a:pt x="1896" y="57"/>
                  <a:pt x="1913" y="58"/>
                </a:cubicBezTo>
                <a:close/>
                <a:moveTo>
                  <a:pt x="1913" y="9"/>
                </a:moveTo>
                <a:cubicBezTo>
                  <a:pt x="1922" y="9"/>
                  <a:pt x="1926" y="16"/>
                  <a:pt x="1926" y="30"/>
                </a:cubicBezTo>
                <a:cubicBezTo>
                  <a:pt x="1926" y="43"/>
                  <a:pt x="1922" y="50"/>
                  <a:pt x="1913" y="50"/>
                </a:cubicBezTo>
                <a:cubicBezTo>
                  <a:pt x="1903" y="50"/>
                  <a:pt x="1899" y="43"/>
                  <a:pt x="1899" y="30"/>
                </a:cubicBezTo>
                <a:cubicBezTo>
                  <a:pt x="1899" y="16"/>
                  <a:pt x="1903" y="9"/>
                  <a:pt x="1913" y="9"/>
                </a:cubicBezTo>
                <a:close/>
                <a:moveTo>
                  <a:pt x="1997" y="37"/>
                </a:moveTo>
                <a:cubicBezTo>
                  <a:pt x="1997" y="48"/>
                  <a:pt x="1997" y="48"/>
                  <a:pt x="1997" y="48"/>
                </a:cubicBezTo>
                <a:cubicBezTo>
                  <a:pt x="1997" y="49"/>
                  <a:pt x="1997" y="49"/>
                  <a:pt x="1997" y="48"/>
                </a:cubicBezTo>
                <a:cubicBezTo>
                  <a:pt x="1993" y="49"/>
                  <a:pt x="1989" y="50"/>
                  <a:pt x="1986" y="50"/>
                </a:cubicBezTo>
                <a:cubicBezTo>
                  <a:pt x="1976" y="49"/>
                  <a:pt x="1971" y="43"/>
                  <a:pt x="1971" y="30"/>
                </a:cubicBezTo>
                <a:cubicBezTo>
                  <a:pt x="1971" y="16"/>
                  <a:pt x="1976" y="9"/>
                  <a:pt x="1986" y="9"/>
                </a:cubicBezTo>
                <a:cubicBezTo>
                  <a:pt x="1994" y="9"/>
                  <a:pt x="1997" y="12"/>
                  <a:pt x="1997" y="18"/>
                </a:cubicBezTo>
                <a:cubicBezTo>
                  <a:pt x="2010" y="18"/>
                  <a:pt x="2010" y="18"/>
                  <a:pt x="2010" y="18"/>
                </a:cubicBezTo>
                <a:cubicBezTo>
                  <a:pt x="2010" y="6"/>
                  <a:pt x="2001" y="0"/>
                  <a:pt x="1984" y="0"/>
                </a:cubicBezTo>
                <a:cubicBezTo>
                  <a:pt x="1968" y="2"/>
                  <a:pt x="1959" y="11"/>
                  <a:pt x="1959" y="30"/>
                </a:cubicBezTo>
                <a:cubicBezTo>
                  <a:pt x="1959" y="47"/>
                  <a:pt x="1968" y="57"/>
                  <a:pt x="1984" y="58"/>
                </a:cubicBezTo>
                <a:cubicBezTo>
                  <a:pt x="1989" y="58"/>
                  <a:pt x="1994" y="58"/>
                  <a:pt x="1997" y="57"/>
                </a:cubicBezTo>
                <a:cubicBezTo>
                  <a:pt x="2001" y="57"/>
                  <a:pt x="2005" y="57"/>
                  <a:pt x="2009" y="55"/>
                </a:cubicBezTo>
                <a:cubicBezTo>
                  <a:pt x="2009" y="27"/>
                  <a:pt x="2009" y="27"/>
                  <a:pt x="2009" y="27"/>
                </a:cubicBezTo>
                <a:cubicBezTo>
                  <a:pt x="1987" y="27"/>
                  <a:pt x="1987" y="27"/>
                  <a:pt x="1987" y="27"/>
                </a:cubicBezTo>
                <a:cubicBezTo>
                  <a:pt x="1987" y="37"/>
                  <a:pt x="1987" y="37"/>
                  <a:pt x="1987" y="37"/>
                </a:cubicBezTo>
                <a:cubicBezTo>
                  <a:pt x="1997" y="37"/>
                  <a:pt x="1997" y="37"/>
                  <a:pt x="1997" y="37"/>
                </a:cubicBezTo>
                <a:close/>
                <a:moveTo>
                  <a:pt x="2048" y="57"/>
                </a:moveTo>
                <a:cubicBezTo>
                  <a:pt x="2059" y="57"/>
                  <a:pt x="2059" y="57"/>
                  <a:pt x="2059" y="57"/>
                </a:cubicBezTo>
                <a:cubicBezTo>
                  <a:pt x="2059" y="39"/>
                  <a:pt x="2059" y="39"/>
                  <a:pt x="2059" y="39"/>
                </a:cubicBezTo>
                <a:cubicBezTo>
                  <a:pt x="2078" y="2"/>
                  <a:pt x="2078" y="2"/>
                  <a:pt x="2078" y="2"/>
                </a:cubicBezTo>
                <a:cubicBezTo>
                  <a:pt x="2066" y="2"/>
                  <a:pt x="2066" y="2"/>
                  <a:pt x="2066" y="2"/>
                </a:cubicBezTo>
                <a:cubicBezTo>
                  <a:pt x="2054" y="27"/>
                  <a:pt x="2054" y="27"/>
                  <a:pt x="2054" y="27"/>
                </a:cubicBezTo>
                <a:cubicBezTo>
                  <a:pt x="2043" y="2"/>
                  <a:pt x="2043" y="2"/>
                  <a:pt x="2043" y="2"/>
                </a:cubicBezTo>
                <a:cubicBezTo>
                  <a:pt x="2029" y="2"/>
                  <a:pt x="2029" y="2"/>
                  <a:pt x="2029" y="2"/>
                </a:cubicBezTo>
                <a:cubicBezTo>
                  <a:pt x="2048" y="39"/>
                  <a:pt x="2048" y="39"/>
                  <a:pt x="2048" y="39"/>
                </a:cubicBezTo>
                <a:lnTo>
                  <a:pt x="2048" y="57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íSļîde"/>
          <p:cNvSpPr>
            <a:spLocks noGrp="1"/>
          </p:cNvSpPr>
          <p:nvPr/>
        </p:nvSpPr>
        <p:spPr>
          <a:xfrm>
            <a:off x="461710" y="635021"/>
            <a:ext cx="551182" cy="561036"/>
          </a:xfrm>
          <a:custGeom>
            <a:avLst/>
            <a:gdLst>
              <a:gd name="T0" fmla="*/ 606 w 808"/>
              <a:gd name="T1" fmla="*/ 701 h 821"/>
              <a:gd name="T2" fmla="*/ 597 w 808"/>
              <a:gd name="T3" fmla="*/ 703 h 821"/>
              <a:gd name="T4" fmla="*/ 597 w 808"/>
              <a:gd name="T5" fmla="*/ 684 h 821"/>
              <a:gd name="T6" fmla="*/ 620 w 808"/>
              <a:gd name="T7" fmla="*/ 651 h 821"/>
              <a:gd name="T8" fmla="*/ 606 w 808"/>
              <a:gd name="T9" fmla="*/ 661 h 821"/>
              <a:gd name="T10" fmla="*/ 584 w 808"/>
              <a:gd name="T11" fmla="*/ 659 h 821"/>
              <a:gd name="T12" fmla="*/ 591 w 808"/>
              <a:gd name="T13" fmla="*/ 642 h 821"/>
              <a:gd name="T14" fmla="*/ 597 w 808"/>
              <a:gd name="T15" fmla="*/ 649 h 821"/>
              <a:gd name="T16" fmla="*/ 620 w 808"/>
              <a:gd name="T17" fmla="*/ 619 h 821"/>
              <a:gd name="T18" fmla="*/ 636 w 808"/>
              <a:gd name="T19" fmla="*/ 634 h 821"/>
              <a:gd name="T20" fmla="*/ 623 w 808"/>
              <a:gd name="T21" fmla="*/ 679 h 821"/>
              <a:gd name="T22" fmla="*/ 620 w 808"/>
              <a:gd name="T23" fmla="*/ 692 h 821"/>
              <a:gd name="T24" fmla="*/ 177 w 808"/>
              <a:gd name="T25" fmla="*/ 710 h 821"/>
              <a:gd name="T26" fmla="*/ 216 w 808"/>
              <a:gd name="T27" fmla="*/ 643 h 821"/>
              <a:gd name="T28" fmla="*/ 233 w 808"/>
              <a:gd name="T29" fmla="*/ 632 h 821"/>
              <a:gd name="T30" fmla="*/ 209 w 808"/>
              <a:gd name="T31" fmla="*/ 667 h 821"/>
              <a:gd name="T32" fmla="*/ 245 w 808"/>
              <a:gd name="T33" fmla="*/ 647 h 821"/>
              <a:gd name="T34" fmla="*/ 246 w 808"/>
              <a:gd name="T35" fmla="*/ 676 h 821"/>
              <a:gd name="T36" fmla="*/ 228 w 808"/>
              <a:gd name="T37" fmla="*/ 694 h 821"/>
              <a:gd name="T38" fmla="*/ 203 w 808"/>
              <a:gd name="T39" fmla="*/ 719 h 821"/>
              <a:gd name="T40" fmla="*/ 207 w 808"/>
              <a:gd name="T41" fmla="*/ 683 h 821"/>
              <a:gd name="T42" fmla="*/ 446 w 808"/>
              <a:gd name="T43" fmla="*/ 698 h 821"/>
              <a:gd name="T44" fmla="*/ 444 w 808"/>
              <a:gd name="T45" fmla="*/ 686 h 821"/>
              <a:gd name="T46" fmla="*/ 445 w 808"/>
              <a:gd name="T47" fmla="*/ 674 h 821"/>
              <a:gd name="T48" fmla="*/ 434 w 808"/>
              <a:gd name="T49" fmla="*/ 668 h 821"/>
              <a:gd name="T50" fmla="*/ 438 w 808"/>
              <a:gd name="T51" fmla="*/ 651 h 821"/>
              <a:gd name="T52" fmla="*/ 456 w 808"/>
              <a:gd name="T53" fmla="*/ 644 h 821"/>
              <a:gd name="T54" fmla="*/ 465 w 808"/>
              <a:gd name="T55" fmla="*/ 643 h 821"/>
              <a:gd name="T56" fmla="*/ 457 w 808"/>
              <a:gd name="T57" fmla="*/ 675 h 821"/>
              <a:gd name="T58" fmla="*/ 455 w 808"/>
              <a:gd name="T59" fmla="*/ 690 h 821"/>
              <a:gd name="T60" fmla="*/ 265 w 808"/>
              <a:gd name="T61" fmla="*/ 713 h 821"/>
              <a:gd name="T62" fmla="*/ 562 w 808"/>
              <a:gd name="T63" fmla="*/ 715 h 821"/>
              <a:gd name="T64" fmla="*/ 292 w 808"/>
              <a:gd name="T65" fmla="*/ 705 h 821"/>
              <a:gd name="T66" fmla="*/ 300 w 808"/>
              <a:gd name="T67" fmla="*/ 666 h 821"/>
              <a:gd name="T68" fmla="*/ 285 w 808"/>
              <a:gd name="T69" fmla="*/ 672 h 821"/>
              <a:gd name="T70" fmla="*/ 302 w 808"/>
              <a:gd name="T71" fmla="*/ 650 h 821"/>
              <a:gd name="T72" fmla="*/ 307 w 808"/>
              <a:gd name="T73" fmla="*/ 637 h 821"/>
              <a:gd name="T74" fmla="*/ 319 w 808"/>
              <a:gd name="T75" fmla="*/ 648 h 821"/>
              <a:gd name="T76" fmla="*/ 305 w 808"/>
              <a:gd name="T77" fmla="*/ 696 h 821"/>
              <a:gd name="T78" fmla="*/ 511 w 808"/>
              <a:gd name="T79" fmla="*/ 689 h 821"/>
              <a:gd name="T80" fmla="*/ 538 w 808"/>
              <a:gd name="T81" fmla="*/ 638 h 821"/>
              <a:gd name="T82" fmla="*/ 529 w 808"/>
              <a:gd name="T83" fmla="*/ 700 h 821"/>
              <a:gd name="T84" fmla="*/ 241 w 808"/>
              <a:gd name="T85" fmla="*/ 701 h 821"/>
              <a:gd name="T86" fmla="*/ 469 w 808"/>
              <a:gd name="T87" fmla="*/ 701 h 821"/>
              <a:gd name="T88" fmla="*/ 447 w 808"/>
              <a:gd name="T89" fmla="*/ 705 h 821"/>
              <a:gd name="T90" fmla="*/ 349 w 808"/>
              <a:gd name="T91" fmla="*/ 697 h 821"/>
              <a:gd name="T92" fmla="*/ 371 w 808"/>
              <a:gd name="T93" fmla="*/ 665 h 821"/>
              <a:gd name="T94" fmla="*/ 400 w 808"/>
              <a:gd name="T95" fmla="*/ 667 h 821"/>
              <a:gd name="T96" fmla="*/ 375 w 808"/>
              <a:gd name="T97" fmla="*/ 697 h 821"/>
              <a:gd name="T98" fmla="*/ 220 w 808"/>
              <a:gd name="T99" fmla="*/ 683 h 821"/>
              <a:gd name="T100" fmla="*/ 223 w 808"/>
              <a:gd name="T101" fmla="*/ 690 h 821"/>
              <a:gd name="T102" fmla="*/ 318 w 808"/>
              <a:gd name="T103" fmla="*/ 697 h 821"/>
              <a:gd name="T104" fmla="*/ 206 w 808"/>
              <a:gd name="T105" fmla="*/ 674 h 821"/>
              <a:gd name="T106" fmla="*/ 311 w 808"/>
              <a:gd name="T107" fmla="*/ 660 h 821"/>
              <a:gd name="T108" fmla="*/ 614 w 808"/>
              <a:gd name="T109" fmla="*/ 661 h 821"/>
              <a:gd name="T110" fmla="*/ 607 w 808"/>
              <a:gd name="T111" fmla="*/ 650 h 821"/>
              <a:gd name="T112" fmla="*/ 217 w 808"/>
              <a:gd name="T113" fmla="*/ 627 h 821"/>
              <a:gd name="T114" fmla="*/ 161 w 808"/>
              <a:gd name="T115" fmla="*/ 585 h 821"/>
              <a:gd name="T116" fmla="*/ 114 w 808"/>
              <a:gd name="T117" fmla="*/ 372 h 821"/>
              <a:gd name="T118" fmla="*/ 243 w 808"/>
              <a:gd name="T119" fmla="*/ 205 h 821"/>
              <a:gd name="T120" fmla="*/ 433 w 808"/>
              <a:gd name="T121" fmla="*/ 152 h 821"/>
              <a:gd name="T122" fmla="*/ 653 w 808"/>
              <a:gd name="T123" fmla="*/ 325 h 821"/>
              <a:gd name="T124" fmla="*/ 664 w 808"/>
              <a:gd name="T125" fmla="*/ 501 h 821"/>
            </a:gdLst>
            <a:ahLst/>
            <a:cxnLst/>
            <a:rect l="0" t="0" r="r" b="b"/>
            <a:pathLst>
              <a:path w="808" h="821">
                <a:moveTo>
                  <a:pt x="404" y="821"/>
                </a:moveTo>
                <a:cubicBezTo>
                  <a:pt x="626" y="821"/>
                  <a:pt x="808" y="637"/>
                  <a:pt x="808" y="411"/>
                </a:cubicBezTo>
                <a:cubicBezTo>
                  <a:pt x="808" y="185"/>
                  <a:pt x="626" y="0"/>
                  <a:pt x="404" y="0"/>
                </a:cubicBezTo>
                <a:cubicBezTo>
                  <a:pt x="181" y="0"/>
                  <a:pt x="0" y="185"/>
                  <a:pt x="0" y="411"/>
                </a:cubicBezTo>
                <a:cubicBezTo>
                  <a:pt x="0" y="637"/>
                  <a:pt x="181" y="821"/>
                  <a:pt x="404" y="821"/>
                </a:cubicBezTo>
                <a:close/>
                <a:moveTo>
                  <a:pt x="404" y="3"/>
                </a:moveTo>
                <a:cubicBezTo>
                  <a:pt x="474" y="48"/>
                  <a:pt x="616" y="90"/>
                  <a:pt x="583" y="158"/>
                </a:cubicBezTo>
                <a:cubicBezTo>
                  <a:pt x="638" y="106"/>
                  <a:pt x="721" y="230"/>
                  <a:pt x="785" y="285"/>
                </a:cubicBezTo>
                <a:cubicBezTo>
                  <a:pt x="765" y="362"/>
                  <a:pt x="769" y="520"/>
                  <a:pt x="693" y="507"/>
                </a:cubicBezTo>
                <a:cubicBezTo>
                  <a:pt x="761" y="544"/>
                  <a:pt x="669" y="666"/>
                  <a:pt x="644" y="734"/>
                </a:cubicBezTo>
                <a:cubicBezTo>
                  <a:pt x="567" y="740"/>
                  <a:pt x="412" y="799"/>
                  <a:pt x="405" y="723"/>
                </a:cubicBezTo>
                <a:cubicBezTo>
                  <a:pt x="392" y="797"/>
                  <a:pt x="241" y="737"/>
                  <a:pt x="161" y="732"/>
                </a:cubicBezTo>
                <a:cubicBezTo>
                  <a:pt x="134" y="658"/>
                  <a:pt x="46" y="545"/>
                  <a:pt x="113" y="509"/>
                </a:cubicBezTo>
                <a:cubicBezTo>
                  <a:pt x="35" y="520"/>
                  <a:pt x="47" y="364"/>
                  <a:pt x="23" y="284"/>
                </a:cubicBezTo>
                <a:cubicBezTo>
                  <a:pt x="90" y="245"/>
                  <a:pt x="172" y="105"/>
                  <a:pt x="229" y="159"/>
                </a:cubicBezTo>
                <a:cubicBezTo>
                  <a:pt x="197" y="85"/>
                  <a:pt x="340" y="46"/>
                  <a:pt x="404" y="3"/>
                </a:cubicBezTo>
                <a:close/>
                <a:moveTo>
                  <a:pt x="609" y="729"/>
                </a:move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1" y="628"/>
                  <a:pt x="621" y="628"/>
                  <a:pt x="621" y="628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09" y="729"/>
                  <a:pt x="609" y="729"/>
                  <a:pt x="609" y="729"/>
                </a:cubicBezTo>
                <a:close/>
                <a:moveTo>
                  <a:pt x="176" y="724"/>
                </a:move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3"/>
                  <a:pt x="194" y="683"/>
                  <a:pt x="195" y="683"/>
                </a:cubicBezTo>
                <a:cubicBezTo>
                  <a:pt x="195" y="683"/>
                  <a:pt x="195" y="683"/>
                  <a:pt x="195" y="683"/>
                </a:cubicBezTo>
                <a:cubicBezTo>
                  <a:pt x="195" y="683"/>
                  <a:pt x="195" y="682"/>
                  <a:pt x="196" y="682"/>
                </a:cubicBezTo>
                <a:cubicBezTo>
                  <a:pt x="196" y="682"/>
                  <a:pt x="196" y="682"/>
                  <a:pt x="196" y="682"/>
                </a:cubicBezTo>
                <a:cubicBezTo>
                  <a:pt x="196" y="682"/>
                  <a:pt x="196" y="682"/>
                  <a:pt x="196" y="681"/>
                </a:cubicBezTo>
                <a:cubicBezTo>
                  <a:pt x="196" y="681"/>
                  <a:pt x="196" y="681"/>
                  <a:pt x="196" y="681"/>
                </a:cubicBezTo>
                <a:cubicBezTo>
                  <a:pt x="196" y="681"/>
                  <a:pt x="196" y="681"/>
                  <a:pt x="197" y="681"/>
                </a:cubicBezTo>
                <a:cubicBezTo>
                  <a:pt x="197" y="681"/>
                  <a:pt x="197" y="681"/>
                  <a:pt x="197" y="681"/>
                </a:cubicBezTo>
                <a:cubicBezTo>
                  <a:pt x="198" y="679"/>
                  <a:pt x="199" y="677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15" y="706"/>
                  <a:pt x="215" y="706"/>
                  <a:pt x="215" y="706"/>
                </a:cubicBezTo>
                <a:cubicBezTo>
                  <a:pt x="214" y="707"/>
                  <a:pt x="214" y="707"/>
                  <a:pt x="214" y="707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8"/>
                  <a:pt x="214" y="698"/>
                </a:cubicBezTo>
                <a:cubicBezTo>
                  <a:pt x="214" y="698"/>
                  <a:pt x="214" y="698"/>
                  <a:pt x="214" y="698"/>
                </a:cubicBezTo>
                <a:cubicBezTo>
                  <a:pt x="213" y="698"/>
                  <a:pt x="213" y="698"/>
                  <a:pt x="213" y="697"/>
                </a:cubicBezTo>
                <a:cubicBezTo>
                  <a:pt x="213" y="697"/>
                  <a:pt x="213" y="697"/>
                  <a:pt x="213" y="697"/>
                </a:cubicBezTo>
                <a:cubicBezTo>
                  <a:pt x="213" y="696"/>
                  <a:pt x="213" y="696"/>
                  <a:pt x="213" y="695"/>
                </a:cubicBezTo>
                <a:cubicBezTo>
                  <a:pt x="213" y="695"/>
                  <a:pt x="213" y="695"/>
                  <a:pt x="213" y="695"/>
                </a:cubicBezTo>
                <a:cubicBezTo>
                  <a:pt x="213" y="693"/>
                  <a:pt x="213" y="691"/>
                  <a:pt x="213" y="689"/>
                </a:cubicBezTo>
                <a:cubicBezTo>
                  <a:pt x="213" y="689"/>
                  <a:pt x="213" y="689"/>
                  <a:pt x="213" y="689"/>
                </a:cubicBezTo>
                <a:cubicBezTo>
                  <a:pt x="213" y="688"/>
                  <a:pt x="213" y="688"/>
                  <a:pt x="214" y="687"/>
                </a:cubicBezTo>
                <a:cubicBezTo>
                  <a:pt x="214" y="687"/>
                  <a:pt x="214" y="687"/>
                  <a:pt x="214" y="687"/>
                </a:cubicBezTo>
                <a:cubicBezTo>
                  <a:pt x="214" y="686"/>
                  <a:pt x="214" y="685"/>
                  <a:pt x="215" y="684"/>
                </a:cubicBezTo>
                <a:cubicBezTo>
                  <a:pt x="215" y="684"/>
                  <a:pt x="215" y="684"/>
                  <a:pt x="215" y="684"/>
                </a:cubicBezTo>
                <a:cubicBezTo>
                  <a:pt x="215" y="684"/>
                  <a:pt x="216" y="683"/>
                  <a:pt x="216" y="682"/>
                </a:cubicBezTo>
                <a:cubicBezTo>
                  <a:pt x="216" y="682"/>
                  <a:pt x="216" y="682"/>
                  <a:pt x="216" y="682"/>
                </a:cubicBezTo>
                <a:cubicBezTo>
                  <a:pt x="217" y="681"/>
                  <a:pt x="217" y="680"/>
                  <a:pt x="218" y="679"/>
                </a:cubicBezTo>
                <a:cubicBezTo>
                  <a:pt x="218" y="679"/>
                  <a:pt x="218" y="679"/>
                  <a:pt x="218" y="679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6" y="679"/>
                  <a:pt x="213" y="681"/>
                  <a:pt x="210" y="683"/>
                </a:cubicBezTo>
                <a:cubicBezTo>
                  <a:pt x="210" y="683"/>
                  <a:pt x="210" y="683"/>
                  <a:pt x="210" y="683"/>
                </a:cubicBezTo>
                <a:cubicBezTo>
                  <a:pt x="209" y="684"/>
                  <a:pt x="208" y="684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79"/>
                </a:cubicBezTo>
                <a:cubicBezTo>
                  <a:pt x="202" y="679"/>
                  <a:pt x="202" y="679"/>
                  <a:pt x="202" y="679"/>
                </a:cubicBezTo>
                <a:cubicBezTo>
                  <a:pt x="202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0" y="680"/>
                  <a:pt x="200" y="680"/>
                </a:cubicBezTo>
                <a:cubicBezTo>
                  <a:pt x="200" y="680"/>
                  <a:pt x="200" y="680"/>
                  <a:pt x="200" y="680"/>
                </a:cubicBezTo>
                <a:cubicBezTo>
                  <a:pt x="200" y="680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76" y="724"/>
                  <a:pt x="176" y="724"/>
                  <a:pt x="176" y="724"/>
                </a:cubicBezTo>
                <a:close/>
                <a:moveTo>
                  <a:pt x="425" y="723"/>
                </a:move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4" y="668"/>
                  <a:pt x="454" y="668"/>
                </a:cubicBezTo>
                <a:cubicBezTo>
                  <a:pt x="454" y="668"/>
                  <a:pt x="454" y="668"/>
                  <a:pt x="454" y="668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0"/>
                  <a:pt x="445" y="640"/>
                  <a:pt x="445" y="640"/>
                </a:cubicBezTo>
                <a:cubicBezTo>
                  <a:pt x="445" y="639"/>
                  <a:pt x="445" y="639"/>
                  <a:pt x="445" y="639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0" y="670"/>
                  <a:pt x="458" y="671"/>
                  <a:pt x="458" y="671"/>
                </a:cubicBezTo>
                <a:cubicBezTo>
                  <a:pt x="458" y="671"/>
                  <a:pt x="458" y="671"/>
                  <a:pt x="458" y="671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6" y="723"/>
                  <a:pt x="426" y="723"/>
                  <a:pt x="426" y="723"/>
                </a:cubicBezTo>
                <a:lnTo>
                  <a:pt x="425" y="723"/>
                </a:lnTo>
                <a:close/>
                <a:moveTo>
                  <a:pt x="270" y="716"/>
                </a:move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lose/>
                <a:moveTo>
                  <a:pt x="562" y="715"/>
                </a:moveTo>
                <a:cubicBezTo>
                  <a:pt x="562" y="715"/>
                  <a:pt x="562" y="715"/>
                  <a:pt x="562" y="715"/>
                </a:cubicBezTo>
                <a:cubicBezTo>
                  <a:pt x="562" y="715"/>
                  <a:pt x="562" y="715"/>
                  <a:pt x="562" y="715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2" y="715"/>
                  <a:pt x="562" y="715"/>
                  <a:pt x="562" y="715"/>
                </a:cubicBezTo>
                <a:close/>
                <a:moveTo>
                  <a:pt x="304" y="713"/>
                </a:moveTo>
                <a:cubicBezTo>
                  <a:pt x="302" y="712"/>
                  <a:pt x="302" y="712"/>
                  <a:pt x="302" y="712"/>
                </a:cubicBezTo>
                <a:cubicBezTo>
                  <a:pt x="302" y="712"/>
                  <a:pt x="302" y="712"/>
                  <a:pt x="302" y="712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1"/>
                  <a:pt x="302" y="621"/>
                  <a:pt x="302" y="621"/>
                </a:cubicBezTo>
                <a:cubicBezTo>
                  <a:pt x="303" y="621"/>
                  <a:pt x="303" y="621"/>
                  <a:pt x="303" y="621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lose/>
                <a:moveTo>
                  <a:pt x="506" y="712"/>
                </a:moveTo>
                <a:cubicBezTo>
                  <a:pt x="506" y="710"/>
                  <a:pt x="506" y="710"/>
                  <a:pt x="506" y="710"/>
                </a:cubicBezTo>
                <a:cubicBezTo>
                  <a:pt x="506" y="710"/>
                  <a:pt x="506" y="710"/>
                  <a:pt x="506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0"/>
                  <a:pt x="536" y="650"/>
                  <a:pt x="535" y="647"/>
                </a:cubicBezTo>
                <a:cubicBezTo>
                  <a:pt x="535" y="647"/>
                  <a:pt x="535" y="647"/>
                  <a:pt x="535" y="647"/>
                </a:cubicBezTo>
                <a:cubicBezTo>
                  <a:pt x="535" y="645"/>
                  <a:pt x="534" y="644"/>
                  <a:pt x="534" y="643"/>
                </a:cubicBezTo>
                <a:cubicBezTo>
                  <a:pt x="534" y="643"/>
                  <a:pt x="534" y="643"/>
                  <a:pt x="534" y="643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2" y="642"/>
                  <a:pt x="542" y="642"/>
                  <a:pt x="543" y="643"/>
                </a:cubicBezTo>
                <a:cubicBezTo>
                  <a:pt x="543" y="643"/>
                  <a:pt x="543" y="643"/>
                  <a:pt x="543" y="643"/>
                </a:cubicBezTo>
                <a:cubicBezTo>
                  <a:pt x="544" y="645"/>
                  <a:pt x="544" y="645"/>
                  <a:pt x="544" y="647"/>
                </a:cubicBezTo>
                <a:cubicBezTo>
                  <a:pt x="544" y="647"/>
                  <a:pt x="544" y="647"/>
                  <a:pt x="544" y="647"/>
                </a:cubicBezTo>
                <a:cubicBezTo>
                  <a:pt x="544" y="648"/>
                  <a:pt x="544" y="648"/>
                  <a:pt x="544" y="649"/>
                </a:cubicBezTo>
                <a:cubicBezTo>
                  <a:pt x="544" y="649"/>
                  <a:pt x="544" y="649"/>
                  <a:pt x="544" y="649"/>
                </a:cubicBezTo>
                <a:cubicBezTo>
                  <a:pt x="539" y="675"/>
                  <a:pt x="539" y="675"/>
                  <a:pt x="539" y="675"/>
                </a:cubicBezTo>
                <a:cubicBezTo>
                  <a:pt x="540" y="675"/>
                  <a:pt x="540" y="675"/>
                  <a:pt x="540" y="675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07" y="712"/>
                  <a:pt x="507" y="712"/>
                  <a:pt x="507" y="712"/>
                </a:cubicBezTo>
                <a:lnTo>
                  <a:pt x="506" y="712"/>
                </a:lnTo>
                <a:close/>
                <a:moveTo>
                  <a:pt x="242" y="710"/>
                </a:move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2" y="710"/>
                  <a:pt x="242" y="710"/>
                  <a:pt x="242" y="710"/>
                </a:cubicBezTo>
                <a:close/>
                <a:moveTo>
                  <a:pt x="468" y="708"/>
                </a:moveTo>
                <a:cubicBezTo>
                  <a:pt x="467" y="707"/>
                  <a:pt x="467" y="707"/>
                  <a:pt x="467" y="707"/>
                </a:cubicBezTo>
                <a:cubicBezTo>
                  <a:pt x="467" y="707"/>
                  <a:pt x="467" y="707"/>
                  <a:pt x="467" y="707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lose/>
                <a:moveTo>
                  <a:pt x="445" y="707"/>
                </a:move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lose/>
                <a:moveTo>
                  <a:pt x="352" y="706"/>
                </a:move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1" y="699"/>
                  <a:pt x="371" y="699"/>
                  <a:pt x="370" y="699"/>
                </a:cubicBezTo>
                <a:cubicBezTo>
                  <a:pt x="370" y="699"/>
                  <a:pt x="370" y="699"/>
                  <a:pt x="370" y="699"/>
                </a:cubicBezTo>
                <a:cubicBezTo>
                  <a:pt x="370" y="699"/>
                  <a:pt x="369" y="699"/>
                  <a:pt x="369" y="699"/>
                </a:cubicBezTo>
                <a:cubicBezTo>
                  <a:pt x="369" y="699"/>
                  <a:pt x="369" y="700"/>
                  <a:pt x="369" y="700"/>
                </a:cubicBezTo>
                <a:cubicBezTo>
                  <a:pt x="369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7" y="701"/>
                  <a:pt x="367" y="701"/>
                  <a:pt x="366" y="701"/>
                </a:cubicBezTo>
                <a:cubicBezTo>
                  <a:pt x="366" y="701"/>
                  <a:pt x="366" y="701"/>
                  <a:pt x="366" y="701"/>
                </a:cubicBezTo>
                <a:cubicBezTo>
                  <a:pt x="366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4" y="702"/>
                  <a:pt x="364" y="702"/>
                  <a:pt x="364" y="702"/>
                </a:cubicBezTo>
                <a:cubicBezTo>
                  <a:pt x="364" y="702"/>
                  <a:pt x="363" y="702"/>
                  <a:pt x="363" y="702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3" y="702"/>
                  <a:pt x="362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2" y="706"/>
                  <a:pt x="352" y="706"/>
                  <a:pt x="352" y="706"/>
                </a:cubicBezTo>
                <a:close/>
                <a:moveTo>
                  <a:pt x="218" y="701"/>
                </a:move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6" y="698"/>
                  <a:pt x="216" y="697"/>
                </a:cubicBezTo>
                <a:cubicBezTo>
                  <a:pt x="216" y="697"/>
                  <a:pt x="216" y="697"/>
                  <a:pt x="216" y="697"/>
                </a:cubicBezTo>
                <a:cubicBezTo>
                  <a:pt x="216" y="697"/>
                  <a:pt x="216" y="696"/>
                  <a:pt x="215" y="696"/>
                </a:cubicBezTo>
                <a:cubicBezTo>
                  <a:pt x="215" y="696"/>
                  <a:pt x="215" y="696"/>
                  <a:pt x="215" y="696"/>
                </a:cubicBezTo>
                <a:cubicBezTo>
                  <a:pt x="215" y="695"/>
                  <a:pt x="215" y="695"/>
                  <a:pt x="215" y="694"/>
                </a:cubicBezTo>
                <a:cubicBezTo>
                  <a:pt x="215" y="694"/>
                  <a:pt x="215" y="694"/>
                  <a:pt x="215" y="694"/>
                </a:cubicBezTo>
                <a:cubicBezTo>
                  <a:pt x="215" y="694"/>
                  <a:pt x="215" y="693"/>
                  <a:pt x="215" y="692"/>
                </a:cubicBezTo>
                <a:cubicBezTo>
                  <a:pt x="215" y="692"/>
                  <a:pt x="215" y="692"/>
                  <a:pt x="215" y="692"/>
                </a:cubicBezTo>
                <a:cubicBezTo>
                  <a:pt x="215" y="692"/>
                  <a:pt x="215" y="691"/>
                  <a:pt x="215" y="691"/>
                </a:cubicBezTo>
                <a:cubicBezTo>
                  <a:pt x="215" y="691"/>
                  <a:pt x="215" y="691"/>
                  <a:pt x="215" y="691"/>
                </a:cubicBezTo>
                <a:cubicBezTo>
                  <a:pt x="216" y="690"/>
                  <a:pt x="216" y="689"/>
                  <a:pt x="216" y="689"/>
                </a:cubicBezTo>
                <a:cubicBezTo>
                  <a:pt x="216" y="689"/>
                  <a:pt x="216" y="689"/>
                  <a:pt x="216" y="689"/>
                </a:cubicBezTo>
                <a:cubicBezTo>
                  <a:pt x="216" y="688"/>
                  <a:pt x="216" y="688"/>
                  <a:pt x="216" y="687"/>
                </a:cubicBezTo>
                <a:cubicBezTo>
                  <a:pt x="216" y="687"/>
                  <a:pt x="216" y="687"/>
                  <a:pt x="216" y="687"/>
                </a:cubicBezTo>
                <a:cubicBezTo>
                  <a:pt x="216" y="687"/>
                  <a:pt x="217" y="686"/>
                  <a:pt x="217" y="686"/>
                </a:cubicBezTo>
                <a:cubicBezTo>
                  <a:pt x="217" y="686"/>
                  <a:pt x="217" y="686"/>
                  <a:pt x="217" y="686"/>
                </a:cubicBezTo>
                <a:cubicBezTo>
                  <a:pt x="217" y="686"/>
                  <a:pt x="217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19" y="685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4" y="688"/>
                </a:cubicBezTo>
                <a:cubicBezTo>
                  <a:pt x="224" y="688"/>
                  <a:pt x="224" y="688"/>
                  <a:pt x="224" y="688"/>
                </a:cubicBezTo>
                <a:cubicBezTo>
                  <a:pt x="224" y="688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3" y="689"/>
                  <a:pt x="223" y="689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2" y="693"/>
                  <a:pt x="222" y="692"/>
                  <a:pt x="222" y="692"/>
                </a:cubicBezTo>
                <a:cubicBezTo>
                  <a:pt x="222" y="692"/>
                  <a:pt x="222" y="692"/>
                  <a:pt x="222" y="692"/>
                </a:cubicBezTo>
                <a:cubicBezTo>
                  <a:pt x="222" y="692"/>
                  <a:pt x="222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3"/>
                </a:cubicBezTo>
                <a:cubicBezTo>
                  <a:pt x="224" y="693"/>
                  <a:pt x="224" y="693"/>
                  <a:pt x="224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4"/>
                  <a:pt x="225" y="694"/>
                  <a:pt x="224" y="694"/>
                </a:cubicBezTo>
                <a:cubicBezTo>
                  <a:pt x="224" y="694"/>
                  <a:pt x="224" y="694"/>
                  <a:pt x="224" y="694"/>
                </a:cubicBezTo>
                <a:cubicBezTo>
                  <a:pt x="224" y="694"/>
                  <a:pt x="224" y="694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6"/>
                  <a:pt x="224" y="696"/>
                </a:cubicBezTo>
                <a:cubicBezTo>
                  <a:pt x="224" y="696"/>
                  <a:pt x="224" y="696"/>
                  <a:pt x="224" y="696"/>
                </a:cubicBezTo>
                <a:cubicBezTo>
                  <a:pt x="224" y="696"/>
                  <a:pt x="224" y="696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8"/>
                  <a:pt x="223" y="698"/>
                </a:cubicBezTo>
                <a:cubicBezTo>
                  <a:pt x="223" y="698"/>
                  <a:pt x="223" y="698"/>
                  <a:pt x="223" y="698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8" y="701"/>
                  <a:pt x="218" y="701"/>
                  <a:pt x="218" y="701"/>
                </a:cubicBezTo>
                <a:close/>
                <a:moveTo>
                  <a:pt x="318" y="698"/>
                </a:moveTo>
                <a:cubicBezTo>
                  <a:pt x="318" y="698"/>
                  <a:pt x="318" y="698"/>
                  <a:pt x="318" y="698"/>
                </a:cubicBezTo>
                <a:cubicBezTo>
                  <a:pt x="318" y="698"/>
                  <a:pt x="318" y="698"/>
                  <a:pt x="318" y="698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8"/>
                  <a:pt x="319" y="698"/>
                  <a:pt x="319" y="698"/>
                </a:cubicBezTo>
                <a:lnTo>
                  <a:pt x="318" y="698"/>
                </a:lnTo>
                <a:close/>
                <a:moveTo>
                  <a:pt x="203" y="679"/>
                </a:moveTo>
                <a:cubicBezTo>
                  <a:pt x="203" y="679"/>
                  <a:pt x="202" y="679"/>
                  <a:pt x="202" y="678"/>
                </a:cubicBezTo>
                <a:cubicBezTo>
                  <a:pt x="202" y="678"/>
                  <a:pt x="202" y="678"/>
                  <a:pt x="202" y="678"/>
                </a:cubicBezTo>
                <a:cubicBezTo>
                  <a:pt x="202" y="678"/>
                  <a:pt x="202" y="678"/>
                  <a:pt x="202" y="677"/>
                </a:cubicBezTo>
                <a:cubicBezTo>
                  <a:pt x="202" y="677"/>
                  <a:pt x="202" y="677"/>
                  <a:pt x="202" y="677"/>
                </a:cubicBezTo>
                <a:cubicBezTo>
                  <a:pt x="202" y="677"/>
                  <a:pt x="203" y="676"/>
                  <a:pt x="203" y="676"/>
                </a:cubicBezTo>
                <a:cubicBezTo>
                  <a:pt x="203" y="676"/>
                  <a:pt x="203" y="676"/>
                  <a:pt x="203" y="676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6" y="675"/>
                  <a:pt x="215" y="676"/>
                  <a:pt x="214" y="676"/>
                </a:cubicBezTo>
                <a:cubicBezTo>
                  <a:pt x="214" y="676"/>
                  <a:pt x="214" y="676"/>
                  <a:pt x="214" y="676"/>
                </a:cubicBezTo>
                <a:cubicBezTo>
                  <a:pt x="203" y="679"/>
                  <a:pt x="203" y="679"/>
                  <a:pt x="203" y="679"/>
                </a:cubicBezTo>
                <a:close/>
                <a:moveTo>
                  <a:pt x="305" y="665"/>
                </a:moveTo>
                <a:cubicBezTo>
                  <a:pt x="306" y="655"/>
                  <a:pt x="306" y="655"/>
                  <a:pt x="306" y="655"/>
                </a:cubicBezTo>
                <a:cubicBezTo>
                  <a:pt x="306" y="655"/>
                  <a:pt x="306" y="655"/>
                  <a:pt x="306" y="655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5" y="665"/>
                  <a:pt x="305" y="665"/>
                  <a:pt x="305" y="665"/>
                </a:cubicBezTo>
                <a:close/>
                <a:moveTo>
                  <a:pt x="598" y="662"/>
                </a:move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2"/>
                  <a:pt x="599" y="662"/>
                  <a:pt x="599" y="662"/>
                </a:cubicBezTo>
                <a:lnTo>
                  <a:pt x="598" y="662"/>
                </a:lnTo>
                <a:close/>
                <a:moveTo>
                  <a:pt x="615" y="662"/>
                </a:move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2"/>
                  <a:pt x="616" y="662"/>
                  <a:pt x="616" y="662"/>
                </a:cubicBezTo>
                <a:lnTo>
                  <a:pt x="615" y="662"/>
                </a:lnTo>
                <a:close/>
                <a:moveTo>
                  <a:pt x="607" y="656"/>
                </a:moveTo>
                <a:cubicBezTo>
                  <a:pt x="606" y="656"/>
                  <a:pt x="606" y="656"/>
                  <a:pt x="606" y="656"/>
                </a:cubicBezTo>
                <a:cubicBezTo>
                  <a:pt x="606" y="656"/>
                  <a:pt x="606" y="656"/>
                  <a:pt x="606" y="656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lose/>
                <a:moveTo>
                  <a:pt x="307" y="647"/>
                </a:moveTo>
                <a:cubicBezTo>
                  <a:pt x="307" y="647"/>
                  <a:pt x="307" y="647"/>
                  <a:pt x="307" y="647"/>
                </a:cubicBezTo>
                <a:cubicBezTo>
                  <a:pt x="307" y="647"/>
                  <a:pt x="307" y="647"/>
                  <a:pt x="307" y="647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7" y="647"/>
                  <a:pt x="307" y="647"/>
                  <a:pt x="307" y="647"/>
                </a:cubicBezTo>
                <a:close/>
                <a:moveTo>
                  <a:pt x="601" y="645"/>
                </a:moveTo>
                <a:cubicBezTo>
                  <a:pt x="601" y="645"/>
                  <a:pt x="601" y="645"/>
                  <a:pt x="601" y="645"/>
                </a:cubicBezTo>
                <a:close/>
                <a:moveTo>
                  <a:pt x="217" y="632"/>
                </a:moveTo>
                <a:cubicBezTo>
                  <a:pt x="217" y="632"/>
                  <a:pt x="217" y="632"/>
                  <a:pt x="217" y="632"/>
                </a:cubicBezTo>
                <a:cubicBezTo>
                  <a:pt x="217" y="632"/>
                  <a:pt x="217" y="632"/>
                  <a:pt x="217" y="632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7" y="632"/>
                  <a:pt x="217" y="632"/>
                  <a:pt x="217" y="632"/>
                </a:cubicBezTo>
                <a:close/>
                <a:moveTo>
                  <a:pt x="179" y="574"/>
                </a:moveTo>
                <a:cubicBezTo>
                  <a:pt x="174" y="578"/>
                  <a:pt x="174" y="578"/>
                  <a:pt x="174" y="578"/>
                </a:cubicBezTo>
                <a:cubicBezTo>
                  <a:pt x="164" y="563"/>
                  <a:pt x="164" y="563"/>
                  <a:pt x="164" y="563"/>
                </a:cubicBezTo>
                <a:cubicBezTo>
                  <a:pt x="181" y="551"/>
                  <a:pt x="181" y="551"/>
                  <a:pt x="181" y="551"/>
                </a:cubicBezTo>
                <a:cubicBezTo>
                  <a:pt x="190" y="565"/>
                  <a:pt x="190" y="565"/>
                  <a:pt x="190" y="565"/>
                </a:cubicBezTo>
                <a:cubicBezTo>
                  <a:pt x="192" y="567"/>
                  <a:pt x="193" y="569"/>
                  <a:pt x="193" y="571"/>
                </a:cubicBezTo>
                <a:cubicBezTo>
                  <a:pt x="194" y="572"/>
                  <a:pt x="194" y="574"/>
                  <a:pt x="194" y="576"/>
                </a:cubicBezTo>
                <a:cubicBezTo>
                  <a:pt x="194" y="578"/>
                  <a:pt x="193" y="580"/>
                  <a:pt x="192" y="582"/>
                </a:cubicBezTo>
                <a:cubicBezTo>
                  <a:pt x="190" y="585"/>
                  <a:pt x="188" y="586"/>
                  <a:pt x="185" y="588"/>
                </a:cubicBezTo>
                <a:cubicBezTo>
                  <a:pt x="180" y="592"/>
                  <a:pt x="176" y="593"/>
                  <a:pt x="172" y="593"/>
                </a:cubicBezTo>
                <a:cubicBezTo>
                  <a:pt x="168" y="592"/>
                  <a:pt x="164" y="589"/>
                  <a:pt x="161" y="585"/>
                </a:cubicBezTo>
                <a:cubicBezTo>
                  <a:pt x="152" y="571"/>
                  <a:pt x="152" y="571"/>
                  <a:pt x="152" y="571"/>
                </a:cubicBezTo>
                <a:cubicBezTo>
                  <a:pt x="157" y="568"/>
                  <a:pt x="157" y="568"/>
                  <a:pt x="157" y="568"/>
                </a:cubicBezTo>
                <a:cubicBezTo>
                  <a:pt x="166" y="581"/>
                  <a:pt x="166" y="581"/>
                  <a:pt x="166" y="581"/>
                </a:cubicBezTo>
                <a:cubicBezTo>
                  <a:pt x="168" y="584"/>
                  <a:pt x="170" y="585"/>
                  <a:pt x="172" y="585"/>
                </a:cubicBezTo>
                <a:cubicBezTo>
                  <a:pt x="174" y="585"/>
                  <a:pt x="177" y="584"/>
                  <a:pt x="181" y="582"/>
                </a:cubicBezTo>
                <a:cubicBezTo>
                  <a:pt x="184" y="579"/>
                  <a:pt x="186" y="577"/>
                  <a:pt x="186" y="575"/>
                </a:cubicBezTo>
                <a:cubicBezTo>
                  <a:pt x="187" y="573"/>
                  <a:pt x="187" y="571"/>
                  <a:pt x="185" y="568"/>
                </a:cubicBezTo>
                <a:cubicBezTo>
                  <a:pt x="180" y="561"/>
                  <a:pt x="180" y="561"/>
                  <a:pt x="180" y="561"/>
                </a:cubicBezTo>
                <a:cubicBezTo>
                  <a:pt x="173" y="566"/>
                  <a:pt x="173" y="566"/>
                  <a:pt x="173" y="566"/>
                </a:cubicBezTo>
                <a:cubicBezTo>
                  <a:pt x="179" y="574"/>
                  <a:pt x="179" y="574"/>
                  <a:pt x="179" y="574"/>
                </a:cubicBezTo>
                <a:close/>
                <a:moveTo>
                  <a:pt x="143" y="556"/>
                </a:moveTo>
                <a:cubicBezTo>
                  <a:pt x="162" y="546"/>
                  <a:pt x="162" y="546"/>
                  <a:pt x="162" y="546"/>
                </a:cubicBezTo>
                <a:cubicBezTo>
                  <a:pt x="165" y="545"/>
                  <a:pt x="166" y="543"/>
                  <a:pt x="167" y="541"/>
                </a:cubicBezTo>
                <a:cubicBezTo>
                  <a:pt x="168" y="540"/>
                  <a:pt x="167" y="537"/>
                  <a:pt x="166" y="535"/>
                </a:cubicBezTo>
                <a:cubicBezTo>
                  <a:pt x="165" y="532"/>
                  <a:pt x="163" y="531"/>
                  <a:pt x="162" y="530"/>
                </a:cubicBezTo>
                <a:cubicBezTo>
                  <a:pt x="160" y="530"/>
                  <a:pt x="158" y="530"/>
                  <a:pt x="155" y="532"/>
                </a:cubicBezTo>
                <a:cubicBezTo>
                  <a:pt x="136" y="541"/>
                  <a:pt x="136" y="541"/>
                  <a:pt x="136" y="541"/>
                </a:cubicBezTo>
                <a:cubicBezTo>
                  <a:pt x="132" y="535"/>
                  <a:pt x="132" y="535"/>
                  <a:pt x="132" y="535"/>
                </a:cubicBezTo>
                <a:cubicBezTo>
                  <a:pt x="151" y="525"/>
                  <a:pt x="151" y="525"/>
                  <a:pt x="151" y="525"/>
                </a:cubicBezTo>
                <a:cubicBezTo>
                  <a:pt x="154" y="524"/>
                  <a:pt x="155" y="523"/>
                  <a:pt x="157" y="523"/>
                </a:cubicBezTo>
                <a:cubicBezTo>
                  <a:pt x="158" y="522"/>
                  <a:pt x="160" y="522"/>
                  <a:pt x="161" y="522"/>
                </a:cubicBezTo>
                <a:cubicBezTo>
                  <a:pt x="163" y="523"/>
                  <a:pt x="165" y="524"/>
                  <a:pt x="166" y="526"/>
                </a:cubicBezTo>
                <a:cubicBezTo>
                  <a:pt x="168" y="527"/>
                  <a:pt x="170" y="529"/>
                  <a:pt x="171" y="532"/>
                </a:cubicBezTo>
                <a:cubicBezTo>
                  <a:pt x="173" y="535"/>
                  <a:pt x="173" y="538"/>
                  <a:pt x="174" y="540"/>
                </a:cubicBezTo>
                <a:cubicBezTo>
                  <a:pt x="174" y="542"/>
                  <a:pt x="174" y="544"/>
                  <a:pt x="173" y="546"/>
                </a:cubicBezTo>
                <a:cubicBezTo>
                  <a:pt x="172" y="547"/>
                  <a:pt x="172" y="548"/>
                  <a:pt x="170" y="549"/>
                </a:cubicBezTo>
                <a:cubicBezTo>
                  <a:pt x="169" y="550"/>
                  <a:pt x="168" y="551"/>
                  <a:pt x="165" y="553"/>
                </a:cubicBezTo>
                <a:cubicBezTo>
                  <a:pt x="146" y="562"/>
                  <a:pt x="146" y="562"/>
                  <a:pt x="146" y="562"/>
                </a:cubicBezTo>
                <a:cubicBezTo>
                  <a:pt x="143" y="556"/>
                  <a:pt x="143" y="556"/>
                  <a:pt x="143" y="556"/>
                </a:cubicBezTo>
                <a:close/>
                <a:moveTo>
                  <a:pt x="130" y="509"/>
                </a:moveTo>
                <a:cubicBezTo>
                  <a:pt x="141" y="499"/>
                  <a:pt x="141" y="499"/>
                  <a:pt x="141" y="499"/>
                </a:cubicBezTo>
                <a:cubicBezTo>
                  <a:pt x="145" y="509"/>
                  <a:pt x="145" y="509"/>
                  <a:pt x="145" y="509"/>
                </a:cubicBezTo>
                <a:cubicBezTo>
                  <a:pt x="130" y="509"/>
                  <a:pt x="130" y="509"/>
                  <a:pt x="130" y="509"/>
                </a:cubicBezTo>
                <a:close/>
                <a:moveTo>
                  <a:pt x="125" y="514"/>
                </a:moveTo>
                <a:cubicBezTo>
                  <a:pt x="122" y="507"/>
                  <a:pt x="122" y="507"/>
                  <a:pt x="122" y="507"/>
                </a:cubicBezTo>
                <a:cubicBezTo>
                  <a:pt x="151" y="481"/>
                  <a:pt x="151" y="481"/>
                  <a:pt x="151" y="481"/>
                </a:cubicBezTo>
                <a:cubicBezTo>
                  <a:pt x="153" y="489"/>
                  <a:pt x="153" y="489"/>
                  <a:pt x="153" y="489"/>
                </a:cubicBezTo>
                <a:cubicBezTo>
                  <a:pt x="147" y="495"/>
                  <a:pt x="147" y="495"/>
                  <a:pt x="147" y="495"/>
                </a:cubicBezTo>
                <a:cubicBezTo>
                  <a:pt x="152" y="509"/>
                  <a:pt x="152" y="509"/>
                  <a:pt x="152" y="509"/>
                </a:cubicBezTo>
                <a:cubicBezTo>
                  <a:pt x="160" y="510"/>
                  <a:pt x="160" y="510"/>
                  <a:pt x="160" y="510"/>
                </a:cubicBezTo>
                <a:cubicBezTo>
                  <a:pt x="163" y="517"/>
                  <a:pt x="163" y="517"/>
                  <a:pt x="163" y="517"/>
                </a:cubicBezTo>
                <a:cubicBezTo>
                  <a:pt x="125" y="514"/>
                  <a:pt x="125" y="514"/>
                  <a:pt x="125" y="514"/>
                </a:cubicBezTo>
                <a:close/>
                <a:moveTo>
                  <a:pt x="115" y="485"/>
                </a:moveTo>
                <a:cubicBezTo>
                  <a:pt x="113" y="475"/>
                  <a:pt x="113" y="475"/>
                  <a:pt x="113" y="475"/>
                </a:cubicBezTo>
                <a:cubicBezTo>
                  <a:pt x="135" y="456"/>
                  <a:pt x="135" y="456"/>
                  <a:pt x="135" y="456"/>
                </a:cubicBezTo>
                <a:cubicBezTo>
                  <a:pt x="111" y="461"/>
                  <a:pt x="111" y="461"/>
                  <a:pt x="111" y="461"/>
                </a:cubicBezTo>
                <a:cubicBezTo>
                  <a:pt x="109" y="454"/>
                  <a:pt x="109" y="454"/>
                  <a:pt x="109" y="454"/>
                </a:cubicBezTo>
                <a:cubicBezTo>
                  <a:pt x="144" y="447"/>
                  <a:pt x="144" y="447"/>
                  <a:pt x="144" y="447"/>
                </a:cubicBezTo>
                <a:cubicBezTo>
                  <a:pt x="145" y="456"/>
                  <a:pt x="145" y="456"/>
                  <a:pt x="145" y="456"/>
                </a:cubicBezTo>
                <a:cubicBezTo>
                  <a:pt x="122" y="476"/>
                  <a:pt x="122" y="476"/>
                  <a:pt x="122" y="476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15" y="485"/>
                  <a:pt x="115" y="485"/>
                  <a:pt x="115" y="485"/>
                </a:cubicBezTo>
                <a:close/>
                <a:moveTo>
                  <a:pt x="128" y="427"/>
                </a:moveTo>
                <a:cubicBezTo>
                  <a:pt x="121" y="427"/>
                  <a:pt x="121" y="427"/>
                  <a:pt x="121" y="427"/>
                </a:cubicBezTo>
                <a:cubicBezTo>
                  <a:pt x="121" y="410"/>
                  <a:pt x="121" y="410"/>
                  <a:pt x="121" y="410"/>
                </a:cubicBezTo>
                <a:cubicBezTo>
                  <a:pt x="142" y="409"/>
                  <a:pt x="142" y="409"/>
                  <a:pt x="142" y="409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42" y="428"/>
                  <a:pt x="142" y="431"/>
                  <a:pt x="142" y="432"/>
                </a:cubicBezTo>
                <a:cubicBezTo>
                  <a:pt x="141" y="434"/>
                  <a:pt x="140" y="435"/>
                  <a:pt x="139" y="437"/>
                </a:cubicBezTo>
                <a:cubicBezTo>
                  <a:pt x="138" y="439"/>
                  <a:pt x="136" y="440"/>
                  <a:pt x="134" y="441"/>
                </a:cubicBezTo>
                <a:cubicBezTo>
                  <a:pt x="132" y="442"/>
                  <a:pt x="129" y="442"/>
                  <a:pt x="126" y="443"/>
                </a:cubicBezTo>
                <a:cubicBezTo>
                  <a:pt x="119" y="443"/>
                  <a:pt x="115" y="441"/>
                  <a:pt x="112" y="439"/>
                </a:cubicBezTo>
                <a:cubicBezTo>
                  <a:pt x="109" y="436"/>
                  <a:pt x="107" y="432"/>
                  <a:pt x="107" y="426"/>
                </a:cubicBezTo>
                <a:cubicBezTo>
                  <a:pt x="107" y="410"/>
                  <a:pt x="107" y="410"/>
                  <a:pt x="107" y="410"/>
                </a:cubicBezTo>
                <a:cubicBezTo>
                  <a:pt x="113" y="410"/>
                  <a:pt x="113" y="410"/>
                  <a:pt x="113" y="410"/>
                </a:cubicBezTo>
                <a:cubicBezTo>
                  <a:pt x="113" y="426"/>
                  <a:pt x="113" y="426"/>
                  <a:pt x="113" y="426"/>
                </a:cubicBezTo>
                <a:cubicBezTo>
                  <a:pt x="113" y="429"/>
                  <a:pt x="114" y="431"/>
                  <a:pt x="116" y="432"/>
                </a:cubicBezTo>
                <a:cubicBezTo>
                  <a:pt x="118" y="434"/>
                  <a:pt x="121" y="434"/>
                  <a:pt x="125" y="434"/>
                </a:cubicBezTo>
                <a:cubicBezTo>
                  <a:pt x="129" y="434"/>
                  <a:pt x="132" y="433"/>
                  <a:pt x="133" y="432"/>
                </a:cubicBezTo>
                <a:cubicBezTo>
                  <a:pt x="135" y="431"/>
                  <a:pt x="136" y="428"/>
                  <a:pt x="136" y="425"/>
                </a:cubicBezTo>
                <a:cubicBezTo>
                  <a:pt x="136" y="417"/>
                  <a:pt x="136" y="417"/>
                  <a:pt x="136" y="417"/>
                </a:cubicBezTo>
                <a:cubicBezTo>
                  <a:pt x="127" y="417"/>
                  <a:pt x="127" y="417"/>
                  <a:pt x="127" y="417"/>
                </a:cubicBezTo>
                <a:cubicBezTo>
                  <a:pt x="128" y="427"/>
                  <a:pt x="128" y="427"/>
                  <a:pt x="128" y="427"/>
                </a:cubicBezTo>
                <a:close/>
                <a:moveTo>
                  <a:pt x="115" y="385"/>
                </a:moveTo>
                <a:cubicBezTo>
                  <a:pt x="115" y="385"/>
                  <a:pt x="115" y="385"/>
                  <a:pt x="115" y="385"/>
                </a:cubicBezTo>
                <a:cubicBezTo>
                  <a:pt x="115" y="382"/>
                  <a:pt x="116" y="379"/>
                  <a:pt x="117" y="378"/>
                </a:cubicBezTo>
                <a:cubicBezTo>
                  <a:pt x="119" y="377"/>
                  <a:pt x="122" y="377"/>
                  <a:pt x="127" y="377"/>
                </a:cubicBezTo>
                <a:cubicBezTo>
                  <a:pt x="131" y="377"/>
                  <a:pt x="134" y="378"/>
                  <a:pt x="135" y="379"/>
                </a:cubicBezTo>
                <a:cubicBezTo>
                  <a:pt x="137" y="381"/>
                  <a:pt x="138" y="383"/>
                  <a:pt x="137" y="386"/>
                </a:cubicBezTo>
                <a:cubicBezTo>
                  <a:pt x="137" y="395"/>
                  <a:pt x="137" y="395"/>
                  <a:pt x="137" y="395"/>
                </a:cubicBezTo>
                <a:cubicBezTo>
                  <a:pt x="114" y="394"/>
                  <a:pt x="114" y="394"/>
                  <a:pt x="114" y="394"/>
                </a:cubicBezTo>
                <a:cubicBezTo>
                  <a:pt x="115" y="385"/>
                  <a:pt x="115" y="385"/>
                  <a:pt x="115" y="385"/>
                </a:cubicBezTo>
                <a:close/>
                <a:moveTo>
                  <a:pt x="107" y="401"/>
                </a:moveTo>
                <a:cubicBezTo>
                  <a:pt x="108" y="384"/>
                  <a:pt x="108" y="384"/>
                  <a:pt x="108" y="384"/>
                </a:cubicBezTo>
                <a:cubicBezTo>
                  <a:pt x="109" y="378"/>
                  <a:pt x="111" y="374"/>
                  <a:pt x="114" y="372"/>
                </a:cubicBezTo>
                <a:cubicBezTo>
                  <a:pt x="117" y="369"/>
                  <a:pt x="122" y="368"/>
                  <a:pt x="128" y="369"/>
                </a:cubicBezTo>
                <a:cubicBezTo>
                  <a:pt x="131" y="369"/>
                  <a:pt x="134" y="370"/>
                  <a:pt x="136" y="371"/>
                </a:cubicBezTo>
                <a:cubicBezTo>
                  <a:pt x="138" y="372"/>
                  <a:pt x="140" y="373"/>
                  <a:pt x="141" y="375"/>
                </a:cubicBezTo>
                <a:cubicBezTo>
                  <a:pt x="142" y="377"/>
                  <a:pt x="143" y="378"/>
                  <a:pt x="143" y="380"/>
                </a:cubicBezTo>
                <a:cubicBezTo>
                  <a:pt x="144" y="381"/>
                  <a:pt x="144" y="384"/>
                  <a:pt x="144" y="387"/>
                </a:cubicBezTo>
                <a:cubicBezTo>
                  <a:pt x="142" y="403"/>
                  <a:pt x="142" y="403"/>
                  <a:pt x="142" y="403"/>
                </a:cubicBezTo>
                <a:cubicBezTo>
                  <a:pt x="107" y="401"/>
                  <a:pt x="107" y="401"/>
                  <a:pt x="107" y="401"/>
                </a:cubicBezTo>
                <a:close/>
                <a:moveTo>
                  <a:pt x="128" y="362"/>
                </a:moveTo>
                <a:cubicBezTo>
                  <a:pt x="123" y="361"/>
                  <a:pt x="118" y="359"/>
                  <a:pt x="116" y="355"/>
                </a:cubicBezTo>
                <a:cubicBezTo>
                  <a:pt x="114" y="351"/>
                  <a:pt x="114" y="347"/>
                  <a:pt x="115" y="341"/>
                </a:cubicBezTo>
                <a:cubicBezTo>
                  <a:pt x="116" y="335"/>
                  <a:pt x="119" y="331"/>
                  <a:pt x="122" y="329"/>
                </a:cubicBezTo>
                <a:cubicBezTo>
                  <a:pt x="126" y="327"/>
                  <a:pt x="131" y="326"/>
                  <a:pt x="137" y="328"/>
                </a:cubicBezTo>
                <a:cubicBezTo>
                  <a:pt x="143" y="329"/>
                  <a:pt x="147" y="332"/>
                  <a:pt x="149" y="335"/>
                </a:cubicBezTo>
                <a:cubicBezTo>
                  <a:pt x="152" y="339"/>
                  <a:pt x="152" y="343"/>
                  <a:pt x="151" y="349"/>
                </a:cubicBezTo>
                <a:cubicBezTo>
                  <a:pt x="149" y="355"/>
                  <a:pt x="147" y="359"/>
                  <a:pt x="143" y="361"/>
                </a:cubicBezTo>
                <a:cubicBezTo>
                  <a:pt x="140" y="364"/>
                  <a:pt x="135" y="364"/>
                  <a:pt x="128" y="362"/>
                </a:cubicBezTo>
                <a:close/>
                <a:moveTo>
                  <a:pt x="121" y="342"/>
                </a:moveTo>
                <a:cubicBezTo>
                  <a:pt x="122" y="339"/>
                  <a:pt x="123" y="337"/>
                  <a:pt x="125" y="336"/>
                </a:cubicBezTo>
                <a:cubicBezTo>
                  <a:pt x="128" y="335"/>
                  <a:pt x="131" y="335"/>
                  <a:pt x="135" y="336"/>
                </a:cubicBezTo>
                <a:cubicBezTo>
                  <a:pt x="139" y="337"/>
                  <a:pt x="142" y="338"/>
                  <a:pt x="143" y="340"/>
                </a:cubicBezTo>
                <a:cubicBezTo>
                  <a:pt x="145" y="342"/>
                  <a:pt x="145" y="345"/>
                  <a:pt x="145" y="348"/>
                </a:cubicBezTo>
                <a:cubicBezTo>
                  <a:pt x="144" y="351"/>
                  <a:pt x="142" y="353"/>
                  <a:pt x="140" y="354"/>
                </a:cubicBezTo>
                <a:cubicBezTo>
                  <a:pt x="138" y="355"/>
                  <a:pt x="135" y="355"/>
                  <a:pt x="130" y="354"/>
                </a:cubicBezTo>
                <a:cubicBezTo>
                  <a:pt x="126" y="353"/>
                  <a:pt x="124" y="352"/>
                  <a:pt x="122" y="350"/>
                </a:cubicBezTo>
                <a:cubicBezTo>
                  <a:pt x="121" y="348"/>
                  <a:pt x="120" y="345"/>
                  <a:pt x="121" y="342"/>
                </a:cubicBezTo>
                <a:close/>
                <a:moveTo>
                  <a:pt x="124" y="314"/>
                </a:moveTo>
                <a:cubicBezTo>
                  <a:pt x="127" y="305"/>
                  <a:pt x="127" y="305"/>
                  <a:pt x="127" y="305"/>
                </a:cubicBezTo>
                <a:cubicBezTo>
                  <a:pt x="156" y="301"/>
                  <a:pt x="156" y="301"/>
                  <a:pt x="156" y="301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5" y="284"/>
                  <a:pt x="135" y="284"/>
                  <a:pt x="135" y="284"/>
                </a:cubicBezTo>
                <a:cubicBezTo>
                  <a:pt x="168" y="298"/>
                  <a:pt x="168" y="298"/>
                  <a:pt x="168" y="298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35" y="310"/>
                  <a:pt x="135" y="310"/>
                  <a:pt x="135" y="310"/>
                </a:cubicBezTo>
                <a:cubicBezTo>
                  <a:pt x="159" y="320"/>
                  <a:pt x="159" y="320"/>
                  <a:pt x="159" y="320"/>
                </a:cubicBezTo>
                <a:cubicBezTo>
                  <a:pt x="156" y="327"/>
                  <a:pt x="156" y="327"/>
                  <a:pt x="156" y="327"/>
                </a:cubicBezTo>
                <a:cubicBezTo>
                  <a:pt x="124" y="314"/>
                  <a:pt x="124" y="314"/>
                  <a:pt x="124" y="314"/>
                </a:cubicBezTo>
                <a:close/>
                <a:moveTo>
                  <a:pt x="166" y="273"/>
                </a:moveTo>
                <a:cubicBezTo>
                  <a:pt x="160" y="269"/>
                  <a:pt x="160" y="269"/>
                  <a:pt x="160" y="269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87" y="265"/>
                  <a:pt x="187" y="265"/>
                  <a:pt x="187" y="265"/>
                </a:cubicBezTo>
                <a:cubicBezTo>
                  <a:pt x="179" y="279"/>
                  <a:pt x="179" y="279"/>
                  <a:pt x="179" y="279"/>
                </a:cubicBezTo>
                <a:cubicBezTo>
                  <a:pt x="178" y="281"/>
                  <a:pt x="176" y="283"/>
                  <a:pt x="175" y="284"/>
                </a:cubicBezTo>
                <a:cubicBezTo>
                  <a:pt x="174" y="286"/>
                  <a:pt x="172" y="286"/>
                  <a:pt x="171" y="287"/>
                </a:cubicBezTo>
                <a:cubicBezTo>
                  <a:pt x="168" y="288"/>
                  <a:pt x="166" y="288"/>
                  <a:pt x="164" y="288"/>
                </a:cubicBezTo>
                <a:cubicBezTo>
                  <a:pt x="161" y="287"/>
                  <a:pt x="159" y="286"/>
                  <a:pt x="156" y="284"/>
                </a:cubicBezTo>
                <a:cubicBezTo>
                  <a:pt x="151" y="281"/>
                  <a:pt x="147" y="278"/>
                  <a:pt x="146" y="274"/>
                </a:cubicBezTo>
                <a:cubicBezTo>
                  <a:pt x="145" y="270"/>
                  <a:pt x="146" y="265"/>
                  <a:pt x="149" y="260"/>
                </a:cubicBezTo>
                <a:cubicBezTo>
                  <a:pt x="157" y="247"/>
                  <a:pt x="157" y="247"/>
                  <a:pt x="157" y="247"/>
                </a:cubicBezTo>
                <a:cubicBezTo>
                  <a:pt x="162" y="250"/>
                  <a:pt x="162" y="250"/>
                  <a:pt x="162" y="250"/>
                </a:cubicBezTo>
                <a:cubicBezTo>
                  <a:pt x="154" y="264"/>
                  <a:pt x="154" y="264"/>
                  <a:pt x="154" y="264"/>
                </a:cubicBezTo>
                <a:cubicBezTo>
                  <a:pt x="153" y="266"/>
                  <a:pt x="152" y="268"/>
                  <a:pt x="153" y="271"/>
                </a:cubicBezTo>
                <a:cubicBezTo>
                  <a:pt x="154" y="273"/>
                  <a:pt x="156" y="275"/>
                  <a:pt x="160" y="277"/>
                </a:cubicBezTo>
                <a:cubicBezTo>
                  <a:pt x="163" y="279"/>
                  <a:pt x="166" y="280"/>
                  <a:pt x="168" y="280"/>
                </a:cubicBezTo>
                <a:cubicBezTo>
                  <a:pt x="170" y="279"/>
                  <a:pt x="172" y="278"/>
                  <a:pt x="174" y="276"/>
                </a:cubicBezTo>
                <a:cubicBezTo>
                  <a:pt x="178" y="268"/>
                  <a:pt x="178" y="268"/>
                  <a:pt x="178" y="268"/>
                </a:cubicBezTo>
                <a:cubicBezTo>
                  <a:pt x="171" y="264"/>
                  <a:pt x="171" y="264"/>
                  <a:pt x="171" y="264"/>
                </a:cubicBezTo>
                <a:cubicBezTo>
                  <a:pt x="166" y="273"/>
                  <a:pt x="166" y="273"/>
                  <a:pt x="166" y="273"/>
                </a:cubicBezTo>
                <a:close/>
                <a:moveTo>
                  <a:pt x="197" y="199"/>
                </a:moveTo>
                <a:cubicBezTo>
                  <a:pt x="211" y="215"/>
                  <a:pt x="211" y="215"/>
                  <a:pt x="211" y="215"/>
                </a:cubicBezTo>
                <a:cubicBezTo>
                  <a:pt x="213" y="217"/>
                  <a:pt x="215" y="218"/>
                  <a:pt x="217" y="219"/>
                </a:cubicBezTo>
                <a:cubicBezTo>
                  <a:pt x="219" y="219"/>
                  <a:pt x="221" y="218"/>
                  <a:pt x="223" y="216"/>
                </a:cubicBezTo>
                <a:cubicBezTo>
                  <a:pt x="225" y="214"/>
                  <a:pt x="226" y="212"/>
                  <a:pt x="226" y="210"/>
                </a:cubicBezTo>
                <a:cubicBezTo>
                  <a:pt x="226" y="208"/>
                  <a:pt x="225" y="206"/>
                  <a:pt x="223" y="204"/>
                </a:cubicBezTo>
                <a:cubicBezTo>
                  <a:pt x="208" y="188"/>
                  <a:pt x="208" y="188"/>
                  <a:pt x="208" y="188"/>
                </a:cubicBezTo>
                <a:cubicBezTo>
                  <a:pt x="214" y="183"/>
                  <a:pt x="214" y="183"/>
                  <a:pt x="214" y="183"/>
                </a:cubicBezTo>
                <a:cubicBezTo>
                  <a:pt x="228" y="199"/>
                  <a:pt x="228" y="199"/>
                  <a:pt x="228" y="199"/>
                </a:cubicBezTo>
                <a:cubicBezTo>
                  <a:pt x="230" y="201"/>
                  <a:pt x="231" y="202"/>
                  <a:pt x="232" y="203"/>
                </a:cubicBezTo>
                <a:cubicBezTo>
                  <a:pt x="233" y="205"/>
                  <a:pt x="233" y="206"/>
                  <a:pt x="233" y="207"/>
                </a:cubicBezTo>
                <a:cubicBezTo>
                  <a:pt x="233" y="209"/>
                  <a:pt x="233" y="212"/>
                  <a:pt x="232" y="214"/>
                </a:cubicBezTo>
                <a:cubicBezTo>
                  <a:pt x="231" y="216"/>
                  <a:pt x="229" y="218"/>
                  <a:pt x="227" y="220"/>
                </a:cubicBezTo>
                <a:cubicBezTo>
                  <a:pt x="224" y="222"/>
                  <a:pt x="222" y="224"/>
                  <a:pt x="220" y="225"/>
                </a:cubicBezTo>
                <a:cubicBezTo>
                  <a:pt x="218" y="226"/>
                  <a:pt x="216" y="226"/>
                  <a:pt x="214" y="226"/>
                </a:cubicBezTo>
                <a:cubicBezTo>
                  <a:pt x="213" y="225"/>
                  <a:pt x="212" y="225"/>
                  <a:pt x="210" y="224"/>
                </a:cubicBezTo>
                <a:cubicBezTo>
                  <a:pt x="209" y="223"/>
                  <a:pt x="208" y="222"/>
                  <a:pt x="206" y="220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197" y="199"/>
                  <a:pt x="197" y="199"/>
                  <a:pt x="197" y="199"/>
                </a:cubicBezTo>
                <a:close/>
                <a:moveTo>
                  <a:pt x="222" y="175"/>
                </a:moveTo>
                <a:cubicBezTo>
                  <a:pt x="230" y="170"/>
                  <a:pt x="230" y="170"/>
                  <a:pt x="230" y="170"/>
                </a:cubicBezTo>
                <a:cubicBezTo>
                  <a:pt x="256" y="183"/>
                  <a:pt x="256" y="183"/>
                  <a:pt x="256" y="183"/>
                </a:cubicBezTo>
                <a:cubicBezTo>
                  <a:pt x="242" y="162"/>
                  <a:pt x="242" y="162"/>
                  <a:pt x="242" y="162"/>
                </a:cubicBezTo>
                <a:cubicBezTo>
                  <a:pt x="248" y="157"/>
                  <a:pt x="248" y="157"/>
                  <a:pt x="248" y="157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261" y="192"/>
                  <a:pt x="261" y="192"/>
                  <a:pt x="261" y="192"/>
                </a:cubicBezTo>
                <a:cubicBezTo>
                  <a:pt x="233" y="178"/>
                  <a:pt x="233" y="178"/>
                  <a:pt x="233" y="178"/>
                </a:cubicBezTo>
                <a:cubicBezTo>
                  <a:pt x="249" y="200"/>
                  <a:pt x="249" y="200"/>
                  <a:pt x="249" y="200"/>
                </a:cubicBezTo>
                <a:cubicBezTo>
                  <a:pt x="243" y="205"/>
                  <a:pt x="243" y="205"/>
                  <a:pt x="243" y="205"/>
                </a:cubicBezTo>
                <a:cubicBezTo>
                  <a:pt x="222" y="175"/>
                  <a:pt x="222" y="175"/>
                  <a:pt x="222" y="175"/>
                </a:cubicBezTo>
                <a:close/>
                <a:moveTo>
                  <a:pt x="282" y="180"/>
                </a:moveTo>
                <a:cubicBezTo>
                  <a:pt x="275" y="184"/>
                  <a:pt x="275" y="184"/>
                  <a:pt x="275" y="184"/>
                </a:cubicBezTo>
                <a:cubicBezTo>
                  <a:pt x="257" y="153"/>
                  <a:pt x="257" y="153"/>
                  <a:pt x="257" y="153"/>
                </a:cubicBezTo>
                <a:cubicBezTo>
                  <a:pt x="264" y="149"/>
                  <a:pt x="264" y="149"/>
                  <a:pt x="264" y="149"/>
                </a:cubicBezTo>
                <a:cubicBezTo>
                  <a:pt x="282" y="180"/>
                  <a:pt x="282" y="180"/>
                  <a:pt x="282" y="180"/>
                </a:cubicBezTo>
                <a:close/>
                <a:moveTo>
                  <a:pt x="297" y="172"/>
                </a:moveTo>
                <a:cubicBezTo>
                  <a:pt x="268" y="146"/>
                  <a:pt x="268" y="146"/>
                  <a:pt x="268" y="146"/>
                </a:cubicBezTo>
                <a:cubicBezTo>
                  <a:pt x="276" y="142"/>
                  <a:pt x="276" y="142"/>
                  <a:pt x="276" y="142"/>
                </a:cubicBezTo>
                <a:cubicBezTo>
                  <a:pt x="297" y="162"/>
                  <a:pt x="297" y="162"/>
                  <a:pt x="297" y="162"/>
                </a:cubicBezTo>
                <a:cubicBezTo>
                  <a:pt x="295" y="133"/>
                  <a:pt x="295" y="133"/>
                  <a:pt x="295" y="133"/>
                </a:cubicBezTo>
                <a:cubicBezTo>
                  <a:pt x="302" y="130"/>
                  <a:pt x="302" y="130"/>
                  <a:pt x="302" y="130"/>
                </a:cubicBezTo>
                <a:cubicBezTo>
                  <a:pt x="304" y="169"/>
                  <a:pt x="304" y="169"/>
                  <a:pt x="304" y="169"/>
                </a:cubicBezTo>
                <a:cubicBezTo>
                  <a:pt x="297" y="172"/>
                  <a:pt x="297" y="172"/>
                  <a:pt x="297" y="172"/>
                </a:cubicBezTo>
                <a:close/>
                <a:moveTo>
                  <a:pt x="325" y="130"/>
                </a:moveTo>
                <a:cubicBezTo>
                  <a:pt x="323" y="131"/>
                  <a:pt x="321" y="132"/>
                  <a:pt x="320" y="134"/>
                </a:cubicBezTo>
                <a:cubicBezTo>
                  <a:pt x="319" y="136"/>
                  <a:pt x="319" y="138"/>
                  <a:pt x="320" y="141"/>
                </a:cubicBezTo>
                <a:cubicBezTo>
                  <a:pt x="339" y="135"/>
                  <a:pt x="339" y="135"/>
                  <a:pt x="339" y="135"/>
                </a:cubicBezTo>
                <a:cubicBezTo>
                  <a:pt x="341" y="141"/>
                  <a:pt x="341" y="141"/>
                  <a:pt x="341" y="141"/>
                </a:cubicBezTo>
                <a:cubicBezTo>
                  <a:pt x="321" y="147"/>
                  <a:pt x="321" y="147"/>
                  <a:pt x="321" y="147"/>
                </a:cubicBezTo>
                <a:cubicBezTo>
                  <a:pt x="322" y="150"/>
                  <a:pt x="323" y="152"/>
                  <a:pt x="325" y="153"/>
                </a:cubicBezTo>
                <a:cubicBezTo>
                  <a:pt x="327" y="154"/>
                  <a:pt x="329" y="154"/>
                  <a:pt x="332" y="153"/>
                </a:cubicBezTo>
                <a:cubicBezTo>
                  <a:pt x="344" y="149"/>
                  <a:pt x="344" y="149"/>
                  <a:pt x="344" y="149"/>
                </a:cubicBezTo>
                <a:cubicBezTo>
                  <a:pt x="345" y="155"/>
                  <a:pt x="345" y="155"/>
                  <a:pt x="345" y="155"/>
                </a:cubicBezTo>
                <a:cubicBezTo>
                  <a:pt x="333" y="159"/>
                  <a:pt x="333" y="159"/>
                  <a:pt x="333" y="159"/>
                </a:cubicBezTo>
                <a:cubicBezTo>
                  <a:pt x="331" y="160"/>
                  <a:pt x="328" y="160"/>
                  <a:pt x="327" y="160"/>
                </a:cubicBezTo>
                <a:cubicBezTo>
                  <a:pt x="325" y="160"/>
                  <a:pt x="323" y="160"/>
                  <a:pt x="322" y="159"/>
                </a:cubicBezTo>
                <a:cubicBezTo>
                  <a:pt x="320" y="158"/>
                  <a:pt x="318" y="157"/>
                  <a:pt x="316" y="155"/>
                </a:cubicBezTo>
                <a:cubicBezTo>
                  <a:pt x="315" y="153"/>
                  <a:pt x="314" y="150"/>
                  <a:pt x="313" y="147"/>
                </a:cubicBezTo>
                <a:cubicBezTo>
                  <a:pt x="311" y="141"/>
                  <a:pt x="311" y="136"/>
                  <a:pt x="313" y="132"/>
                </a:cubicBezTo>
                <a:cubicBezTo>
                  <a:pt x="315" y="129"/>
                  <a:pt x="318" y="126"/>
                  <a:pt x="324" y="124"/>
                </a:cubicBezTo>
                <a:cubicBezTo>
                  <a:pt x="335" y="121"/>
                  <a:pt x="335" y="121"/>
                  <a:pt x="335" y="121"/>
                </a:cubicBezTo>
                <a:cubicBezTo>
                  <a:pt x="337" y="127"/>
                  <a:pt x="337" y="127"/>
                  <a:pt x="337" y="127"/>
                </a:cubicBezTo>
                <a:cubicBezTo>
                  <a:pt x="325" y="130"/>
                  <a:pt x="325" y="130"/>
                  <a:pt x="325" y="130"/>
                </a:cubicBezTo>
                <a:close/>
                <a:moveTo>
                  <a:pt x="364" y="122"/>
                </a:moveTo>
                <a:cubicBezTo>
                  <a:pt x="364" y="122"/>
                  <a:pt x="364" y="122"/>
                  <a:pt x="364" y="122"/>
                </a:cubicBezTo>
                <a:cubicBezTo>
                  <a:pt x="367" y="122"/>
                  <a:pt x="368" y="122"/>
                  <a:pt x="369" y="123"/>
                </a:cubicBezTo>
                <a:cubicBezTo>
                  <a:pt x="370" y="123"/>
                  <a:pt x="371" y="124"/>
                  <a:pt x="371" y="126"/>
                </a:cubicBezTo>
                <a:cubicBezTo>
                  <a:pt x="371" y="128"/>
                  <a:pt x="371" y="129"/>
                  <a:pt x="370" y="130"/>
                </a:cubicBezTo>
                <a:cubicBezTo>
                  <a:pt x="369" y="130"/>
                  <a:pt x="368" y="131"/>
                  <a:pt x="365" y="131"/>
                </a:cubicBezTo>
                <a:cubicBezTo>
                  <a:pt x="356" y="133"/>
                  <a:pt x="356" y="133"/>
                  <a:pt x="356" y="133"/>
                </a:cubicBezTo>
                <a:cubicBezTo>
                  <a:pt x="355" y="124"/>
                  <a:pt x="355" y="124"/>
                  <a:pt x="355" y="124"/>
                </a:cubicBezTo>
                <a:cubicBezTo>
                  <a:pt x="364" y="122"/>
                  <a:pt x="364" y="122"/>
                  <a:pt x="364" y="122"/>
                </a:cubicBezTo>
                <a:close/>
                <a:moveTo>
                  <a:pt x="347" y="118"/>
                </a:moveTo>
                <a:cubicBezTo>
                  <a:pt x="365" y="116"/>
                  <a:pt x="365" y="116"/>
                  <a:pt x="365" y="116"/>
                </a:cubicBezTo>
                <a:cubicBezTo>
                  <a:pt x="369" y="115"/>
                  <a:pt x="372" y="116"/>
                  <a:pt x="375" y="117"/>
                </a:cubicBezTo>
                <a:cubicBezTo>
                  <a:pt x="377" y="119"/>
                  <a:pt x="378" y="121"/>
                  <a:pt x="379" y="125"/>
                </a:cubicBezTo>
                <a:cubicBezTo>
                  <a:pt x="379" y="128"/>
                  <a:pt x="379" y="130"/>
                  <a:pt x="378" y="132"/>
                </a:cubicBezTo>
                <a:cubicBezTo>
                  <a:pt x="377" y="134"/>
                  <a:pt x="375" y="135"/>
                  <a:pt x="373" y="136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76" y="151"/>
                  <a:pt x="376" y="151"/>
                  <a:pt x="376" y="151"/>
                </a:cubicBezTo>
                <a:cubicBezTo>
                  <a:pt x="366" y="138"/>
                  <a:pt x="366" y="138"/>
                  <a:pt x="366" y="138"/>
                </a:cubicBezTo>
                <a:cubicBezTo>
                  <a:pt x="357" y="139"/>
                  <a:pt x="357" y="139"/>
                  <a:pt x="357" y="139"/>
                </a:cubicBezTo>
                <a:cubicBezTo>
                  <a:pt x="359" y="153"/>
                  <a:pt x="359" y="153"/>
                  <a:pt x="359" y="153"/>
                </a:cubicBezTo>
                <a:cubicBezTo>
                  <a:pt x="352" y="154"/>
                  <a:pt x="352" y="154"/>
                  <a:pt x="352" y="154"/>
                </a:cubicBezTo>
                <a:cubicBezTo>
                  <a:pt x="347" y="118"/>
                  <a:pt x="347" y="118"/>
                  <a:pt x="347" y="118"/>
                </a:cubicBezTo>
                <a:close/>
                <a:moveTo>
                  <a:pt x="419" y="121"/>
                </a:moveTo>
                <a:cubicBezTo>
                  <a:pt x="401" y="121"/>
                  <a:pt x="401" y="121"/>
                  <a:pt x="401" y="121"/>
                </a:cubicBezTo>
                <a:cubicBezTo>
                  <a:pt x="399" y="121"/>
                  <a:pt x="397" y="121"/>
                  <a:pt x="396" y="122"/>
                </a:cubicBezTo>
                <a:cubicBezTo>
                  <a:pt x="395" y="123"/>
                  <a:pt x="395" y="124"/>
                  <a:pt x="395" y="125"/>
                </a:cubicBezTo>
                <a:cubicBezTo>
                  <a:pt x="395" y="127"/>
                  <a:pt x="395" y="128"/>
                  <a:pt x="396" y="128"/>
                </a:cubicBezTo>
                <a:cubicBezTo>
                  <a:pt x="397" y="129"/>
                  <a:pt x="398" y="129"/>
                  <a:pt x="399" y="129"/>
                </a:cubicBezTo>
                <a:cubicBezTo>
                  <a:pt x="409" y="129"/>
                  <a:pt x="409" y="129"/>
                  <a:pt x="409" y="129"/>
                </a:cubicBezTo>
                <a:cubicBezTo>
                  <a:pt x="413" y="130"/>
                  <a:pt x="416" y="130"/>
                  <a:pt x="418" y="132"/>
                </a:cubicBezTo>
                <a:cubicBezTo>
                  <a:pt x="420" y="134"/>
                  <a:pt x="420" y="136"/>
                  <a:pt x="420" y="140"/>
                </a:cubicBezTo>
                <a:cubicBezTo>
                  <a:pt x="420" y="144"/>
                  <a:pt x="419" y="146"/>
                  <a:pt x="417" y="148"/>
                </a:cubicBezTo>
                <a:cubicBezTo>
                  <a:pt x="415" y="150"/>
                  <a:pt x="412" y="150"/>
                  <a:pt x="408" y="150"/>
                </a:cubicBezTo>
                <a:cubicBezTo>
                  <a:pt x="388" y="150"/>
                  <a:pt x="388" y="150"/>
                  <a:pt x="388" y="150"/>
                </a:cubicBezTo>
                <a:cubicBezTo>
                  <a:pt x="388" y="144"/>
                  <a:pt x="388" y="144"/>
                  <a:pt x="388" y="144"/>
                </a:cubicBezTo>
                <a:cubicBezTo>
                  <a:pt x="407" y="144"/>
                  <a:pt x="407" y="144"/>
                  <a:pt x="407" y="144"/>
                </a:cubicBezTo>
                <a:cubicBezTo>
                  <a:pt x="409" y="144"/>
                  <a:pt x="410" y="144"/>
                  <a:pt x="411" y="143"/>
                </a:cubicBezTo>
                <a:cubicBezTo>
                  <a:pt x="412" y="142"/>
                  <a:pt x="413" y="141"/>
                  <a:pt x="413" y="140"/>
                </a:cubicBezTo>
                <a:cubicBezTo>
                  <a:pt x="413" y="139"/>
                  <a:pt x="412" y="137"/>
                  <a:pt x="411" y="137"/>
                </a:cubicBezTo>
                <a:cubicBezTo>
                  <a:pt x="411" y="136"/>
                  <a:pt x="409" y="136"/>
                  <a:pt x="407" y="136"/>
                </a:cubicBezTo>
                <a:cubicBezTo>
                  <a:pt x="399" y="136"/>
                  <a:pt x="399" y="136"/>
                  <a:pt x="399" y="136"/>
                </a:cubicBezTo>
                <a:cubicBezTo>
                  <a:pt x="395" y="136"/>
                  <a:pt x="392" y="135"/>
                  <a:pt x="390" y="133"/>
                </a:cubicBezTo>
                <a:cubicBezTo>
                  <a:pt x="388" y="131"/>
                  <a:pt x="387" y="129"/>
                  <a:pt x="387" y="125"/>
                </a:cubicBezTo>
                <a:cubicBezTo>
                  <a:pt x="387" y="121"/>
                  <a:pt x="388" y="119"/>
                  <a:pt x="390" y="117"/>
                </a:cubicBezTo>
                <a:cubicBezTo>
                  <a:pt x="392" y="115"/>
                  <a:pt x="395" y="114"/>
                  <a:pt x="400" y="114"/>
                </a:cubicBezTo>
                <a:cubicBezTo>
                  <a:pt x="419" y="115"/>
                  <a:pt x="419" y="115"/>
                  <a:pt x="419" y="115"/>
                </a:cubicBezTo>
                <a:cubicBezTo>
                  <a:pt x="419" y="121"/>
                  <a:pt x="419" y="121"/>
                  <a:pt x="419" y="121"/>
                </a:cubicBezTo>
                <a:close/>
                <a:moveTo>
                  <a:pt x="433" y="152"/>
                </a:moveTo>
                <a:cubicBezTo>
                  <a:pt x="426" y="151"/>
                  <a:pt x="426" y="151"/>
                  <a:pt x="426" y="151"/>
                </a:cubicBezTo>
                <a:cubicBezTo>
                  <a:pt x="431" y="115"/>
                  <a:pt x="431" y="115"/>
                  <a:pt x="431" y="115"/>
                </a:cubicBezTo>
                <a:cubicBezTo>
                  <a:pt x="438" y="117"/>
                  <a:pt x="438" y="117"/>
                  <a:pt x="438" y="117"/>
                </a:cubicBezTo>
                <a:cubicBezTo>
                  <a:pt x="433" y="152"/>
                  <a:pt x="433" y="152"/>
                  <a:pt x="433" y="152"/>
                </a:cubicBezTo>
                <a:close/>
                <a:moveTo>
                  <a:pt x="453" y="126"/>
                </a:moveTo>
                <a:cubicBezTo>
                  <a:pt x="442" y="124"/>
                  <a:pt x="442" y="124"/>
                  <a:pt x="442" y="124"/>
                </a:cubicBezTo>
                <a:cubicBezTo>
                  <a:pt x="443" y="118"/>
                  <a:pt x="443" y="118"/>
                  <a:pt x="443" y="118"/>
                </a:cubicBezTo>
                <a:cubicBezTo>
                  <a:pt x="473" y="123"/>
                  <a:pt x="473" y="123"/>
                  <a:pt x="473" y="123"/>
                </a:cubicBezTo>
                <a:cubicBezTo>
                  <a:pt x="472" y="129"/>
                  <a:pt x="472" y="129"/>
                  <a:pt x="472" y="129"/>
                </a:cubicBezTo>
                <a:cubicBezTo>
                  <a:pt x="461" y="127"/>
                  <a:pt x="461" y="127"/>
                  <a:pt x="461" y="127"/>
                </a:cubicBezTo>
                <a:cubicBezTo>
                  <a:pt x="456" y="156"/>
                  <a:pt x="456" y="156"/>
                  <a:pt x="456" y="156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453" y="126"/>
                  <a:pt x="453" y="126"/>
                  <a:pt x="453" y="126"/>
                </a:cubicBezTo>
                <a:close/>
                <a:moveTo>
                  <a:pt x="477" y="124"/>
                </a:moveTo>
                <a:cubicBezTo>
                  <a:pt x="485" y="127"/>
                  <a:pt x="485" y="127"/>
                  <a:pt x="485" y="127"/>
                </a:cubicBezTo>
                <a:cubicBezTo>
                  <a:pt x="488" y="142"/>
                  <a:pt x="488" y="142"/>
                  <a:pt x="488" y="142"/>
                </a:cubicBezTo>
                <a:cubicBezTo>
                  <a:pt x="501" y="132"/>
                  <a:pt x="501" y="132"/>
                  <a:pt x="501" y="132"/>
                </a:cubicBezTo>
                <a:cubicBezTo>
                  <a:pt x="509" y="135"/>
                  <a:pt x="509" y="135"/>
                  <a:pt x="509" y="135"/>
                </a:cubicBezTo>
                <a:cubicBezTo>
                  <a:pt x="490" y="150"/>
                  <a:pt x="490" y="150"/>
                  <a:pt x="490" y="150"/>
                </a:cubicBezTo>
                <a:cubicBezTo>
                  <a:pt x="485" y="165"/>
                  <a:pt x="485" y="165"/>
                  <a:pt x="485" y="165"/>
                </a:cubicBezTo>
                <a:cubicBezTo>
                  <a:pt x="478" y="162"/>
                  <a:pt x="478" y="162"/>
                  <a:pt x="478" y="162"/>
                </a:cubicBezTo>
                <a:cubicBezTo>
                  <a:pt x="483" y="147"/>
                  <a:pt x="483" y="147"/>
                  <a:pt x="483" y="147"/>
                </a:cubicBezTo>
                <a:cubicBezTo>
                  <a:pt x="477" y="124"/>
                  <a:pt x="477" y="124"/>
                  <a:pt x="477" y="124"/>
                </a:cubicBezTo>
                <a:close/>
                <a:moveTo>
                  <a:pt x="541" y="171"/>
                </a:moveTo>
                <a:cubicBezTo>
                  <a:pt x="545" y="166"/>
                  <a:pt x="548" y="163"/>
                  <a:pt x="552" y="162"/>
                </a:cubicBezTo>
                <a:cubicBezTo>
                  <a:pt x="557" y="161"/>
                  <a:pt x="561" y="162"/>
                  <a:pt x="566" y="166"/>
                </a:cubicBezTo>
                <a:cubicBezTo>
                  <a:pt x="571" y="169"/>
                  <a:pt x="574" y="173"/>
                  <a:pt x="574" y="177"/>
                </a:cubicBezTo>
                <a:cubicBezTo>
                  <a:pt x="575" y="181"/>
                  <a:pt x="574" y="186"/>
                  <a:pt x="570" y="191"/>
                </a:cubicBezTo>
                <a:cubicBezTo>
                  <a:pt x="567" y="196"/>
                  <a:pt x="563" y="200"/>
                  <a:pt x="559" y="200"/>
                </a:cubicBezTo>
                <a:cubicBezTo>
                  <a:pt x="555" y="201"/>
                  <a:pt x="550" y="200"/>
                  <a:pt x="545" y="197"/>
                </a:cubicBezTo>
                <a:cubicBezTo>
                  <a:pt x="540" y="193"/>
                  <a:pt x="538" y="190"/>
                  <a:pt x="537" y="185"/>
                </a:cubicBezTo>
                <a:cubicBezTo>
                  <a:pt x="536" y="181"/>
                  <a:pt x="538" y="176"/>
                  <a:pt x="541" y="171"/>
                </a:cubicBezTo>
                <a:close/>
                <a:moveTo>
                  <a:pt x="563" y="171"/>
                </a:moveTo>
                <a:cubicBezTo>
                  <a:pt x="565" y="173"/>
                  <a:pt x="567" y="175"/>
                  <a:pt x="567" y="178"/>
                </a:cubicBezTo>
                <a:cubicBezTo>
                  <a:pt x="567" y="180"/>
                  <a:pt x="566" y="183"/>
                  <a:pt x="564" y="187"/>
                </a:cubicBezTo>
                <a:cubicBezTo>
                  <a:pt x="561" y="190"/>
                  <a:pt x="559" y="192"/>
                  <a:pt x="556" y="193"/>
                </a:cubicBezTo>
                <a:cubicBezTo>
                  <a:pt x="554" y="194"/>
                  <a:pt x="551" y="193"/>
                  <a:pt x="549" y="192"/>
                </a:cubicBezTo>
                <a:cubicBezTo>
                  <a:pt x="546" y="190"/>
                  <a:pt x="545" y="188"/>
                  <a:pt x="545" y="185"/>
                </a:cubicBezTo>
                <a:cubicBezTo>
                  <a:pt x="544" y="182"/>
                  <a:pt x="546" y="179"/>
                  <a:pt x="548" y="176"/>
                </a:cubicBezTo>
                <a:cubicBezTo>
                  <a:pt x="550" y="172"/>
                  <a:pt x="553" y="170"/>
                  <a:pt x="555" y="169"/>
                </a:cubicBezTo>
                <a:cubicBezTo>
                  <a:pt x="557" y="169"/>
                  <a:pt x="560" y="169"/>
                  <a:pt x="563" y="171"/>
                </a:cubicBezTo>
                <a:close/>
                <a:moveTo>
                  <a:pt x="574" y="198"/>
                </a:moveTo>
                <a:cubicBezTo>
                  <a:pt x="577" y="194"/>
                  <a:pt x="580" y="192"/>
                  <a:pt x="581" y="191"/>
                </a:cubicBezTo>
                <a:cubicBezTo>
                  <a:pt x="583" y="189"/>
                  <a:pt x="585" y="189"/>
                  <a:pt x="587" y="188"/>
                </a:cubicBezTo>
                <a:cubicBezTo>
                  <a:pt x="589" y="188"/>
                  <a:pt x="591" y="189"/>
                  <a:pt x="593" y="190"/>
                </a:cubicBezTo>
                <a:cubicBezTo>
                  <a:pt x="595" y="191"/>
                  <a:pt x="597" y="192"/>
                  <a:pt x="600" y="195"/>
                </a:cubicBezTo>
                <a:cubicBezTo>
                  <a:pt x="608" y="202"/>
                  <a:pt x="608" y="202"/>
                  <a:pt x="608" y="202"/>
                </a:cubicBezTo>
                <a:cubicBezTo>
                  <a:pt x="604" y="207"/>
                  <a:pt x="604" y="207"/>
                  <a:pt x="604" y="207"/>
                </a:cubicBezTo>
                <a:cubicBezTo>
                  <a:pt x="595" y="199"/>
                  <a:pt x="595" y="199"/>
                  <a:pt x="595" y="199"/>
                </a:cubicBezTo>
                <a:cubicBezTo>
                  <a:pt x="593" y="197"/>
                  <a:pt x="591" y="196"/>
                  <a:pt x="589" y="196"/>
                </a:cubicBezTo>
                <a:cubicBezTo>
                  <a:pt x="587" y="196"/>
                  <a:pt x="585" y="197"/>
                  <a:pt x="583" y="199"/>
                </a:cubicBezTo>
                <a:cubicBezTo>
                  <a:pt x="599" y="213"/>
                  <a:pt x="599" y="213"/>
                  <a:pt x="599" y="213"/>
                </a:cubicBezTo>
                <a:cubicBezTo>
                  <a:pt x="595" y="218"/>
                  <a:pt x="595" y="218"/>
                  <a:pt x="595" y="218"/>
                </a:cubicBezTo>
                <a:cubicBezTo>
                  <a:pt x="579" y="204"/>
                  <a:pt x="579" y="204"/>
                  <a:pt x="579" y="204"/>
                </a:cubicBezTo>
                <a:cubicBezTo>
                  <a:pt x="569" y="215"/>
                  <a:pt x="569" y="215"/>
                  <a:pt x="569" y="215"/>
                </a:cubicBezTo>
                <a:cubicBezTo>
                  <a:pt x="564" y="210"/>
                  <a:pt x="564" y="210"/>
                  <a:pt x="564" y="210"/>
                </a:cubicBezTo>
                <a:cubicBezTo>
                  <a:pt x="574" y="198"/>
                  <a:pt x="574" y="198"/>
                  <a:pt x="574" y="198"/>
                </a:cubicBezTo>
                <a:close/>
                <a:moveTo>
                  <a:pt x="641" y="254"/>
                </a:moveTo>
                <a:cubicBezTo>
                  <a:pt x="635" y="244"/>
                  <a:pt x="635" y="244"/>
                  <a:pt x="635" y="244"/>
                </a:cubicBezTo>
                <a:cubicBezTo>
                  <a:pt x="640" y="241"/>
                  <a:pt x="640" y="241"/>
                  <a:pt x="640" y="241"/>
                </a:cubicBezTo>
                <a:cubicBezTo>
                  <a:pt x="656" y="267"/>
                  <a:pt x="656" y="267"/>
                  <a:pt x="656" y="267"/>
                </a:cubicBezTo>
                <a:cubicBezTo>
                  <a:pt x="651" y="270"/>
                  <a:pt x="651" y="270"/>
                  <a:pt x="651" y="270"/>
                </a:cubicBezTo>
                <a:cubicBezTo>
                  <a:pt x="645" y="260"/>
                  <a:pt x="645" y="260"/>
                  <a:pt x="645" y="260"/>
                </a:cubicBezTo>
                <a:cubicBezTo>
                  <a:pt x="620" y="276"/>
                  <a:pt x="620" y="276"/>
                  <a:pt x="620" y="276"/>
                </a:cubicBezTo>
                <a:cubicBezTo>
                  <a:pt x="616" y="269"/>
                  <a:pt x="616" y="269"/>
                  <a:pt x="616" y="269"/>
                </a:cubicBezTo>
                <a:cubicBezTo>
                  <a:pt x="641" y="254"/>
                  <a:pt x="641" y="254"/>
                  <a:pt x="641" y="254"/>
                </a:cubicBezTo>
                <a:close/>
                <a:moveTo>
                  <a:pt x="662" y="290"/>
                </a:moveTo>
                <a:cubicBezTo>
                  <a:pt x="660" y="287"/>
                  <a:pt x="659" y="286"/>
                  <a:pt x="657" y="285"/>
                </a:cubicBezTo>
                <a:cubicBezTo>
                  <a:pt x="655" y="284"/>
                  <a:pt x="653" y="285"/>
                  <a:pt x="651" y="286"/>
                </a:cubicBezTo>
                <a:cubicBezTo>
                  <a:pt x="659" y="305"/>
                  <a:pt x="659" y="305"/>
                  <a:pt x="659" y="305"/>
                </a:cubicBezTo>
                <a:cubicBezTo>
                  <a:pt x="654" y="307"/>
                  <a:pt x="654" y="307"/>
                  <a:pt x="654" y="307"/>
                </a:cubicBezTo>
                <a:cubicBezTo>
                  <a:pt x="645" y="288"/>
                  <a:pt x="645" y="288"/>
                  <a:pt x="645" y="288"/>
                </a:cubicBezTo>
                <a:cubicBezTo>
                  <a:pt x="642" y="290"/>
                  <a:pt x="641" y="291"/>
                  <a:pt x="640" y="293"/>
                </a:cubicBezTo>
                <a:cubicBezTo>
                  <a:pt x="639" y="295"/>
                  <a:pt x="639" y="297"/>
                  <a:pt x="641" y="300"/>
                </a:cubicBezTo>
                <a:cubicBezTo>
                  <a:pt x="646" y="311"/>
                  <a:pt x="646" y="311"/>
                  <a:pt x="646" y="311"/>
                </a:cubicBezTo>
                <a:cubicBezTo>
                  <a:pt x="640" y="313"/>
                  <a:pt x="640" y="313"/>
                  <a:pt x="640" y="313"/>
                </a:cubicBezTo>
                <a:cubicBezTo>
                  <a:pt x="635" y="302"/>
                  <a:pt x="635" y="302"/>
                  <a:pt x="635" y="302"/>
                </a:cubicBezTo>
                <a:cubicBezTo>
                  <a:pt x="634" y="299"/>
                  <a:pt x="633" y="297"/>
                  <a:pt x="633" y="296"/>
                </a:cubicBezTo>
                <a:cubicBezTo>
                  <a:pt x="633" y="294"/>
                  <a:pt x="633" y="292"/>
                  <a:pt x="633" y="291"/>
                </a:cubicBezTo>
                <a:cubicBezTo>
                  <a:pt x="634" y="288"/>
                  <a:pt x="635" y="286"/>
                  <a:pt x="637" y="284"/>
                </a:cubicBezTo>
                <a:cubicBezTo>
                  <a:pt x="638" y="283"/>
                  <a:pt x="641" y="281"/>
                  <a:pt x="644" y="280"/>
                </a:cubicBezTo>
                <a:cubicBezTo>
                  <a:pt x="649" y="277"/>
                  <a:pt x="654" y="276"/>
                  <a:pt x="658" y="277"/>
                </a:cubicBezTo>
                <a:cubicBezTo>
                  <a:pt x="662" y="279"/>
                  <a:pt x="665" y="282"/>
                  <a:pt x="667" y="287"/>
                </a:cubicBezTo>
                <a:cubicBezTo>
                  <a:pt x="672" y="298"/>
                  <a:pt x="672" y="298"/>
                  <a:pt x="672" y="298"/>
                </a:cubicBezTo>
                <a:cubicBezTo>
                  <a:pt x="667" y="301"/>
                  <a:pt x="667" y="301"/>
                  <a:pt x="667" y="301"/>
                </a:cubicBezTo>
                <a:cubicBezTo>
                  <a:pt x="662" y="290"/>
                  <a:pt x="662" y="290"/>
                  <a:pt x="662" y="290"/>
                </a:cubicBezTo>
                <a:close/>
                <a:moveTo>
                  <a:pt x="675" y="325"/>
                </a:moveTo>
                <a:cubicBezTo>
                  <a:pt x="674" y="322"/>
                  <a:pt x="672" y="320"/>
                  <a:pt x="670" y="319"/>
                </a:cubicBezTo>
                <a:cubicBezTo>
                  <a:pt x="668" y="319"/>
                  <a:pt x="665" y="319"/>
                  <a:pt x="660" y="320"/>
                </a:cubicBezTo>
                <a:cubicBezTo>
                  <a:pt x="657" y="322"/>
                  <a:pt x="654" y="323"/>
                  <a:pt x="653" y="325"/>
                </a:cubicBezTo>
                <a:cubicBezTo>
                  <a:pt x="652" y="327"/>
                  <a:pt x="652" y="329"/>
                  <a:pt x="653" y="332"/>
                </a:cubicBezTo>
                <a:cubicBezTo>
                  <a:pt x="657" y="344"/>
                  <a:pt x="657" y="344"/>
                  <a:pt x="657" y="344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47" y="334"/>
                  <a:pt x="647" y="334"/>
                  <a:pt x="647" y="334"/>
                </a:cubicBezTo>
                <a:cubicBezTo>
                  <a:pt x="646" y="331"/>
                  <a:pt x="646" y="329"/>
                  <a:pt x="646" y="327"/>
                </a:cubicBezTo>
                <a:cubicBezTo>
                  <a:pt x="646" y="326"/>
                  <a:pt x="646" y="324"/>
                  <a:pt x="647" y="322"/>
                </a:cubicBezTo>
                <a:cubicBezTo>
                  <a:pt x="647" y="320"/>
                  <a:pt x="649" y="318"/>
                  <a:pt x="651" y="316"/>
                </a:cubicBezTo>
                <a:cubicBezTo>
                  <a:pt x="653" y="315"/>
                  <a:pt x="655" y="314"/>
                  <a:pt x="658" y="313"/>
                </a:cubicBezTo>
                <a:cubicBezTo>
                  <a:pt x="664" y="311"/>
                  <a:pt x="669" y="310"/>
                  <a:pt x="673" y="312"/>
                </a:cubicBezTo>
                <a:cubicBezTo>
                  <a:pt x="676" y="314"/>
                  <a:pt x="679" y="317"/>
                  <a:pt x="681" y="323"/>
                </a:cubicBezTo>
                <a:cubicBezTo>
                  <a:pt x="684" y="335"/>
                  <a:pt x="684" y="335"/>
                  <a:pt x="684" y="335"/>
                </a:cubicBezTo>
                <a:cubicBezTo>
                  <a:pt x="679" y="337"/>
                  <a:pt x="679" y="337"/>
                  <a:pt x="679" y="337"/>
                </a:cubicBezTo>
                <a:cubicBezTo>
                  <a:pt x="675" y="325"/>
                  <a:pt x="675" y="325"/>
                  <a:pt x="675" y="325"/>
                </a:cubicBezTo>
                <a:close/>
                <a:moveTo>
                  <a:pt x="689" y="352"/>
                </a:moveTo>
                <a:cubicBezTo>
                  <a:pt x="675" y="354"/>
                  <a:pt x="675" y="354"/>
                  <a:pt x="675" y="354"/>
                </a:cubicBezTo>
                <a:cubicBezTo>
                  <a:pt x="677" y="368"/>
                  <a:pt x="677" y="368"/>
                  <a:pt x="677" y="368"/>
                </a:cubicBezTo>
                <a:cubicBezTo>
                  <a:pt x="691" y="365"/>
                  <a:pt x="691" y="365"/>
                  <a:pt x="691" y="365"/>
                </a:cubicBezTo>
                <a:cubicBezTo>
                  <a:pt x="692" y="373"/>
                  <a:pt x="692" y="373"/>
                  <a:pt x="692" y="373"/>
                </a:cubicBezTo>
                <a:cubicBezTo>
                  <a:pt x="658" y="379"/>
                  <a:pt x="658" y="379"/>
                  <a:pt x="658" y="379"/>
                </a:cubicBezTo>
                <a:cubicBezTo>
                  <a:pt x="656" y="372"/>
                  <a:pt x="656" y="372"/>
                  <a:pt x="656" y="372"/>
                </a:cubicBezTo>
                <a:cubicBezTo>
                  <a:pt x="671" y="369"/>
                  <a:pt x="671" y="369"/>
                  <a:pt x="671" y="369"/>
                </a:cubicBezTo>
                <a:cubicBezTo>
                  <a:pt x="669" y="355"/>
                  <a:pt x="669" y="355"/>
                  <a:pt x="669" y="355"/>
                </a:cubicBezTo>
                <a:cubicBezTo>
                  <a:pt x="654" y="358"/>
                  <a:pt x="654" y="358"/>
                  <a:pt x="654" y="358"/>
                </a:cubicBezTo>
                <a:cubicBezTo>
                  <a:pt x="653" y="351"/>
                  <a:pt x="653" y="351"/>
                  <a:pt x="653" y="351"/>
                </a:cubicBezTo>
                <a:cubicBezTo>
                  <a:pt x="687" y="344"/>
                  <a:pt x="687" y="344"/>
                  <a:pt x="687" y="344"/>
                </a:cubicBezTo>
                <a:cubicBezTo>
                  <a:pt x="689" y="352"/>
                  <a:pt x="689" y="352"/>
                  <a:pt x="689" y="352"/>
                </a:cubicBezTo>
                <a:close/>
                <a:moveTo>
                  <a:pt x="695" y="386"/>
                </a:moveTo>
                <a:cubicBezTo>
                  <a:pt x="695" y="396"/>
                  <a:pt x="695" y="396"/>
                  <a:pt x="695" y="396"/>
                </a:cubicBezTo>
                <a:cubicBezTo>
                  <a:pt x="670" y="411"/>
                  <a:pt x="670" y="411"/>
                  <a:pt x="670" y="411"/>
                </a:cubicBezTo>
                <a:cubicBezTo>
                  <a:pt x="695" y="410"/>
                  <a:pt x="695" y="410"/>
                  <a:pt x="695" y="410"/>
                </a:cubicBezTo>
                <a:cubicBezTo>
                  <a:pt x="695" y="418"/>
                  <a:pt x="695" y="418"/>
                  <a:pt x="695" y="418"/>
                </a:cubicBezTo>
                <a:cubicBezTo>
                  <a:pt x="660" y="419"/>
                  <a:pt x="660" y="419"/>
                  <a:pt x="660" y="419"/>
                </a:cubicBezTo>
                <a:cubicBezTo>
                  <a:pt x="660" y="410"/>
                  <a:pt x="660" y="410"/>
                  <a:pt x="660" y="410"/>
                </a:cubicBezTo>
                <a:cubicBezTo>
                  <a:pt x="686" y="394"/>
                  <a:pt x="686" y="394"/>
                  <a:pt x="686" y="394"/>
                </a:cubicBezTo>
                <a:cubicBezTo>
                  <a:pt x="660" y="395"/>
                  <a:pt x="660" y="395"/>
                  <a:pt x="660" y="395"/>
                </a:cubicBezTo>
                <a:cubicBezTo>
                  <a:pt x="659" y="387"/>
                  <a:pt x="659" y="387"/>
                  <a:pt x="659" y="387"/>
                </a:cubicBezTo>
                <a:cubicBezTo>
                  <a:pt x="695" y="386"/>
                  <a:pt x="695" y="386"/>
                  <a:pt x="695" y="386"/>
                </a:cubicBezTo>
                <a:close/>
                <a:moveTo>
                  <a:pt x="677" y="425"/>
                </a:moveTo>
                <a:cubicBezTo>
                  <a:pt x="683" y="426"/>
                  <a:pt x="688" y="428"/>
                  <a:pt x="690" y="431"/>
                </a:cubicBezTo>
                <a:cubicBezTo>
                  <a:pt x="693" y="434"/>
                  <a:pt x="694" y="439"/>
                  <a:pt x="693" y="445"/>
                </a:cubicBezTo>
                <a:cubicBezTo>
                  <a:pt x="692" y="451"/>
                  <a:pt x="690" y="455"/>
                  <a:pt x="687" y="458"/>
                </a:cubicBezTo>
                <a:cubicBezTo>
                  <a:pt x="684" y="460"/>
                  <a:pt x="679" y="461"/>
                  <a:pt x="673" y="460"/>
                </a:cubicBezTo>
                <a:cubicBezTo>
                  <a:pt x="667" y="459"/>
                  <a:pt x="662" y="457"/>
                  <a:pt x="660" y="454"/>
                </a:cubicBezTo>
                <a:cubicBezTo>
                  <a:pt x="657" y="451"/>
                  <a:pt x="656" y="446"/>
                  <a:pt x="657" y="440"/>
                </a:cubicBezTo>
                <a:cubicBezTo>
                  <a:pt x="657" y="434"/>
                  <a:pt x="659" y="430"/>
                  <a:pt x="663" y="427"/>
                </a:cubicBezTo>
                <a:cubicBezTo>
                  <a:pt x="666" y="425"/>
                  <a:pt x="671" y="424"/>
                  <a:pt x="677" y="425"/>
                </a:cubicBezTo>
                <a:close/>
                <a:moveTo>
                  <a:pt x="687" y="444"/>
                </a:moveTo>
                <a:cubicBezTo>
                  <a:pt x="687" y="447"/>
                  <a:pt x="685" y="450"/>
                  <a:pt x="683" y="451"/>
                </a:cubicBezTo>
                <a:cubicBezTo>
                  <a:pt x="681" y="452"/>
                  <a:pt x="678" y="453"/>
                  <a:pt x="674" y="452"/>
                </a:cubicBezTo>
                <a:cubicBezTo>
                  <a:pt x="670" y="452"/>
                  <a:pt x="667" y="450"/>
                  <a:pt x="665" y="449"/>
                </a:cubicBezTo>
                <a:cubicBezTo>
                  <a:pt x="663" y="447"/>
                  <a:pt x="662" y="444"/>
                  <a:pt x="663" y="441"/>
                </a:cubicBezTo>
                <a:cubicBezTo>
                  <a:pt x="663" y="438"/>
                  <a:pt x="664" y="435"/>
                  <a:pt x="667" y="434"/>
                </a:cubicBezTo>
                <a:cubicBezTo>
                  <a:pt x="669" y="433"/>
                  <a:pt x="672" y="432"/>
                  <a:pt x="676" y="433"/>
                </a:cubicBezTo>
                <a:cubicBezTo>
                  <a:pt x="680" y="433"/>
                  <a:pt x="683" y="435"/>
                  <a:pt x="685" y="436"/>
                </a:cubicBezTo>
                <a:cubicBezTo>
                  <a:pt x="687" y="438"/>
                  <a:pt x="687" y="441"/>
                  <a:pt x="687" y="444"/>
                </a:cubicBezTo>
                <a:close/>
                <a:moveTo>
                  <a:pt x="651" y="478"/>
                </a:moveTo>
                <a:cubicBezTo>
                  <a:pt x="652" y="474"/>
                  <a:pt x="653" y="472"/>
                  <a:pt x="654" y="471"/>
                </a:cubicBezTo>
                <a:cubicBezTo>
                  <a:pt x="655" y="469"/>
                  <a:pt x="656" y="468"/>
                  <a:pt x="658" y="467"/>
                </a:cubicBezTo>
                <a:cubicBezTo>
                  <a:pt x="659" y="466"/>
                  <a:pt x="661" y="466"/>
                  <a:pt x="662" y="465"/>
                </a:cubicBezTo>
                <a:cubicBezTo>
                  <a:pt x="664" y="465"/>
                  <a:pt x="666" y="466"/>
                  <a:pt x="669" y="466"/>
                </a:cubicBezTo>
                <a:cubicBezTo>
                  <a:pt x="689" y="471"/>
                  <a:pt x="689" y="471"/>
                  <a:pt x="689" y="471"/>
                </a:cubicBezTo>
                <a:cubicBezTo>
                  <a:pt x="687" y="478"/>
                  <a:pt x="687" y="478"/>
                  <a:pt x="687" y="478"/>
                </a:cubicBezTo>
                <a:cubicBezTo>
                  <a:pt x="667" y="474"/>
                  <a:pt x="667" y="474"/>
                  <a:pt x="667" y="474"/>
                </a:cubicBezTo>
                <a:cubicBezTo>
                  <a:pt x="665" y="473"/>
                  <a:pt x="664" y="473"/>
                  <a:pt x="663" y="473"/>
                </a:cubicBezTo>
                <a:cubicBezTo>
                  <a:pt x="662" y="473"/>
                  <a:pt x="661" y="473"/>
                  <a:pt x="661" y="473"/>
                </a:cubicBezTo>
                <a:cubicBezTo>
                  <a:pt x="660" y="474"/>
                  <a:pt x="659" y="475"/>
                  <a:pt x="658" y="475"/>
                </a:cubicBezTo>
                <a:cubicBezTo>
                  <a:pt x="658" y="476"/>
                  <a:pt x="657" y="478"/>
                  <a:pt x="657" y="480"/>
                </a:cubicBezTo>
                <a:cubicBezTo>
                  <a:pt x="655" y="488"/>
                  <a:pt x="655" y="488"/>
                  <a:pt x="655" y="488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651" y="478"/>
                  <a:pt x="651" y="478"/>
                  <a:pt x="651" y="478"/>
                </a:cubicBezTo>
                <a:close/>
                <a:moveTo>
                  <a:pt x="667" y="494"/>
                </a:moveTo>
                <a:cubicBezTo>
                  <a:pt x="672" y="496"/>
                  <a:pt x="676" y="499"/>
                  <a:pt x="678" y="503"/>
                </a:cubicBezTo>
                <a:cubicBezTo>
                  <a:pt x="679" y="507"/>
                  <a:pt x="679" y="512"/>
                  <a:pt x="677" y="517"/>
                </a:cubicBezTo>
                <a:cubicBezTo>
                  <a:pt x="675" y="523"/>
                  <a:pt x="671" y="526"/>
                  <a:pt x="668" y="528"/>
                </a:cubicBezTo>
                <a:cubicBezTo>
                  <a:pt x="664" y="529"/>
                  <a:pt x="659" y="529"/>
                  <a:pt x="653" y="527"/>
                </a:cubicBezTo>
                <a:cubicBezTo>
                  <a:pt x="647" y="524"/>
                  <a:pt x="644" y="521"/>
                  <a:pt x="642" y="517"/>
                </a:cubicBezTo>
                <a:cubicBezTo>
                  <a:pt x="640" y="513"/>
                  <a:pt x="641" y="509"/>
                  <a:pt x="643" y="503"/>
                </a:cubicBezTo>
                <a:cubicBezTo>
                  <a:pt x="645" y="497"/>
                  <a:pt x="648" y="494"/>
                  <a:pt x="652" y="492"/>
                </a:cubicBezTo>
                <a:cubicBezTo>
                  <a:pt x="656" y="491"/>
                  <a:pt x="661" y="491"/>
                  <a:pt x="667" y="494"/>
                </a:cubicBezTo>
                <a:close/>
                <a:moveTo>
                  <a:pt x="671" y="515"/>
                </a:moveTo>
                <a:cubicBezTo>
                  <a:pt x="670" y="518"/>
                  <a:pt x="668" y="520"/>
                  <a:pt x="666" y="520"/>
                </a:cubicBezTo>
                <a:cubicBezTo>
                  <a:pt x="663" y="521"/>
                  <a:pt x="660" y="521"/>
                  <a:pt x="656" y="519"/>
                </a:cubicBezTo>
                <a:cubicBezTo>
                  <a:pt x="652" y="517"/>
                  <a:pt x="650" y="516"/>
                  <a:pt x="649" y="513"/>
                </a:cubicBezTo>
                <a:cubicBezTo>
                  <a:pt x="647" y="511"/>
                  <a:pt x="647" y="508"/>
                  <a:pt x="648" y="505"/>
                </a:cubicBezTo>
                <a:cubicBezTo>
                  <a:pt x="650" y="502"/>
                  <a:pt x="651" y="500"/>
                  <a:pt x="654" y="500"/>
                </a:cubicBezTo>
                <a:cubicBezTo>
                  <a:pt x="656" y="499"/>
                  <a:pt x="660" y="500"/>
                  <a:pt x="664" y="501"/>
                </a:cubicBezTo>
                <a:cubicBezTo>
                  <a:pt x="667" y="503"/>
                  <a:pt x="670" y="505"/>
                  <a:pt x="671" y="507"/>
                </a:cubicBezTo>
                <a:cubicBezTo>
                  <a:pt x="672" y="509"/>
                  <a:pt x="672" y="512"/>
                  <a:pt x="671" y="515"/>
                </a:cubicBezTo>
                <a:close/>
                <a:moveTo>
                  <a:pt x="641" y="544"/>
                </a:moveTo>
                <a:cubicBezTo>
                  <a:pt x="646" y="547"/>
                  <a:pt x="646" y="547"/>
                  <a:pt x="646" y="547"/>
                </a:cubicBezTo>
                <a:cubicBezTo>
                  <a:pt x="637" y="562"/>
                  <a:pt x="637" y="562"/>
                  <a:pt x="637" y="562"/>
                </a:cubicBezTo>
                <a:cubicBezTo>
                  <a:pt x="619" y="552"/>
                  <a:pt x="619" y="552"/>
                  <a:pt x="619" y="552"/>
                </a:cubicBezTo>
                <a:cubicBezTo>
                  <a:pt x="628" y="538"/>
                  <a:pt x="628" y="538"/>
                  <a:pt x="628" y="538"/>
                </a:cubicBezTo>
                <a:cubicBezTo>
                  <a:pt x="629" y="535"/>
                  <a:pt x="631" y="533"/>
                  <a:pt x="632" y="532"/>
                </a:cubicBezTo>
                <a:cubicBezTo>
                  <a:pt x="633" y="531"/>
                  <a:pt x="634" y="530"/>
                  <a:pt x="636" y="530"/>
                </a:cubicBezTo>
                <a:cubicBezTo>
                  <a:pt x="638" y="529"/>
                  <a:pt x="641" y="529"/>
                  <a:pt x="643" y="529"/>
                </a:cubicBezTo>
                <a:cubicBezTo>
                  <a:pt x="645" y="529"/>
                  <a:pt x="648" y="530"/>
                  <a:pt x="651" y="532"/>
                </a:cubicBezTo>
                <a:cubicBezTo>
                  <a:pt x="656" y="535"/>
                  <a:pt x="659" y="539"/>
                  <a:pt x="661" y="543"/>
                </a:cubicBezTo>
                <a:cubicBezTo>
                  <a:pt x="662" y="547"/>
                  <a:pt x="661" y="551"/>
                  <a:pt x="658" y="556"/>
                </a:cubicBezTo>
                <a:cubicBezTo>
                  <a:pt x="650" y="570"/>
                  <a:pt x="650" y="570"/>
                  <a:pt x="650" y="570"/>
                </a:cubicBezTo>
                <a:cubicBezTo>
                  <a:pt x="644" y="567"/>
                  <a:pt x="644" y="567"/>
                  <a:pt x="644" y="567"/>
                </a:cubicBezTo>
                <a:cubicBezTo>
                  <a:pt x="653" y="553"/>
                  <a:pt x="653" y="553"/>
                  <a:pt x="653" y="553"/>
                </a:cubicBezTo>
                <a:cubicBezTo>
                  <a:pt x="654" y="550"/>
                  <a:pt x="654" y="548"/>
                  <a:pt x="654" y="546"/>
                </a:cubicBezTo>
                <a:cubicBezTo>
                  <a:pt x="653" y="544"/>
                  <a:pt x="650" y="542"/>
                  <a:pt x="647" y="539"/>
                </a:cubicBezTo>
                <a:cubicBezTo>
                  <a:pt x="644" y="537"/>
                  <a:pt x="641" y="537"/>
                  <a:pt x="639" y="537"/>
                </a:cubicBezTo>
                <a:cubicBezTo>
                  <a:pt x="636" y="537"/>
                  <a:pt x="635" y="538"/>
                  <a:pt x="633" y="541"/>
                </a:cubicBezTo>
                <a:cubicBezTo>
                  <a:pt x="629" y="548"/>
                  <a:pt x="629" y="548"/>
                  <a:pt x="629" y="548"/>
                </a:cubicBezTo>
                <a:cubicBezTo>
                  <a:pt x="636" y="553"/>
                  <a:pt x="636" y="553"/>
                  <a:pt x="636" y="553"/>
                </a:cubicBezTo>
                <a:cubicBezTo>
                  <a:pt x="641" y="544"/>
                  <a:pt x="641" y="544"/>
                  <a:pt x="641" y="544"/>
                </a:cubicBezTo>
                <a:close/>
                <a:moveTo>
                  <a:pt x="648" y="574"/>
                </a:moveTo>
                <a:cubicBezTo>
                  <a:pt x="643" y="581"/>
                  <a:pt x="643" y="581"/>
                  <a:pt x="643" y="581"/>
                </a:cubicBezTo>
                <a:cubicBezTo>
                  <a:pt x="627" y="580"/>
                  <a:pt x="627" y="580"/>
                  <a:pt x="627" y="580"/>
                </a:cubicBezTo>
                <a:cubicBezTo>
                  <a:pt x="632" y="595"/>
                  <a:pt x="632" y="595"/>
                  <a:pt x="632" y="595"/>
                </a:cubicBezTo>
                <a:cubicBezTo>
                  <a:pt x="627" y="602"/>
                  <a:pt x="627" y="602"/>
                  <a:pt x="627" y="602"/>
                </a:cubicBezTo>
                <a:cubicBezTo>
                  <a:pt x="619" y="579"/>
                  <a:pt x="619" y="579"/>
                  <a:pt x="619" y="579"/>
                </a:cubicBezTo>
                <a:cubicBezTo>
                  <a:pt x="607" y="570"/>
                  <a:pt x="607" y="570"/>
                  <a:pt x="607" y="570"/>
                </a:cubicBezTo>
                <a:cubicBezTo>
                  <a:pt x="611" y="564"/>
                  <a:pt x="611" y="564"/>
                  <a:pt x="611" y="564"/>
                </a:cubicBezTo>
                <a:cubicBezTo>
                  <a:pt x="624" y="573"/>
                  <a:pt x="624" y="573"/>
                  <a:pt x="624" y="573"/>
                </a:cubicBezTo>
                <a:cubicBezTo>
                  <a:pt x="648" y="574"/>
                  <a:pt x="648" y="574"/>
                  <a:pt x="648" y="574"/>
                </a:cubicBezTo>
                <a:close/>
                <a:moveTo>
                  <a:pt x="264" y="535"/>
                </a:moveTo>
                <a:cubicBezTo>
                  <a:pt x="392" y="535"/>
                  <a:pt x="392" y="535"/>
                  <a:pt x="392" y="535"/>
                </a:cubicBezTo>
                <a:cubicBezTo>
                  <a:pt x="401" y="536"/>
                  <a:pt x="400" y="566"/>
                  <a:pt x="392" y="565"/>
                </a:cubicBezTo>
                <a:cubicBezTo>
                  <a:pt x="264" y="565"/>
                  <a:pt x="264" y="565"/>
                  <a:pt x="264" y="565"/>
                </a:cubicBezTo>
                <a:cubicBezTo>
                  <a:pt x="275" y="565"/>
                  <a:pt x="276" y="536"/>
                  <a:pt x="264" y="535"/>
                </a:cubicBezTo>
                <a:close/>
                <a:moveTo>
                  <a:pt x="550" y="535"/>
                </a:moveTo>
                <a:cubicBezTo>
                  <a:pt x="538" y="536"/>
                  <a:pt x="539" y="565"/>
                  <a:pt x="550" y="565"/>
                </a:cubicBezTo>
                <a:cubicBezTo>
                  <a:pt x="421" y="565"/>
                  <a:pt x="421" y="565"/>
                  <a:pt x="421" y="565"/>
                </a:cubicBezTo>
                <a:cubicBezTo>
                  <a:pt x="413" y="566"/>
                  <a:pt x="412" y="536"/>
                  <a:pt x="421" y="535"/>
                </a:cubicBezTo>
                <a:cubicBezTo>
                  <a:pt x="550" y="535"/>
                  <a:pt x="550" y="535"/>
                  <a:pt x="550" y="535"/>
                </a:cubicBezTo>
                <a:close/>
                <a:moveTo>
                  <a:pt x="495" y="212"/>
                </a:moveTo>
                <a:cubicBezTo>
                  <a:pt x="495" y="260"/>
                  <a:pt x="495" y="260"/>
                  <a:pt x="495" y="260"/>
                </a:cubicBezTo>
                <a:cubicBezTo>
                  <a:pt x="481" y="257"/>
                  <a:pt x="469" y="266"/>
                  <a:pt x="462" y="280"/>
                </a:cubicBezTo>
                <a:cubicBezTo>
                  <a:pt x="462" y="449"/>
                  <a:pt x="462" y="449"/>
                  <a:pt x="462" y="449"/>
                </a:cubicBezTo>
                <a:cubicBezTo>
                  <a:pt x="493" y="439"/>
                  <a:pt x="510" y="421"/>
                  <a:pt x="516" y="396"/>
                </a:cubicBezTo>
                <a:cubicBezTo>
                  <a:pt x="519" y="389"/>
                  <a:pt x="519" y="377"/>
                  <a:pt x="514" y="358"/>
                </a:cubicBezTo>
                <a:cubicBezTo>
                  <a:pt x="501" y="332"/>
                  <a:pt x="486" y="324"/>
                  <a:pt x="477" y="327"/>
                </a:cubicBezTo>
                <a:cubicBezTo>
                  <a:pt x="477" y="278"/>
                  <a:pt x="477" y="278"/>
                  <a:pt x="477" y="278"/>
                </a:cubicBezTo>
                <a:cubicBezTo>
                  <a:pt x="516" y="281"/>
                  <a:pt x="552" y="305"/>
                  <a:pt x="562" y="357"/>
                </a:cubicBezTo>
                <a:cubicBezTo>
                  <a:pt x="570" y="390"/>
                  <a:pt x="562" y="422"/>
                  <a:pt x="545" y="449"/>
                </a:cubicBezTo>
                <a:cubicBezTo>
                  <a:pt x="523" y="472"/>
                  <a:pt x="499" y="491"/>
                  <a:pt x="462" y="497"/>
                </a:cubicBezTo>
                <a:cubicBezTo>
                  <a:pt x="462" y="514"/>
                  <a:pt x="462" y="514"/>
                  <a:pt x="462" y="514"/>
                </a:cubicBezTo>
                <a:cubicBezTo>
                  <a:pt x="413" y="514"/>
                  <a:pt x="413" y="514"/>
                  <a:pt x="413" y="514"/>
                </a:cubicBezTo>
                <a:cubicBezTo>
                  <a:pt x="413" y="274"/>
                  <a:pt x="413" y="274"/>
                  <a:pt x="413" y="274"/>
                </a:cubicBezTo>
                <a:cubicBezTo>
                  <a:pt x="425" y="233"/>
                  <a:pt x="453" y="213"/>
                  <a:pt x="495" y="212"/>
                </a:cubicBezTo>
                <a:close/>
                <a:moveTo>
                  <a:pt x="316" y="212"/>
                </a:moveTo>
                <a:cubicBezTo>
                  <a:pt x="358" y="213"/>
                  <a:pt x="386" y="233"/>
                  <a:pt x="398" y="274"/>
                </a:cubicBezTo>
                <a:cubicBezTo>
                  <a:pt x="398" y="514"/>
                  <a:pt x="398" y="514"/>
                  <a:pt x="398" y="514"/>
                </a:cubicBezTo>
                <a:cubicBezTo>
                  <a:pt x="349" y="514"/>
                  <a:pt x="349" y="514"/>
                  <a:pt x="349" y="514"/>
                </a:cubicBezTo>
                <a:cubicBezTo>
                  <a:pt x="349" y="497"/>
                  <a:pt x="349" y="497"/>
                  <a:pt x="349" y="497"/>
                </a:cubicBezTo>
                <a:cubicBezTo>
                  <a:pt x="312" y="491"/>
                  <a:pt x="288" y="472"/>
                  <a:pt x="267" y="449"/>
                </a:cubicBezTo>
                <a:cubicBezTo>
                  <a:pt x="249" y="422"/>
                  <a:pt x="241" y="390"/>
                  <a:pt x="249" y="357"/>
                </a:cubicBezTo>
                <a:cubicBezTo>
                  <a:pt x="259" y="305"/>
                  <a:pt x="295" y="281"/>
                  <a:pt x="334" y="278"/>
                </a:cubicBezTo>
                <a:cubicBezTo>
                  <a:pt x="334" y="327"/>
                  <a:pt x="334" y="327"/>
                  <a:pt x="334" y="327"/>
                </a:cubicBezTo>
                <a:cubicBezTo>
                  <a:pt x="325" y="324"/>
                  <a:pt x="310" y="332"/>
                  <a:pt x="297" y="358"/>
                </a:cubicBezTo>
                <a:cubicBezTo>
                  <a:pt x="292" y="377"/>
                  <a:pt x="292" y="389"/>
                  <a:pt x="295" y="396"/>
                </a:cubicBezTo>
                <a:cubicBezTo>
                  <a:pt x="302" y="421"/>
                  <a:pt x="318" y="439"/>
                  <a:pt x="349" y="449"/>
                </a:cubicBezTo>
                <a:cubicBezTo>
                  <a:pt x="349" y="280"/>
                  <a:pt x="349" y="280"/>
                  <a:pt x="349" y="280"/>
                </a:cubicBezTo>
                <a:cubicBezTo>
                  <a:pt x="343" y="266"/>
                  <a:pt x="330" y="257"/>
                  <a:pt x="316" y="260"/>
                </a:cubicBezTo>
                <a:cubicBezTo>
                  <a:pt x="316" y="212"/>
                  <a:pt x="316" y="212"/>
                  <a:pt x="316" y="212"/>
                </a:cubicBezTo>
                <a:close/>
                <a:moveTo>
                  <a:pt x="249" y="587"/>
                </a:moveTo>
                <a:cubicBezTo>
                  <a:pt x="567" y="587"/>
                  <a:pt x="567" y="587"/>
                  <a:pt x="567" y="587"/>
                </a:cubicBezTo>
                <a:cubicBezTo>
                  <a:pt x="567" y="615"/>
                  <a:pt x="567" y="615"/>
                  <a:pt x="567" y="615"/>
                </a:cubicBezTo>
                <a:cubicBezTo>
                  <a:pt x="249" y="615"/>
                  <a:pt x="249" y="615"/>
                  <a:pt x="249" y="615"/>
                </a:cubicBezTo>
                <a:lnTo>
                  <a:pt x="249" y="587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直接连接符 6"/>
          <p:cNvSpPr>
            <a:spLocks noGrp="1"/>
          </p:cNvSpPr>
          <p:nvPr/>
        </p:nvSpPr>
        <p:spPr>
          <a:xfrm>
            <a:off x="4063094" y="5224647"/>
            <a:ext cx="5460712" cy="0"/>
          </a:xfrm>
          <a:prstGeom prst="line">
            <a:avLst/>
          </a:prstGeom>
          <a:noFill/>
          <a:ln w="6350">
            <a:solidFill>
              <a:srgbClr val="595959"/>
            </a:solidFill>
          </a:ln>
        </p:spPr>
      </p:sp>
      <p:sp>
        <p:nvSpPr>
          <p:cNvPr id="18" name="直接连接符 6"/>
          <p:cNvSpPr>
            <a:spLocks noGrp="1"/>
          </p:cNvSpPr>
          <p:nvPr/>
        </p:nvSpPr>
        <p:spPr>
          <a:xfrm>
            <a:off x="9435283" y="5224647"/>
            <a:ext cx="2756717" cy="0"/>
          </a:xfrm>
          <a:prstGeom prst="line">
            <a:avLst/>
          </a:prstGeom>
          <a:noFill/>
          <a:ln w="6350">
            <a:solidFill>
              <a:srgbClr val="595959"/>
            </a:solidFill>
          </a:ln>
        </p:spPr>
      </p:sp>
      <p:sp>
        <p:nvSpPr>
          <p:cNvPr id="9" name="文本框 8"/>
          <p:cNvSpPr>
            <a:spLocks noGrp="1"/>
          </p:cNvSpPr>
          <p:nvPr/>
        </p:nvSpPr>
        <p:spPr>
          <a:xfrm>
            <a:off x="3524250" y="5695950"/>
            <a:ext cx="51435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sz="1500" b="1">
                <a:solidFill>
                  <a:srgbClr val="262626"/>
                </a:solidFill>
              </a:defRPr>
            </a:defPPr>
            <a:lvl1pPr>
              <a:defRPr sz="1500" b="1">
                <a:solidFill>
                  <a:srgbClr val="262626"/>
                </a:solidFill>
              </a:defRPr>
            </a:lvl1pPr>
            <a:lvl2pPr>
              <a:defRPr sz="1500" b="1">
                <a:solidFill>
                  <a:srgbClr val="262626"/>
                </a:solidFill>
              </a:defRPr>
            </a:lvl2pPr>
            <a:lvl3pPr>
              <a:defRPr sz="1500" b="1">
                <a:solidFill>
                  <a:srgbClr val="262626"/>
                </a:solidFill>
              </a:defRPr>
            </a:lvl3pPr>
            <a:lvl4pPr>
              <a:defRPr sz="1500" b="1">
                <a:solidFill>
                  <a:srgbClr val="262626"/>
                </a:solidFill>
              </a:defRPr>
            </a:lvl4pPr>
            <a:lvl5pPr>
              <a:defRPr sz="1500" b="1">
                <a:solidFill>
                  <a:srgbClr val="262626"/>
                </a:solidFill>
              </a:defRPr>
            </a:lvl5pPr>
            <a:lvl6pPr>
              <a:defRPr sz="1500" b="1">
                <a:solidFill>
                  <a:srgbClr val="262626"/>
                </a:solidFill>
              </a:defRPr>
            </a:lvl6pPr>
            <a:lvl7pPr>
              <a:defRPr sz="1500" b="1">
                <a:solidFill>
                  <a:srgbClr val="262626"/>
                </a:solidFill>
              </a:defRPr>
            </a:lvl7pPr>
            <a:lvl8pPr>
              <a:defRPr sz="1500" b="1">
                <a:solidFill>
                  <a:srgbClr val="262626"/>
                </a:solidFill>
              </a:defRPr>
            </a:lvl8pPr>
            <a:lvl9pPr>
              <a:defRPr sz="1500" b="1">
                <a:solidFill>
                  <a:srgbClr val="262626"/>
                </a:solidFill>
              </a:defRPr>
            </a:lvl9pPr>
          </a:lstStyle>
          <a:p>
            <a:pPr lvl="0">
              <a:buNone/>
              <a:defRPr sz="1500" b="1">
                <a:solidFill>
                  <a:srgbClr val="262626"/>
                </a:solidFill>
              </a:defRPr>
            </a:pPr>
            <a:r>
              <a:rPr sz="1500" b="1">
                <a:solidFill>
                  <a:srgbClr val="262626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汇报成员：</a:t>
            </a:r>
            <a:r>
              <a:rPr lang="zh-CN" sz="1500" b="1">
                <a:solidFill>
                  <a:srgbClr val="262626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聂豪贤</a:t>
            </a:r>
            <a:r>
              <a:rPr sz="1500" b="1">
                <a:solidFill>
                  <a:srgbClr val="262626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 / </a:t>
            </a:r>
            <a:r>
              <a:rPr lang="zh-CN" sz="1500" b="1">
                <a:solidFill>
                  <a:srgbClr val="262626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陈钊强</a:t>
            </a:r>
            <a:r>
              <a:rPr sz="1500" b="1">
                <a:solidFill>
                  <a:srgbClr val="262626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 / </a:t>
            </a:r>
            <a:r>
              <a:rPr lang="zh-CN" sz="1500" b="1">
                <a:solidFill>
                  <a:srgbClr val="262626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马宏志</a:t>
            </a:r>
            <a:r>
              <a:rPr sz="1500" b="1">
                <a:solidFill>
                  <a:srgbClr val="262626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 / </a:t>
            </a:r>
            <a:r>
              <a:rPr lang="zh-CN" sz="1500" b="1">
                <a:solidFill>
                  <a:srgbClr val="262626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黄毕宁</a:t>
            </a:r>
            <a:endParaRPr lang="zh-CN" sz="1500" b="1">
              <a:solidFill>
                <a:srgbClr val="262626"/>
              </a:solidFill>
              <a:latin typeface="方正清刻本悦宋简体" panose="02000000000000000000" charset="-122"/>
              <a:ea typeface="方正清刻本悦宋简体" panose="02000000000000000000" charset="-122"/>
              <a:cs typeface="方正清刻本悦宋简体" panose="020000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61975" y="381000"/>
            <a:ext cx="11029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项目背景与本组工作</a:t>
            </a:r>
            <a:endParaRPr sz="33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076325"/>
            <a:ext cx="110299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应用场景：学业奖学金条款问答</a:t>
            </a:r>
            <a:endParaRPr sz="2025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61975" y="1933575"/>
            <a:ext cx="2762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sz="2325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714750" y="1933575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核心价值</a:t>
            </a:r>
            <a:endParaRPr sz="2325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20050" y="1933575"/>
            <a:ext cx="3581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本组完成工作</a:t>
            </a:r>
            <a:endParaRPr sz="2325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382838"/>
            <a:ext cx="11620500" cy="38735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428625" y="5429250"/>
            <a:ext cx="30480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知识滞后　缺少私有资料</a:t>
            </a:r>
            <a:endParaRPr sz="1875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回答可能产生幻觉</a:t>
            </a:r>
            <a:endParaRPr sz="1875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24275" y="5429250"/>
            <a:ext cx="39624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先查条款，再作答</a:t>
            </a:r>
            <a:endParaRPr sz="187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资料可更新　依据可核对</a:t>
            </a:r>
            <a:endParaRPr sz="187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991475" y="5429250"/>
            <a:ext cx="37719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Top-5 召回与重排</a:t>
            </a:r>
            <a:endParaRPr sz="187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切块对照　答案核验</a:t>
            </a:r>
            <a:endParaRPr sz="187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ge"/>
          <p:cNvSpPr>
            <a:spLocks noGrp="1"/>
          </p:cNvSpPr>
          <p:nvPr/>
        </p:nvSpPr>
        <p:spPr>
          <a:xfrm>
            <a:off x="11334750" y="643890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2596896"/>
            <a:ext cx="11055096" cy="10972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spc="140">
                <a:solidFill>
                  <a:srgbClr val="A71930"/>
                </a:solidFill>
                <a:latin typeface="微软雅黑" panose="020B0503020204020204" charset="-122"/>
              </a:rPr>
              <a:t>组员与分工</a:t>
            </a:r>
            <a:endParaRPr sz="1150" b="1" spc="14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72768" y="2953512"/>
            <a:ext cx="10049256" cy="7315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1"/>
            </p:custDataLst>
          </p:nvPr>
        </p:nvSpPr>
        <p:spPr>
          <a:xfrm>
            <a:off x="566928" y="3474720"/>
            <a:ext cx="274320" cy="32004"/>
          </a:xfrm>
          <a:prstGeom prst="rect">
            <a:avLst/>
          </a:prstGeom>
          <a:solidFill>
            <a:srgbClr val="A7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566928" y="3621024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80">
                <a:solidFill>
                  <a:srgbClr val="B3B9C2"/>
                </a:solidFill>
                <a:latin typeface="微软雅黑" panose="020B0503020204020204" charset="-122"/>
              </a:rPr>
              <a:t>01</a:t>
            </a:r>
            <a:endParaRPr sz="950" b="1" spc="80">
              <a:solidFill>
                <a:srgbClr val="B3B9C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566928" y="3858768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spc="40">
                <a:solidFill>
                  <a:srgbClr val="20262E"/>
                </a:solidFill>
                <a:latin typeface="微软雅黑" panose="020B0503020204020204" charset="-122"/>
              </a:rPr>
              <a:t>聂豪贤</a:t>
            </a:r>
            <a:endParaRPr sz="1750" b="1" spc="40">
              <a:solidFill>
                <a:srgbClr val="20262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566928" y="4251959"/>
            <a:ext cx="2542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20">
                <a:solidFill>
                  <a:srgbClr val="A71930"/>
                </a:solidFill>
                <a:latin typeface="微软雅黑" panose="020B0503020204020204" charset="-122"/>
              </a:rPr>
              <a:t>总述与架构</a:t>
            </a:r>
            <a:endParaRPr sz="1100" b="1" spc="12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566928" y="4572000"/>
            <a:ext cx="2542032" cy="784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59616B"/>
                </a:solidFill>
                <a:latin typeface="微软雅黑" panose="020B0503020204020204" charset="-122"/>
              </a:rPr>
              <a:t>RAG 背景与痛点分析
RAG 与微调对比
整体架构</a:t>
            </a:r>
            <a:r>
              <a:rPr lang="zh-CN" sz="1050" b="0">
                <a:solidFill>
                  <a:srgbClr val="59616B"/>
                </a:solidFill>
                <a:latin typeface="微软雅黑" panose="020B0503020204020204" charset="-122"/>
              </a:rPr>
              <a:t>梳理</a:t>
            </a:r>
            <a:endParaRPr lang="zh-CN" sz="1050" b="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3250691" y="3511296"/>
            <a:ext cx="8229" cy="1783080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3401568" y="3474720"/>
            <a:ext cx="274320" cy="32004"/>
          </a:xfrm>
          <a:prstGeom prst="rect">
            <a:avLst/>
          </a:prstGeom>
          <a:solidFill>
            <a:srgbClr val="A7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8"/>
            </p:custDataLst>
          </p:nvPr>
        </p:nvSpPr>
        <p:spPr>
          <a:xfrm>
            <a:off x="3401568" y="3621024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80">
                <a:solidFill>
                  <a:srgbClr val="B3B9C2"/>
                </a:solidFill>
                <a:latin typeface="微软雅黑" panose="020B0503020204020204" charset="-122"/>
              </a:rPr>
              <a:t>02</a:t>
            </a:r>
            <a:endParaRPr sz="950" b="1" spc="80">
              <a:solidFill>
                <a:srgbClr val="B3B9C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3401568" y="3858768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spc="40">
                <a:solidFill>
                  <a:srgbClr val="20262E"/>
                </a:solidFill>
                <a:latin typeface="微软雅黑" panose="020B0503020204020204" charset="-122"/>
              </a:rPr>
              <a:t>陈钊强</a:t>
            </a:r>
            <a:endParaRPr sz="1750" b="1" spc="40">
              <a:solidFill>
                <a:srgbClr val="20262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3401568" y="4251959"/>
            <a:ext cx="2542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20">
                <a:solidFill>
                  <a:srgbClr val="A71930"/>
                </a:solidFill>
                <a:latin typeface="微软雅黑" panose="020B0503020204020204" charset="-122"/>
              </a:rPr>
              <a:t>技术原理</a:t>
            </a:r>
            <a:endParaRPr sz="1100" b="1" spc="12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3401568" y="4572000"/>
            <a:ext cx="254203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 dirty="0" err="1">
                <a:solidFill>
                  <a:srgbClr val="59616B"/>
                </a:solidFill>
                <a:latin typeface="微软雅黑" panose="020B0503020204020204" charset="-122"/>
              </a:rPr>
              <a:t>文本切分与</a:t>
            </a:r>
            <a:r>
              <a:rPr sz="1050" b="0" dirty="0">
                <a:solidFill>
                  <a:srgbClr val="59616B"/>
                </a:solidFill>
                <a:latin typeface="微软雅黑" panose="020B0503020204020204" charset="-122"/>
              </a:rPr>
              <a:t> Embedding
</a:t>
            </a:r>
            <a:r>
              <a:rPr sz="1050" b="0" dirty="0" err="1">
                <a:solidFill>
                  <a:srgbClr val="59616B"/>
                </a:solidFill>
                <a:latin typeface="微软雅黑" panose="020B0503020204020204" charset="-122"/>
              </a:rPr>
              <a:t>相似度计算原理</a:t>
            </a:r>
            <a:r>
              <a:rPr sz="1050" b="0" dirty="0">
                <a:solidFill>
                  <a:srgbClr val="59616B"/>
                </a:solidFill>
                <a:latin typeface="微软雅黑" panose="020B0503020204020204" charset="-122"/>
              </a:rPr>
              <a:t>
Rerank </a:t>
            </a:r>
            <a:r>
              <a:rPr sz="1050" b="0" dirty="0" err="1">
                <a:solidFill>
                  <a:srgbClr val="59616B"/>
                </a:solidFill>
                <a:latin typeface="微软雅黑" panose="020B0503020204020204" charset="-122"/>
              </a:rPr>
              <a:t>重排序机制</a:t>
            </a:r>
            <a:endParaRPr sz="1050" b="0" dirty="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>
            <p:custDataLst>
              <p:tags r:id="rId12"/>
            </p:custDataLst>
          </p:nvPr>
        </p:nvSpPr>
        <p:spPr>
          <a:xfrm>
            <a:off x="6085331" y="3511296"/>
            <a:ext cx="8229" cy="1783080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3" name="Rectangle 22"/>
          <p:cNvSpPr/>
          <p:nvPr>
            <p:custDataLst>
              <p:tags r:id="rId13"/>
            </p:custDataLst>
          </p:nvPr>
        </p:nvSpPr>
        <p:spPr>
          <a:xfrm>
            <a:off x="6236207" y="3474720"/>
            <a:ext cx="274320" cy="32004"/>
          </a:xfrm>
          <a:prstGeom prst="rect">
            <a:avLst/>
          </a:prstGeom>
          <a:solidFill>
            <a:srgbClr val="A7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4"/>
            </p:custDataLst>
          </p:nvPr>
        </p:nvSpPr>
        <p:spPr>
          <a:xfrm>
            <a:off x="6236207" y="3621024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80">
                <a:solidFill>
                  <a:srgbClr val="B3B9C2"/>
                </a:solidFill>
                <a:latin typeface="微软雅黑" panose="020B0503020204020204" charset="-122"/>
              </a:rPr>
              <a:t>03</a:t>
            </a:r>
            <a:endParaRPr sz="950" b="1" spc="80">
              <a:solidFill>
                <a:srgbClr val="B3B9C2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6236207" y="3858768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spc="40">
                <a:solidFill>
                  <a:srgbClr val="20262E"/>
                </a:solidFill>
                <a:latin typeface="微软雅黑" panose="020B0503020204020204" charset="-122"/>
              </a:rPr>
              <a:t>马宏志</a:t>
            </a:r>
            <a:endParaRPr sz="1750" b="1" spc="40">
              <a:solidFill>
                <a:srgbClr val="20262E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6"/>
            </p:custDataLst>
          </p:nvPr>
        </p:nvSpPr>
        <p:spPr>
          <a:xfrm>
            <a:off x="6236207" y="4251959"/>
            <a:ext cx="2542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20">
                <a:solidFill>
                  <a:srgbClr val="A71930"/>
                </a:solidFill>
                <a:latin typeface="微软雅黑" panose="020B0503020204020204" charset="-122"/>
              </a:rPr>
              <a:t>Demo 演示</a:t>
            </a:r>
            <a:endParaRPr sz="1100" b="1" spc="12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7"/>
            </p:custDataLst>
          </p:nvPr>
        </p:nvSpPr>
        <p:spPr>
          <a:xfrm>
            <a:off x="6236207" y="4572000"/>
            <a:ext cx="2542032" cy="784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 dirty="0" err="1">
                <a:solidFill>
                  <a:srgbClr val="59616B"/>
                </a:solidFill>
                <a:latin typeface="微软雅黑" panose="020B0503020204020204" charset="-122"/>
              </a:rPr>
              <a:t>环境搭建与代码调试</a:t>
            </a:r>
            <a:r>
              <a:rPr sz="1050" b="0" dirty="0">
                <a:solidFill>
                  <a:srgbClr val="59616B"/>
                </a:solidFill>
                <a:latin typeface="微软雅黑" panose="020B0503020204020204" charset="-122"/>
              </a:rPr>
              <a:t>
chunk / Rerank </a:t>
            </a:r>
            <a:r>
              <a:rPr sz="1050" b="0" dirty="0" err="1">
                <a:solidFill>
                  <a:srgbClr val="59616B"/>
                </a:solidFill>
                <a:latin typeface="微软雅黑" panose="020B0503020204020204" charset="-122"/>
              </a:rPr>
              <a:t>对照</a:t>
            </a:r>
            <a:r>
              <a:rPr sz="1050" b="0" dirty="0">
                <a:solidFill>
                  <a:srgbClr val="59616B"/>
                </a:solidFill>
                <a:latin typeface="微软雅黑" panose="020B0503020204020204" charset="-122"/>
              </a:rPr>
              <a:t>
</a:t>
            </a:r>
            <a:r>
              <a:rPr sz="1050" b="0" dirty="0" err="1">
                <a:solidFill>
                  <a:srgbClr val="59616B"/>
                </a:solidFill>
                <a:latin typeface="微软雅黑" panose="020B0503020204020204" charset="-122"/>
              </a:rPr>
              <a:t>现场演示</a:t>
            </a:r>
            <a:r>
              <a:rPr lang="zh-CN" sz="1050" b="0" dirty="0" err="1">
                <a:solidFill>
                  <a:srgbClr val="59616B"/>
                </a:solidFill>
                <a:latin typeface="微软雅黑" panose="020B0503020204020204" charset="-122"/>
              </a:rPr>
              <a:t>程序</a:t>
            </a:r>
            <a:endParaRPr lang="zh-CN" sz="1050" b="0" dirty="0" err="1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>
            <p:custDataLst>
              <p:tags r:id="rId18"/>
            </p:custDataLst>
          </p:nvPr>
        </p:nvSpPr>
        <p:spPr>
          <a:xfrm>
            <a:off x="8919971" y="3511296"/>
            <a:ext cx="8229" cy="1783080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9" name="Rectangle 28"/>
          <p:cNvSpPr/>
          <p:nvPr>
            <p:custDataLst>
              <p:tags r:id="rId19"/>
            </p:custDataLst>
          </p:nvPr>
        </p:nvSpPr>
        <p:spPr>
          <a:xfrm>
            <a:off x="9070847" y="3474720"/>
            <a:ext cx="274320" cy="32004"/>
          </a:xfrm>
          <a:prstGeom prst="rect">
            <a:avLst/>
          </a:prstGeom>
          <a:solidFill>
            <a:srgbClr val="A7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20"/>
            </p:custDataLst>
          </p:nvPr>
        </p:nvSpPr>
        <p:spPr>
          <a:xfrm>
            <a:off x="9070847" y="3621024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80">
                <a:solidFill>
                  <a:srgbClr val="B3B9C2"/>
                </a:solidFill>
                <a:latin typeface="微软雅黑" panose="020B0503020204020204" charset="-122"/>
              </a:rPr>
              <a:t>04</a:t>
            </a:r>
            <a:endParaRPr sz="950" b="1" spc="80">
              <a:solidFill>
                <a:srgbClr val="B3B9C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1"/>
            </p:custDataLst>
          </p:nvPr>
        </p:nvSpPr>
        <p:spPr>
          <a:xfrm>
            <a:off x="9070847" y="3858768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spc="40">
                <a:solidFill>
                  <a:srgbClr val="20262E"/>
                </a:solidFill>
                <a:latin typeface="微软雅黑" panose="020B0503020204020204" charset="-122"/>
              </a:rPr>
              <a:t>黄毕宁</a:t>
            </a:r>
            <a:endParaRPr sz="1750" b="1" spc="40">
              <a:solidFill>
                <a:srgbClr val="20262E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22"/>
            </p:custDataLst>
          </p:nvPr>
        </p:nvSpPr>
        <p:spPr>
          <a:xfrm>
            <a:off x="9070847" y="4251959"/>
            <a:ext cx="2542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20">
                <a:solidFill>
                  <a:srgbClr val="A71930"/>
                </a:solidFill>
                <a:latin typeface="微软雅黑" panose="020B0503020204020204" charset="-122"/>
              </a:rPr>
              <a:t>应答与总结</a:t>
            </a:r>
            <a:endParaRPr sz="1100" b="1" spc="12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>
            <p:custDataLst>
              <p:tags r:id="rId23"/>
            </p:custDataLst>
          </p:nvPr>
        </p:nvSpPr>
        <p:spPr>
          <a:xfrm>
            <a:off x="9070847" y="4572000"/>
            <a:ext cx="254203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59616B"/>
                </a:solidFill>
                <a:latin typeface="微软雅黑" panose="020B0503020204020204" charset="-122"/>
              </a:rPr>
              <a:t>难点与遗留问题梳理
预判提问 · 组织作答
汇报收尾总结</a:t>
            </a:r>
            <a:endParaRPr sz="1050" b="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6928" y="6199632"/>
            <a:ext cx="11055096" cy="7315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3459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40">
                <a:solidFill>
                  <a:srgbClr val="59616B"/>
                </a:solidFill>
                <a:latin typeface="微软雅黑" panose="020B0503020204020204" charset="-122"/>
              </a:rPr>
              <a:t>2026 年 10 月 22 日 ｜ 课堂汇报</a:t>
            </a:r>
            <a:endParaRPr sz="1000" b="0" spc="4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03920" y="6345936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B3B9C2"/>
                </a:solidFill>
                <a:latin typeface="微软雅黑" panose="020B0503020204020204" charset="-122"/>
              </a:rPr>
              <a:t>GROUP PRESENTATION</a:t>
            </a:r>
            <a:endParaRPr sz="900" b="0" spc="180">
              <a:solidFill>
                <a:srgbClr val="B3B9C2"/>
              </a:solidFill>
              <a:latin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61975" y="574675"/>
            <a:ext cx="11029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本组</a:t>
            </a:r>
            <a:r>
              <a:rPr lang="zh-CN"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分工情况</a:t>
            </a:r>
            <a:endParaRPr lang="zh-CN" sz="33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476249" y="2303286"/>
            <a:ext cx="53149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1200"/>
              </a:spcAft>
            </a:pPr>
            <a:r>
              <a:rPr lang="zh-CN" altLang="zh-CN" sz="1400" b="1" dirty="0">
                <a:solidFill>
                  <a:schemeClr val="tx1"/>
                </a:solidFill>
                <a:effectLst/>
                <a:latin typeface="+mn-lt"/>
              </a:rPr>
              <a:t>文本切分 Chunk 策略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+mn-lt"/>
              </a:rPr>
              <a:t>：</a:t>
            </a:r>
            <a:r>
              <a:rPr lang="zh-CN" altLang="zh-CN" sz="1400" dirty="0"/>
              <a:t> RAG 第一步是切分</a:t>
            </a:r>
            <a:r>
              <a:rPr lang="zh-CN" altLang="en-US" sz="1400" dirty="0"/>
              <a:t>，</a:t>
            </a:r>
            <a:r>
              <a:rPr lang="zh-CN" altLang="zh-CN" sz="1400" dirty="0"/>
              <a:t>切成一段一段的小片段（chunk）</a:t>
            </a:r>
            <a:r>
              <a:rPr lang="zh-CN" altLang="en-US" sz="1400" dirty="0"/>
              <a:t>，其中</a:t>
            </a:r>
            <a:r>
              <a:rPr lang="zh-CN" altLang="zh-CN" sz="1400" dirty="0"/>
              <a:t>chunk_size 决定每段信息量，overlap 防止关键句被切断。</a:t>
            </a:r>
            <a:endParaRPr lang="zh-CN" altLang="zh-CN" sz="1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33208" y="3533119"/>
            <a:ext cx="55592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1200"/>
              </a:spcAft>
            </a:pPr>
            <a:r>
              <a:rPr lang="zh-CN" altLang="zh-CN" sz="1400" b="1" dirty="0">
                <a:solidFill>
                  <a:schemeClr val="tx1"/>
                </a:solidFill>
                <a:effectLst/>
                <a:latin typeface="+mn-lt"/>
              </a:rPr>
              <a:t>Embedding 向量、余弦相似度与欧氏距离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+mn-lt"/>
              </a:rPr>
              <a:t>：</a:t>
            </a:r>
            <a:r>
              <a:rPr lang="zh-CN" altLang="zh-CN" sz="1400" dirty="0"/>
              <a:t> Embedding 把文本变成高维向量。RAG 优先用余弦，是因为向量长度会受文本长短、词频影响，语义相同的长短文本欧氏距离会被拉大，余弦把长度归一化掉，只比语义方向</a:t>
            </a:r>
            <a:endParaRPr lang="zh-CN" altLang="zh-CN" sz="1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44383" y="4871673"/>
            <a:ext cx="55592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1200"/>
              </a:spcAft>
            </a:pPr>
            <a:r>
              <a:rPr lang="zh-CN" altLang="zh-CN" sz="1400" b="1" dirty="0">
                <a:solidFill>
                  <a:schemeClr val="tx1"/>
                </a:solidFill>
                <a:effectLst/>
                <a:latin typeface="+mn-lt"/>
              </a:rPr>
              <a:t>Rerank 两阶段检索 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+mn-lt"/>
              </a:rPr>
              <a:t>：</a:t>
            </a:r>
            <a:r>
              <a:rPr lang="zh-CN" altLang="zh-CN" sz="1400" dirty="0"/>
              <a:t>粗排</a:t>
            </a:r>
            <a:r>
              <a:rPr lang="zh-CN" altLang="en-US" sz="1400" dirty="0"/>
              <a:t>用</a:t>
            </a:r>
            <a:r>
              <a:rPr lang="zh-CN" altLang="zh-CN" sz="1400" b="1" dirty="0"/>
              <a:t>Bi-Encoder</a:t>
            </a:r>
            <a:r>
              <a:rPr lang="zh-CN" altLang="zh-CN" sz="1400" dirty="0"/>
              <a:t>快速</a:t>
            </a:r>
            <a:r>
              <a:rPr lang="zh-CN" altLang="en-US" sz="1400" dirty="0"/>
              <a:t>选取一定数量的文本</a:t>
            </a:r>
            <a:r>
              <a:rPr lang="zh-CN" altLang="zh-CN" sz="1400" dirty="0"/>
              <a:t>；精排用</a:t>
            </a:r>
            <a:r>
              <a:rPr lang="zh-CN" altLang="zh-CN" sz="1400" b="1" dirty="0"/>
              <a:t> Cross-Encoder </a:t>
            </a:r>
            <a:r>
              <a:rPr lang="zh-CN" altLang="zh-CN" sz="1400" dirty="0"/>
              <a:t>把 query 和候选文档拼在一起逐对打分，看它到底答没回答问题，把真正相关的推到前面。</a:t>
            </a:r>
            <a:endParaRPr lang="zh-CN" altLang="zh-CN" sz="14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85322" y="806283"/>
            <a:ext cx="1139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Chunk</a:t>
            </a:r>
            <a:endParaRPr lang="zh-CN" altLang="en-US" sz="24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5049078" y="808865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Embedding</a:t>
            </a:r>
            <a:endParaRPr lang="zh-CN" altLang="en-US" sz="24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7299612" y="806283"/>
            <a:ext cx="1169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Rerank</a:t>
            </a:r>
            <a:endParaRPr lang="zh-CN" altLang="en-US" sz="2400" b="1" dirty="0"/>
          </a:p>
        </p:txBody>
      </p:sp>
      <p:cxnSp>
        <p:nvCxnSpPr>
          <p:cNvPr id="27" name="直接箭头连接符 26"/>
          <p:cNvCxnSpPr>
            <a:stCxn id="14" idx="3"/>
            <a:endCxn id="21" idx="1"/>
          </p:cNvCxnSpPr>
          <p:nvPr/>
        </p:nvCxnSpPr>
        <p:spPr>
          <a:xfrm>
            <a:off x="4625009" y="1037116"/>
            <a:ext cx="424069" cy="258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1" idx="3"/>
            <a:endCxn id="22" idx="1"/>
          </p:cNvCxnSpPr>
          <p:nvPr/>
        </p:nvCxnSpPr>
        <p:spPr>
          <a:xfrm flipV="1">
            <a:off x="6815908" y="1037116"/>
            <a:ext cx="483704" cy="258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858" y="2427730"/>
            <a:ext cx="2808301" cy="3448356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57" y="2427730"/>
            <a:ext cx="2808301" cy="3476114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1065703" y="1933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离线阶段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3997026" y="1933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在线阶段</a:t>
            </a:r>
            <a:endParaRPr lang="zh-CN" altLang="en-US" b="1" dirty="0"/>
          </a:p>
        </p:txBody>
      </p:sp>
      <p:sp>
        <p:nvSpPr>
          <p:cNvPr id="37" name="矩形: 圆角 36"/>
          <p:cNvSpPr/>
          <p:nvPr/>
        </p:nvSpPr>
        <p:spPr>
          <a:xfrm>
            <a:off x="6279527" y="1879604"/>
            <a:ext cx="5866652" cy="411518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61975" y="381000"/>
            <a:ext cx="11029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技术原理</a:t>
            </a:r>
            <a:r>
              <a:rPr lang="zh-CN"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</a:t>
            </a:r>
            <a:endParaRPr lang="zh-CN" sz="33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9634" y="1162135"/>
            <a:ext cx="608937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zh-CN" sz="1400" b="1" dirty="0">
                <a:solidFill>
                  <a:schemeClr val="tx1"/>
                </a:solidFill>
                <a:effectLst/>
                <a:latin typeface="+mn-lt"/>
              </a:rPr>
              <a:t>思考题 1：关于 temperature 参数的设定</a:t>
            </a:r>
            <a:endParaRPr lang="zh-CN" altLang="zh-CN" sz="1400" b="1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+mn-lt"/>
              </a:rPr>
              <a:t>问题回顾：</a:t>
            </a:r>
            <a:r>
              <a:rPr lang="zh-CN" altLang="zh-CN" sz="1400" b="0" i="0" dirty="0">
                <a:solidFill>
                  <a:schemeClr val="tx1"/>
                </a:solidFill>
                <a:effectLst/>
                <a:latin typeface="+mn-lt"/>
              </a:rPr>
              <a:t> temperature 设为 0（或很低）的作用？改成 1.0 对回答质量有什么影响？</a:t>
            </a:r>
            <a:endParaRPr lang="zh-CN" altLang="zh-CN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50000"/>
              </a:lnSpc>
              <a:buNone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+mn-lt"/>
              </a:rPr>
              <a:t>小组理解：</a:t>
            </a:r>
            <a:endParaRPr lang="zh-CN" altLang="zh-CN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lvl="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400" i="0" dirty="0">
                <a:solidFill>
                  <a:schemeClr val="tx1"/>
                </a:solidFill>
                <a:effectLst/>
                <a:latin typeface="+mn-lt"/>
              </a:rPr>
              <a:t>RAG 为什么要用低 temperature：</a:t>
            </a:r>
            <a:r>
              <a:rPr lang="zh-CN" altLang="zh-CN" sz="1400" dirty="0"/>
              <a:t>RAG 核心是忠于检索资料。temperature 设为 0 时，模型每次选概率最高的词，输出最稳定，能有效抑制发散、减少幻觉</a:t>
            </a:r>
            <a:r>
              <a:rPr lang="zh-CN" altLang="zh-CN" sz="1400" i="0" dirty="0">
                <a:solidFill>
                  <a:schemeClr val="tx1"/>
                </a:solidFill>
                <a:effectLst/>
                <a:latin typeface="+mn-lt"/>
              </a:rPr>
              <a:t>”。</a:t>
            </a:r>
            <a:endParaRPr lang="zh-CN" altLang="zh-CN" sz="140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400" i="0" dirty="0">
                <a:solidFill>
                  <a:schemeClr val="tx1"/>
                </a:solidFill>
                <a:effectLst/>
                <a:latin typeface="+mn-lt"/>
              </a:rPr>
              <a:t>改成 1.0 的风险： 如果 temperature 设为 1.0，随机性大幅增加。模型容易脱离 {context} 自由发挥，甚至为了“编造”通顺的句子而篡改资料原本的事实。</a:t>
            </a:r>
            <a:endParaRPr lang="zh-CN" altLang="zh-CN" sz="140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400" i="0" dirty="0">
                <a:solidFill>
                  <a:srgbClr val="FF0000"/>
                </a:solidFill>
                <a:effectLst/>
                <a:latin typeface="+mn-lt"/>
              </a:rPr>
              <a:t>我们的结论： 在 RAG 场景下，低 temperature 是保障答案准确性的前提。如果发现检索到的资料本身很好，但模型答非所问，往往就是 temperature 太高导致的发散。</a:t>
            </a:r>
            <a:endParaRPr lang="zh-CN" altLang="zh-CN" sz="1400" i="0" dirty="0">
              <a:solidFill>
                <a:srgbClr val="FF0000"/>
              </a:solidFill>
              <a:effectLst/>
              <a:latin typeface="+mn-lt"/>
            </a:endParaRPr>
          </a:p>
          <a:p>
            <a:pPr>
              <a:buNone/>
            </a:pPr>
            <a:br>
              <a:rPr lang="zh-CN" altLang="zh-CN" dirty="0"/>
            </a:b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341165" y="1162135"/>
            <a:ext cx="5791201" cy="443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15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zh-CN" sz="1400" b="1" dirty="0">
                <a:solidFill>
                  <a:schemeClr val="tx1"/>
                </a:solidFill>
                <a:effectLst/>
                <a:latin typeface="+mn-lt"/>
              </a:rPr>
              <a:t>思考题 2：Prompt 模板中 {context} 与 {question} 的顺序</a:t>
            </a:r>
            <a:endParaRPr lang="zh-CN" altLang="zh-CN" sz="1400" b="1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+mn-lt"/>
              </a:rPr>
              <a:t>问题回顾：</a:t>
            </a:r>
            <a:r>
              <a:rPr lang="zh-CN" altLang="zh-CN" sz="1400" b="0" i="0" dirty="0">
                <a:solidFill>
                  <a:schemeClr val="tx1"/>
                </a:solidFill>
                <a:effectLst/>
                <a:latin typeface="+mn-lt"/>
              </a:rPr>
              <a:t> 检索到的资料 {context} 放在用户问题 {question} 之前，有影响吗？如果调换顺序，模型表现会有什么变化？</a:t>
            </a:r>
            <a:endParaRPr lang="zh-CN" altLang="zh-CN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50000"/>
              </a:lnSpc>
              <a:buNone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+mn-lt"/>
              </a:rPr>
              <a:t>小组理解：</a:t>
            </a:r>
            <a:endParaRPr lang="zh-CN" altLang="zh-CN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400" i="0" dirty="0">
                <a:solidFill>
                  <a:schemeClr val="tx1"/>
                </a:solidFill>
                <a:effectLst/>
                <a:latin typeface="+mn-lt"/>
              </a:rPr>
              <a:t>顺序确实有影响（受“注意力机制”和“迷失在中间”现象影响）： 大模型对长文本的开头和结尾注意力最集中。</a:t>
            </a:r>
            <a:endParaRPr lang="zh-CN" altLang="zh-CN" sz="1400" i="0" dirty="0">
              <a:solidFill>
                <a:schemeClr val="tx1"/>
              </a:solidFill>
              <a:effectLst/>
              <a:latin typeface="+mn-lt"/>
            </a:endParaRPr>
          </a:p>
          <a:p>
            <a:pPr lvl="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400" i="0" dirty="0">
                <a:solidFill>
                  <a:schemeClr val="tx1"/>
                </a:solidFill>
                <a:effectLst/>
                <a:latin typeface="+mn-lt"/>
              </a:rPr>
              <a:t>当前顺序（资料在前，问题在后）：</a:t>
            </a:r>
            <a:r>
              <a:rPr lang="zh-CN" altLang="zh-CN" sz="1400" dirty="0"/>
              <a:t>这是‘阅读理解’路径：模型先读完资料，最后看问题，顺理成章作答。这也符合近因效应——离生成位置越近的输入，权重越高</a:t>
            </a:r>
            <a:r>
              <a:rPr lang="zh-CN" altLang="zh-CN" sz="1400" i="0" dirty="0">
                <a:solidFill>
                  <a:schemeClr val="tx1"/>
                </a:solidFill>
                <a:effectLst/>
                <a:latin typeface="+mn-lt"/>
              </a:rPr>
              <a:t>。</a:t>
            </a:r>
            <a:endParaRPr lang="zh-CN" altLang="zh-CN" sz="1400" i="0" dirty="0">
              <a:solidFill>
                <a:schemeClr val="tx1"/>
              </a:solidFill>
              <a:effectLst/>
              <a:latin typeface="+mn-lt"/>
            </a:endParaRPr>
          </a:p>
          <a:p>
            <a:pPr lvl="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400" i="0" dirty="0">
                <a:solidFill>
                  <a:schemeClr val="tx1"/>
                </a:solidFill>
                <a:effectLst/>
                <a:latin typeface="+mn-lt"/>
              </a:rPr>
              <a:t>调换顺序（问题在前，资料在后）：</a:t>
            </a:r>
            <a:r>
              <a:rPr lang="zh-CN" altLang="zh-CN" sz="1400" dirty="0"/>
              <a:t>问题在前，模型容易先入为主，凭自身记忆抢答，忽视后面的资料，加重幻觉</a:t>
            </a:r>
            <a:r>
              <a:rPr lang="zh-CN" altLang="zh-CN" sz="1400" i="0" dirty="0">
                <a:solidFill>
                  <a:schemeClr val="tx1"/>
                </a:solidFill>
                <a:effectLst/>
                <a:latin typeface="+mn-lt"/>
              </a:rPr>
              <a:t>。</a:t>
            </a:r>
            <a:endParaRPr lang="zh-CN" altLang="zh-CN" sz="140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400" i="0" dirty="0">
                <a:solidFill>
                  <a:srgbClr val="FF0000"/>
                </a:solidFill>
                <a:effectLst/>
                <a:latin typeface="+mn-lt"/>
              </a:rPr>
              <a:t>我们的结论： {context} 在前、{question} 在后的模板设计更合理。它能强制模型“先看资料，再作答”，从而真正发挥 RAG 的价值。</a:t>
            </a:r>
            <a:endParaRPr lang="zh-CN" altLang="zh-CN" sz="1400" i="0" dirty="0">
              <a:solidFill>
                <a:srgbClr val="FF0000"/>
              </a:solidFill>
              <a:effectLst/>
              <a:latin typeface="quote-cjk-patch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61975" y="381000"/>
            <a:ext cx="11029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思考题理解</a:t>
            </a:r>
            <a:endParaRPr lang="zh-CN" sz="33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/>
        </p:nvSpPr>
        <p:spPr>
          <a:xfrm>
            <a:off x="571500" y="3238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运行结果分析</a:t>
            </a:r>
            <a:endParaRPr lang="zh-CN" sz="2800" b="1" dirty="0" err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571500" y="941834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问题：当年度有不及格课程，可以申请学业奖学金吗</a:t>
            </a:r>
            <a:r>
              <a:rPr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334750" y="643890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244" t="46422" r="4655" b="1835"/>
          <a:stretch>
            <a:fillRect/>
          </a:stretch>
        </p:blipFill>
        <p:spPr>
          <a:xfrm>
            <a:off x="470187" y="1451629"/>
            <a:ext cx="11049000" cy="2781980"/>
          </a:xfrm>
          <a:prstGeom prst="rect">
            <a:avLst/>
          </a:prstGeom>
        </p:spPr>
      </p:pic>
      <p:sp>
        <p:nvSpPr>
          <p:cNvPr id="5" name="evidence-label"/>
          <p:cNvSpPr>
            <a:spLocks noGrp="1"/>
          </p:cNvSpPr>
          <p:nvPr/>
        </p:nvSpPr>
        <p:spPr>
          <a:xfrm>
            <a:off x="470187" y="4720208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依据：A07-C01 </a:t>
            </a:r>
            <a:r>
              <a:rPr sz="2025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第七条（七</a:t>
            </a:r>
            <a:r>
              <a:rPr sz="2025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）“</a:t>
            </a:r>
            <a:r>
              <a:rPr sz="2025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当年度无不及格课程</a:t>
            </a:r>
            <a:r>
              <a:rPr sz="2025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sz="2025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3889" t="61558" r="2334" b="25287"/>
          <a:stretch>
            <a:fillRect/>
          </a:stretch>
        </p:blipFill>
        <p:spPr>
          <a:xfrm>
            <a:off x="470187" y="5196923"/>
            <a:ext cx="11049000" cy="1048891"/>
          </a:xfrm>
          <a:prstGeom prst="rect">
            <a:avLst/>
          </a:prstGeom>
        </p:spPr>
      </p:pic>
      <p:sp>
        <p:nvSpPr>
          <p:cNvPr id="10" name="矩形: 圆角 9"/>
          <p:cNvSpPr/>
          <p:nvPr/>
        </p:nvSpPr>
        <p:spPr>
          <a:xfrm>
            <a:off x="381430" y="4438236"/>
            <a:ext cx="11226513" cy="2048289"/>
          </a:xfrm>
          <a:prstGeom prst="round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/>
        </p:nvSpPr>
        <p:spPr>
          <a:xfrm>
            <a:off x="571500" y="47434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运行结果分析</a:t>
            </a:r>
            <a:endParaRPr lang="zh-CN" sz="2800" b="1" dirty="0" err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334750" y="643890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918" t="30151" r="4378" b="7789"/>
          <a:stretch>
            <a:fillRect/>
          </a:stretch>
        </p:blipFill>
        <p:spPr>
          <a:xfrm>
            <a:off x="377968" y="1618007"/>
            <a:ext cx="11049000" cy="2526947"/>
          </a:xfrm>
          <a:prstGeom prst="rect">
            <a:avLst/>
          </a:prstGeom>
        </p:spPr>
      </p:pic>
      <p:sp>
        <p:nvSpPr>
          <p:cNvPr id="5" name="finding"/>
          <p:cNvSpPr>
            <a:spLocks noGrp="1"/>
          </p:cNvSpPr>
          <p:nvPr/>
        </p:nvSpPr>
        <p:spPr>
          <a:xfrm>
            <a:off x="495300" y="4562475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A07-C01：向量第 4 名  →  </a:t>
            </a:r>
            <a:r>
              <a:rPr sz="285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重排第</a:t>
            </a:r>
            <a:r>
              <a:rPr sz="28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名</a:t>
            </a:r>
            <a:endParaRPr sz="285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eaning"/>
          <p:cNvSpPr>
            <a:spLocks noGrp="1"/>
          </p:cNvSpPr>
          <p:nvPr/>
        </p:nvSpPr>
        <p:spPr>
          <a:xfrm>
            <a:off x="466725" y="5193947"/>
            <a:ext cx="1104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申请条件条款</a:t>
            </a:r>
            <a:r>
              <a:rPr lang="en-US" sz="21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A15-C01</a:t>
            </a:r>
            <a:r>
              <a:rPr sz="21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因此进入前</a:t>
            </a:r>
            <a:r>
              <a:rPr sz="21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sz="21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条证据</a:t>
            </a:r>
            <a:r>
              <a:rPr sz="21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21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为后续回答提供直接依据</a:t>
            </a:r>
            <a:r>
              <a:rPr sz="21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89212" y="4401379"/>
            <a:ext cx="11226513" cy="2048289"/>
          </a:xfrm>
          <a:prstGeom prst="round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/>
          <p:cNvSpPr>
            <a:spLocks noGrp="1"/>
          </p:cNvSpPr>
          <p:nvPr/>
        </p:nvSpPr>
        <p:spPr>
          <a:xfrm>
            <a:off x="571500" y="3238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运行结果分析</a:t>
            </a:r>
            <a:endParaRPr lang="zh-CN" sz="280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571500" y="923925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问题：申请学业奖学金有哪些条件？请列出全部条件</a:t>
            </a:r>
            <a:r>
              <a:rPr sz="1600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 b="0" dirty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334750" y="643890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-label"/>
          <p:cNvSpPr>
            <a:spLocks noGrp="1"/>
          </p:cNvSpPr>
          <p:nvPr/>
        </p:nvSpPr>
        <p:spPr>
          <a:xfrm>
            <a:off x="571500" y="1562100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sz="1800" b="1" dirty="0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A：chunk</a:t>
            </a:r>
            <a:r>
              <a:rPr sz="1800" b="1" dirty="0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80 / </a:t>
            </a:r>
            <a:r>
              <a:rPr sz="180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重叠</a:t>
            </a:r>
            <a:r>
              <a:rPr sz="1800" b="1" dirty="0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</a:t>
            </a:r>
            <a:endParaRPr sz="1800" b="1" dirty="0">
              <a:solidFill>
                <a:srgbClr val="28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-label"/>
          <p:cNvSpPr>
            <a:spLocks noGrp="1"/>
          </p:cNvSpPr>
          <p:nvPr/>
        </p:nvSpPr>
        <p:spPr>
          <a:xfrm>
            <a:off x="6286500" y="1580055"/>
            <a:ext cx="533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sz="1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B：chunk</a:t>
            </a:r>
            <a:r>
              <a:rPr sz="1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380 / </a:t>
            </a:r>
            <a:r>
              <a:rPr sz="1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重叠</a:t>
            </a:r>
            <a:r>
              <a:rPr sz="1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60</a:t>
            </a:r>
            <a:endParaRPr sz="180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-metric"/>
          <p:cNvSpPr>
            <a:spLocks noGrp="1"/>
          </p:cNvSpPr>
          <p:nvPr/>
        </p:nvSpPr>
        <p:spPr>
          <a:xfrm>
            <a:off x="559325" y="1871015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 </a:t>
            </a:r>
            <a:r>
              <a:rPr sz="16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个分块</a:t>
            </a:r>
            <a:r>
              <a:rPr sz="16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6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实际送入证据</a:t>
            </a:r>
            <a:r>
              <a:rPr sz="16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160 字</a:t>
            </a:r>
            <a:endParaRPr sz="16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-metric"/>
          <p:cNvSpPr>
            <a:spLocks noGrp="1"/>
          </p:cNvSpPr>
          <p:nvPr/>
        </p:nvSpPr>
        <p:spPr>
          <a:xfrm>
            <a:off x="6298675" y="1886848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 </a:t>
            </a:r>
            <a:r>
              <a:rPr sz="16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个分块</a:t>
            </a:r>
            <a:r>
              <a:rPr sz="16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6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实际送入证据</a:t>
            </a:r>
            <a:r>
              <a:rPr sz="16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524 字</a:t>
            </a:r>
            <a:endParaRPr sz="16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4490" t="16020" r="55020" b="72090"/>
          <a:stretch>
            <a:fillRect/>
          </a:stretch>
        </p:blipFill>
        <p:spPr>
          <a:xfrm>
            <a:off x="555647" y="2490135"/>
            <a:ext cx="4769126" cy="9134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49306" t="16020" r="10612" b="76220"/>
          <a:stretch>
            <a:fillRect/>
          </a:stretch>
        </p:blipFill>
        <p:spPr>
          <a:xfrm>
            <a:off x="6388621" y="2552236"/>
            <a:ext cx="4857750" cy="613402"/>
          </a:xfrm>
          <a:prstGeom prst="rect">
            <a:avLst/>
          </a:prstGeom>
        </p:spPr>
      </p:pic>
      <p:sp>
        <p:nvSpPr>
          <p:cNvPr id="10" name="a-excerpt-label"/>
          <p:cNvSpPr>
            <a:spLocks noGrp="1"/>
          </p:cNvSpPr>
          <p:nvPr/>
        </p:nvSpPr>
        <p:spPr>
          <a:xfrm>
            <a:off x="559325" y="3592849"/>
            <a:ext cx="5286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回答节选：额外要求仍有内容被截断</a:t>
            </a:r>
            <a:endParaRPr sz="1800" b="1" dirty="0">
              <a:solidFill>
                <a:srgbClr val="28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-excerpt-label"/>
          <p:cNvSpPr>
            <a:spLocks noGrp="1"/>
          </p:cNvSpPr>
          <p:nvPr/>
        </p:nvSpPr>
        <p:spPr>
          <a:xfrm>
            <a:off x="6388621" y="3543968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回答节选：已列出</a:t>
            </a:r>
            <a:r>
              <a:rPr sz="1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 </a:t>
            </a:r>
            <a:r>
              <a:rPr sz="1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项条件中的第</a:t>
            </a:r>
            <a:r>
              <a:rPr sz="1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7—9 项</a:t>
            </a:r>
            <a:endParaRPr sz="180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l="4490" t="67459" r="55020" b="11514"/>
          <a:stretch>
            <a:fillRect/>
          </a:stretch>
        </p:blipFill>
        <p:spPr>
          <a:xfrm>
            <a:off x="555647" y="4155800"/>
            <a:ext cx="4660821" cy="15786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l="49306" t="54318" r="10612" b="20526"/>
          <a:stretch>
            <a:fillRect/>
          </a:stretch>
        </p:blipFill>
        <p:spPr>
          <a:xfrm>
            <a:off x="6388621" y="3976121"/>
            <a:ext cx="4653507" cy="1905000"/>
          </a:xfrm>
          <a:prstGeom prst="rect">
            <a:avLst/>
          </a:prstGeom>
        </p:spPr>
      </p:pic>
      <p:sp>
        <p:nvSpPr>
          <p:cNvPr id="14" name="limit"/>
          <p:cNvSpPr>
            <a:spLocks noGrp="1"/>
          </p:cNvSpPr>
          <p:nvPr/>
        </p:nvSpPr>
        <p:spPr>
          <a:xfrm>
            <a:off x="359531" y="6448573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本例较长</a:t>
            </a:r>
            <a:r>
              <a:rPr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chunk </a:t>
            </a:r>
            <a:r>
              <a:rPr sz="14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保留了更多条款；黄色标记仅表示两组文字差异</a:t>
            </a:r>
            <a:r>
              <a:rPr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222371" y="1371600"/>
            <a:ext cx="5587879" cy="4856922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6016686" y="1330948"/>
            <a:ext cx="5808058" cy="485692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/>
        </p:nvSpPr>
        <p:spPr>
          <a:xfrm>
            <a:off x="571500" y="387097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运行结果分析</a:t>
            </a:r>
            <a:endParaRPr lang="zh-CN" sz="280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334750" y="643890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-label"/>
          <p:cNvSpPr>
            <a:spLocks noGrp="1"/>
          </p:cNvSpPr>
          <p:nvPr/>
        </p:nvSpPr>
        <p:spPr>
          <a:xfrm>
            <a:off x="526615" y="1757733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sz="1800" b="1" dirty="0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A：原条款字符</a:t>
            </a:r>
            <a:r>
              <a:rPr sz="1800" b="1" dirty="0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0—80</a:t>
            </a:r>
            <a:endParaRPr sz="1800" b="1" dirty="0">
              <a:solidFill>
                <a:srgbClr val="28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-label"/>
          <p:cNvSpPr>
            <a:spLocks noGrp="1"/>
          </p:cNvSpPr>
          <p:nvPr/>
        </p:nvSpPr>
        <p:spPr>
          <a:xfrm>
            <a:off x="6474808" y="1757733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sz="1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B：原条款字符</a:t>
            </a:r>
            <a:r>
              <a:rPr sz="1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0—234</a:t>
            </a:r>
            <a:endParaRPr sz="180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3785" t="44727" r="54247" b="38667"/>
          <a:stretch>
            <a:fillRect/>
          </a:stretch>
        </p:blipFill>
        <p:spPr>
          <a:xfrm>
            <a:off x="370431" y="2735199"/>
            <a:ext cx="5238750" cy="143829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49790" t="7394" r="8579" b="61091"/>
          <a:stretch>
            <a:fillRect/>
          </a:stretch>
        </p:blipFill>
        <p:spPr>
          <a:xfrm>
            <a:off x="6286500" y="2373809"/>
            <a:ext cx="5238750" cy="2751667"/>
          </a:xfrm>
          <a:prstGeom prst="rect">
            <a:avLst/>
          </a:prstGeom>
        </p:spPr>
      </p:pic>
      <p:sp>
        <p:nvSpPr>
          <p:cNvPr id="8" name="a-explain"/>
          <p:cNvSpPr>
            <a:spLocks noGrp="1"/>
          </p:cNvSpPr>
          <p:nvPr/>
        </p:nvSpPr>
        <p:spPr>
          <a:xfrm>
            <a:off x="370431" y="4646761"/>
            <a:ext cx="5238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后续条件未进入上下文</a:t>
            </a:r>
            <a:r>
              <a:rPr sz="20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20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模型只能看到条款开头</a:t>
            </a:r>
            <a:r>
              <a:rPr sz="20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-explain"/>
          <p:cNvSpPr>
            <a:spLocks noGrp="1"/>
          </p:cNvSpPr>
          <p:nvPr/>
        </p:nvSpPr>
        <p:spPr>
          <a:xfrm>
            <a:off x="6286500" y="5286375"/>
            <a:ext cx="5238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补齐在校类型、课程成绩</a:t>
            </a:r>
            <a:r>
              <a:rPr sz="20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sz="20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注册缴费等后续条件</a:t>
            </a:r>
            <a:r>
              <a:rPr sz="200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95867" y="1429578"/>
            <a:ext cx="5587879" cy="4856922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6001846" y="1409700"/>
            <a:ext cx="5808058" cy="485692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561975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实践总结</a:t>
            </a:r>
            <a:endParaRPr sz="33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61975" y="2143125"/>
          <a:ext cx="11068050" cy="3286125"/>
        </p:xfrm>
        <a:graphic>
          <a:graphicData uri="http://schemas.openxmlformats.org/drawingml/2006/table">
            <a:tbl>
              <a:tblPr/>
              <a:tblGrid>
                <a:gridCol w="333375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9616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实践问题</a:t>
                      </a:r>
                      <a:endParaRPr sz="1875" b="1">
                        <a:solidFill>
                          <a:srgbClr val="59616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T w="9525">
                      <a:solidFill>
                        <a:srgbClr val="E6E8EC"/>
                      </a:solidFill>
                      <a:prstDash val="solid"/>
                    </a:lnT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9616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处理方法</a:t>
                      </a:r>
                      <a:endParaRPr sz="1875" b="1">
                        <a:solidFill>
                          <a:srgbClr val="59616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T w="9525">
                      <a:solidFill>
                        <a:srgbClr val="E6E8EC"/>
                      </a:solidFill>
                      <a:prstDash val="solid"/>
                    </a:lnT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A719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条款切断</a:t>
                      </a:r>
                      <a:endParaRPr sz="2250" b="1">
                        <a:solidFill>
                          <a:srgbClr val="A719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6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调整分块，保留上下文</a:t>
                      </a:r>
                      <a:endParaRPr sz="2250" b="0">
                        <a:solidFill>
                          <a:srgbClr val="2026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A719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关键证据靠后</a:t>
                      </a:r>
                      <a:endParaRPr sz="2250" b="1">
                        <a:solidFill>
                          <a:srgbClr val="A719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6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Top-5 重排，关键条款从第 4 到第 1</a:t>
                      </a:r>
                      <a:endParaRPr sz="2250" b="0">
                        <a:solidFill>
                          <a:srgbClr val="2026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A719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回答差异难判断</a:t>
                      </a:r>
                      <a:endParaRPr sz="2250" b="1">
                        <a:solidFill>
                          <a:srgbClr val="A719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6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回查原文，核对条件与引用</a:t>
                      </a:r>
                      <a:endParaRPr sz="2250" b="0">
                        <a:solidFill>
                          <a:srgbClr val="2026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752475" y="5857875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证据完整性与答案核验同样重要</a:t>
            </a:r>
            <a:endParaRPr sz="225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188720"/>
            <a:ext cx="45720" cy="1627632"/>
          </a:xfrm>
          <a:prstGeom prst="rect">
            <a:avLst/>
          </a:prstGeom>
          <a:solidFill>
            <a:srgbClr val="A7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704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260">
                <a:solidFill>
                  <a:srgbClr val="59616B"/>
                </a:solidFill>
                <a:latin typeface="微软雅黑" panose="020B0503020204020204" charset="-122"/>
              </a:rPr>
              <a:t>THANKS FOR YOUR TIME</a:t>
            </a:r>
            <a:endParaRPr sz="1000" b="0" spc="26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4672" y="1444752"/>
            <a:ext cx="877824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0" b="1" spc="120">
                <a:solidFill>
                  <a:srgbClr val="A71930"/>
                </a:solidFill>
                <a:latin typeface="微软雅黑" panose="020B0503020204020204" charset="-122"/>
              </a:rPr>
              <a:t>谢谢大家</a:t>
            </a:r>
            <a:endParaRPr sz="6200" b="1" spc="12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2505456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spc="40">
                <a:solidFill>
                  <a:srgbClr val="59616B"/>
                </a:solidFill>
                <a:latin typeface="微软雅黑" panose="020B0503020204020204" charset="-122"/>
              </a:rPr>
              <a:t>请老师与同学批评指正，欢迎提问</a:t>
            </a:r>
            <a:endParaRPr sz="1500" b="0" spc="4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3054096"/>
            <a:ext cx="11055096" cy="10972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1868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A71930"/>
                </a:solidFill>
                <a:latin typeface="微软雅黑" panose="020B0503020204020204" charset="-122"/>
              </a:rPr>
              <a:t>汇 报 小 组</a:t>
            </a:r>
            <a:endParaRPr sz="900" b="1" spc="14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34564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40">
                <a:solidFill>
                  <a:srgbClr val="20262E"/>
                </a:solidFill>
                <a:latin typeface="微软雅黑" panose="020B0503020204020204" charset="-122"/>
              </a:rPr>
              <a:t>聂豪贤</a:t>
            </a:r>
            <a:r>
              <a:rPr sz="1300" b="0" spc="40">
                <a:solidFill>
                  <a:srgbClr val="59616B"/>
                </a:solidFill>
                <a:latin typeface="微软雅黑" panose="020B0503020204020204" charset="-122"/>
              </a:rPr>
              <a:t>　　</a:t>
            </a:r>
            <a:r>
              <a:rPr sz="1300" b="1" spc="40">
                <a:solidFill>
                  <a:srgbClr val="20262E"/>
                </a:solidFill>
                <a:latin typeface="微软雅黑" panose="020B0503020204020204" charset="-122"/>
              </a:rPr>
              <a:t>陈钊强</a:t>
            </a:r>
            <a:r>
              <a:rPr sz="1300" b="0" spc="40">
                <a:solidFill>
                  <a:srgbClr val="59616B"/>
                </a:solidFill>
                <a:latin typeface="微软雅黑" panose="020B0503020204020204" charset="-122"/>
              </a:rPr>
              <a:t>　　</a:t>
            </a:r>
            <a:r>
              <a:rPr sz="1300" b="1" spc="40">
                <a:solidFill>
                  <a:srgbClr val="20262E"/>
                </a:solidFill>
                <a:latin typeface="微软雅黑" panose="020B0503020204020204" charset="-122"/>
              </a:rPr>
              <a:t>马宏志</a:t>
            </a:r>
            <a:r>
              <a:rPr sz="1300" b="0" spc="40">
                <a:solidFill>
                  <a:srgbClr val="59616B"/>
                </a:solidFill>
                <a:latin typeface="微软雅黑" panose="020B0503020204020204" charset="-122"/>
              </a:rPr>
              <a:t>　　</a:t>
            </a:r>
            <a:r>
              <a:rPr sz="1300" b="1" spc="40">
                <a:solidFill>
                  <a:srgbClr val="20262E"/>
                </a:solidFill>
                <a:latin typeface="微软雅黑" panose="020B0503020204020204" charset="-122"/>
              </a:rPr>
              <a:t>黄毕宁</a:t>
            </a:r>
            <a:endParaRPr sz="1300" b="1" spc="40">
              <a:solidFill>
                <a:srgbClr val="20262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0" y="3474720"/>
            <a:ext cx="4032504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altLang="en-US" sz="950" b="0" spc="80" dirty="0">
                <a:solidFill>
                  <a:srgbClr val="8A919B"/>
                </a:solidFill>
                <a:latin typeface="微软雅黑" panose="020B0503020204020204" charset="-122"/>
              </a:rPr>
              <a:t>大数据与</a:t>
            </a:r>
            <a:r>
              <a:rPr sz="950" b="0" spc="80" dirty="0" err="1">
                <a:solidFill>
                  <a:srgbClr val="8A919B"/>
                </a:solidFill>
                <a:latin typeface="微软雅黑" panose="020B0503020204020204" charset="-122"/>
              </a:rPr>
              <a:t>人工智能课程</a:t>
            </a:r>
            <a:r>
              <a:rPr sz="950" b="0" spc="80" dirty="0">
                <a:solidFill>
                  <a:srgbClr val="8A919B"/>
                </a:solidFill>
                <a:latin typeface="微软雅黑" panose="020B0503020204020204" charset="-122"/>
              </a:rPr>
              <a:t> · 2026</a:t>
            </a:r>
            <a:endParaRPr sz="950" b="0" spc="80" dirty="0">
              <a:solidFill>
                <a:srgbClr val="8A919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0720" y="4224528"/>
            <a:ext cx="5760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0" b="1" spc="40">
                <a:solidFill>
                  <a:srgbClr val="EFF1F4"/>
                </a:solidFill>
                <a:latin typeface="微软雅黑" panose="020B0503020204020204" charset="-122"/>
              </a:rPr>
              <a:t>Q &amp; A</a:t>
            </a:r>
            <a:endParaRPr sz="10800" b="1" spc="40">
              <a:solidFill>
                <a:srgbClr val="EFF1F4"/>
              </a:solidFill>
              <a:latin typeface="微软雅黑" panose="020B0503020204020204" charset="-122"/>
            </a:endParaRPr>
          </a:p>
        </p:txBody>
      </p:sp>
      <p:sp>
        <p:nvSpPr>
          <p:cNvPr id="12" name="page"/>
          <p:cNvSpPr>
            <a:spLocks noGrp="1"/>
          </p:cNvSpPr>
          <p:nvPr/>
        </p:nvSpPr>
        <p:spPr>
          <a:xfrm>
            <a:off x="11334750" y="643890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2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3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4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5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6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7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8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9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0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1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2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3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4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5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6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7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8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9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20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21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22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23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2002</Words>
  <Application>WPS 演示</Application>
  <PresentationFormat>宽屏</PresentationFormat>
  <Paragraphs>191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quote-cjk-patch</vt:lpstr>
      <vt:lpstr>FFont-Family</vt:lpstr>
      <vt:lpstr>Aptos</vt:lpstr>
      <vt:lpstr>Segoe UI</vt:lpstr>
      <vt:lpstr>Arial Unicode MS</vt:lpstr>
      <vt:lpstr>方正清刻本悦宋简体</vt:lpstr>
      <vt:lpstr>HelveticaNeue Regular</vt:lpstr>
      <vt:lpstr>KSOF01BB742D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revision>9</cp:revision>
  <dcterms:created xsi:type="dcterms:W3CDTF">2026-10-21T12:26:00Z</dcterms:created>
  <dcterms:modified xsi:type="dcterms:W3CDTF">2026-10-22T02:39:42Z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D0C496671C714607AC53C803A36D28A0_13</vt:lpwstr>
  </property>
  <property fmtid="{D5CDD505-2E9C-101B-9397-08002B2CF9AE}" pid="3" name="KSOProductBuildVer">
    <vt:lpwstr>2052-12.1.0.29161</vt:lpwstr>
  </property>
</Properties>
</file>