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83c155a4b492f" /><Relationship Type="http://schemas.openxmlformats.org/officeDocument/2006/relationships/extended-properties" Target="/docProps/app.xml" Id="R7bd2bf65b2374753" /><Relationship Type="http://schemas.openxmlformats.org/officeDocument/2006/relationships/officeDocument" Target="/ppt/presentation.xml" Id="R3940cec7c129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358517186447a5"/>
  </p:sldMasterIdLst>
  <p:notesMasterIdLst>
    <p:notesMasterId xmlns:r="http://schemas.openxmlformats.org/officeDocument/2006/relationships" r:id="R3efe6e392b2a4ffd"/>
  </p:notesMasterIdLst>
  <p:sldIdLst>
    <p:sldId xmlns:r="http://schemas.openxmlformats.org/officeDocument/2006/relationships" id="256" r:id="R7780d26c35764c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1a2708ec624e18" /><Relationship Type="http://schemas.openxmlformats.org/officeDocument/2006/relationships/slideMaster" Target="/ppt/slideMasters/slideMaster1.xml" Id="R82358517186447a5" /><Relationship Type="http://schemas.openxmlformats.org/officeDocument/2006/relationships/notesMaster" Target="/ppt/notesMasters/notesMaster1.xml" Id="R3efe6e392b2a4ffd" /><Relationship Type="http://schemas.openxmlformats.org/officeDocument/2006/relationships/presProps" Target="/ppt/presProps.xml" Id="R9cdec624dcdb4e40" /><Relationship Type="http://schemas.openxmlformats.org/officeDocument/2006/relationships/tableStyles" Target="/ppt/tableStyles.xml" Id="R7bdef8af356747e2" /><Relationship Type="http://schemas.openxmlformats.org/officeDocument/2006/relationships/slide" Target="/ppt/slides/slide1.xml" Id="R7780d26c3576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7b087163d6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2ad59a5154901" /><Relationship Type="http://schemas.openxmlformats.org/officeDocument/2006/relationships/notesMaster" Target="/ppt/notesMasters/notesMaster1.xml" Id="R6babd03b28b6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口头总结（约25秒）：我们的实践主要遇到三个问题。第一，短分块会截断申请条件，因此通过分块长度和重叠对照检查证据完整性。第二，关键条款在向量检索中排得靠后，加入重排序后，本例由第四升到第一，进入最终前两条证据。第三，回答文字有变化并不代表更正确，我们回到原文核对条件和引用。我们的体会是，证据完整性与答案核验同样重要。</a:t>
            </a:r>
          </a:p>
          <a:p xmlns:a="http://schemas.openxmlformats.org/drawingml/2006/main">
            <a:r>
              <a:t>依据：用户提供的RAG演示PPT.pptx（2026-10-22当前版本），第6至9页，尤其第7页Top-5排序案例及第8、9页80/10与380/60切分对照。结论限于演示案例，不声称较长分块或重排序普遍更好。不引用历史0.5B自编题集数据。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9a6fff3994c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60a4049a64d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3138038c648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c280f67db40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ad944721044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32f22346643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B4A43D-6BED-4C47-8D69-41208CC85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C82BA7-DA8D-4C89-9A72-57BDE0A3B6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25F1EC-28AB-4D8A-9A78-87342829C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3B40C6-0573-4E4B-A6EC-12FCF2762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039F10-B795-4AD5-AE58-5B9F5D68CC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CEE468-8B1E-4964-8DB4-E7E90CD30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F522A0-189C-45B0-B583-6D554CA780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367272-6286-4A2B-8B4A-7D3704837C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CA2DE2-E747-475E-A065-BED20B3EC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C164B7-293C-4C80-839B-CDFD49708E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31a060a253402a" /><Relationship Type="http://schemas.openxmlformats.org/officeDocument/2006/relationships/slideLayout" Target="/ppt/slideLayouts/slideLayout1.xml" Id="R5530a957bab24408" /><Relationship Type="http://schemas.openxmlformats.org/officeDocument/2006/relationships/slideLayout" Target="/ppt/slideLayouts/slideLayout2.xml" Id="R751aae4eae0e4201" /><Relationship Type="http://schemas.openxmlformats.org/officeDocument/2006/relationships/slideLayout" Target="/ppt/slideLayouts/slideLayout3.xml" Id="R747f014aec514393" /><Relationship Type="http://schemas.openxmlformats.org/officeDocument/2006/relationships/slideLayout" Target="/ppt/slideLayouts/slideLayout4.xml" Id="R7580ea02356e4741" /><Relationship Type="http://schemas.openxmlformats.org/officeDocument/2006/relationships/slideLayout" Target="/ppt/slideLayouts/slideLayout5.xml" Id="R4442adee2487411c" /><Relationship Type="http://schemas.openxmlformats.org/officeDocument/2006/relationships/slideLayout" Target="/ppt/slideLayouts/slideLayout6.xml" Id="Re9286009123943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0a957bab24408"/>
    <p:sldLayoutId xmlns:r="http://schemas.openxmlformats.org/officeDocument/2006/relationships" id="2147483650" r:id="R751aae4eae0e4201"/>
    <p:sldLayoutId xmlns:r="http://schemas.openxmlformats.org/officeDocument/2006/relationships" id="2147483651" r:id="R747f014aec514393"/>
    <p:sldLayoutId xmlns:r="http://schemas.openxmlformats.org/officeDocument/2006/relationships" id="2147483652" r:id="R7580ea02356e4741"/>
    <p:sldLayoutId xmlns:r="http://schemas.openxmlformats.org/officeDocument/2006/relationships" id="2147483653" r:id="R4442adee2487411c"/>
    <p:sldLayoutId xmlns:r="http://schemas.openxmlformats.org/officeDocument/2006/relationships" id="2147483654" r:id="Re9286009123943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49d3a9d634b31" /><Relationship Type="http://schemas.openxmlformats.org/officeDocument/2006/relationships/notesSlide" Target="/ppt/notesSlides/notesSlide1.xml" Id="R2d78b97453f84a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E9D7E-2583-4A11-970D-187AC35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1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实践总结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EF0CE-7597-421D-9932-42622ED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遇到的问题与处理方法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9413F-4A49-41CD-80E6-4B945D6F8900}"/>
              </a:ext>
            </a:extLst>
          </p:cNvPr>
          <p:cNvGraphicFramePr/>
          <p:nvPr/>
        </p:nvGraphicFramePr>
        <p:xfrm>
          <a:off xmlns:a="http://schemas.openxmlformats.org/drawingml/2006/main" x="561975" y="2143125"/>
          <a:ext xmlns:a="http://schemas.openxmlformats.org/drawingml/2006/main" cx="11068050" cy="32861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33375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961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实践问题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T w="9525">
                      <a:solidFill>
                        <a:srgbClr val="E6E8EC"/>
                      </a:solidFill>
                      <a:prstDash val="solid"/>
                    </a:lnT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961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处理方法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T w="9525">
                      <a:solidFill>
                        <a:srgbClr val="E6E8EC"/>
                      </a:solidFill>
                      <a:prstDash val="solid"/>
                    </a:lnT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条款切断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调整分块，保留上下文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关键证据靠后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Top-5 重排，关键条款从第 4 到第 1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回答差异难判断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回查原文，核对条件与引用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A9114-947F-4DB2-97BB-10C2182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证据完整性与答案核验同样重要</a:t>
            </a:r>
          </a:p>
        </p:txBody>
      </p:sp>
    </p:spTree>
    <p:extLst>
      <p:ext uri="{BB962C8B-B14F-4D97-AF65-F5344CB8AC3E}">
        <p14:creationId xmlns:p14="http://schemas.microsoft.com/office/powerpoint/2010/main" val="1391704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Presentation</dc:title>
  <dcterms:created xsi:type="dcterms:W3CDTF">2026-10-22T02:30:34.6640000Z</dcterms:created>
  <dcterms:modified xsi:type="dcterms:W3CDTF">2026-10-22T02:30:34.6640000Z</dcterms:modified>
</coreProperties>
</file>