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b99559c8534ade" /><Relationship Type="http://schemas.openxmlformats.org/officeDocument/2006/relationships/extended-properties" Target="/docProps/app.xml" Id="Rb4624f46dcba4ec5" /><Relationship Type="http://schemas.openxmlformats.org/officeDocument/2006/relationships/officeDocument" Target="/ppt/presentation.xml" Id="R29372b5e4c60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8bf7a60b540ac"/>
  </p:sldMasterIdLst>
  <p:notesMasterIdLst>
    <p:notesMasterId xmlns:r="http://schemas.openxmlformats.org/officeDocument/2006/relationships" r:id="R40fe685e055647a3"/>
  </p:notesMasterIdLst>
  <p:sldIdLst>
    <p:sldId xmlns:r="http://schemas.openxmlformats.org/officeDocument/2006/relationships" id="256" r:id="R5d3cf48e97cd46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84c6be707a455a" /><Relationship Type="http://schemas.openxmlformats.org/officeDocument/2006/relationships/slideMaster" Target="/ppt/slideMasters/slideMaster1.xml" Id="Rba98bf7a60b540ac" /><Relationship Type="http://schemas.openxmlformats.org/officeDocument/2006/relationships/notesMaster" Target="/ppt/notesMasters/notesMaster1.xml" Id="R40fe685e055647a3" /><Relationship Type="http://schemas.openxmlformats.org/officeDocument/2006/relationships/presProps" Target="/ppt/presProps.xml" Id="R26f19b1d97df4757" /><Relationship Type="http://schemas.openxmlformats.org/officeDocument/2006/relationships/tableStyles" Target="/ppt/tableStyles.xml" Id="R7dc7d7a098ea4929" /><Relationship Type="http://schemas.openxmlformats.org/officeDocument/2006/relationships/slide" Target="/ppt/slides/slide1.xml" Id="R5d3cf48e97cd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a86461e5b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08fb6c8374ec2" /><Relationship Type="http://schemas.openxmlformats.org/officeDocument/2006/relationships/notesMaster" Target="/ppt/notesMasters/notesMaster1.xml" Id="R2c431a02f7f6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稿（约20至25秒）：我们选取研究生手册中的奖学金评审办法，因为它贴近学生需求，而且申请条件、金额等信息都有明确依据，便于核验答案。资料共六页，整理为二十六条，在原始分块配置下形成二十七个片段。另设置十六道固定测试题，其中十二道有依据，四道资料不足。</a:t>
            </a:r>
          </a:p>
          <a:p xmlns:a="http://schemas.openxmlformats.org/drawingml/2006/main">
            <a:r>
              <a:t>资料来源：用户本地《2026广东工业大学研究生手册》.pdf，印刷页193—198，对应PDF页196—201；左图为PDF第196页原样渲染。范围仅包含广东工业大学研究生奖学金评审办法（广工大规字〔2023〕10号），不含相邻其他办法。</a:t>
            </a:r>
          </a:p>
          <a:p xmlns:a="http://schemas.openxmlformats.org/drawingml/2006/main">
            <a:r>
              <a:t>数据数量依据：本地gdut-rag-coursework/server_scholarship_9b/README.md的“数据及实验边界”及STATUS.md。380／60指380个Unicode字符的切分上限、60字符重叠，条款边界优先。27个片段对应原始配置，不能与80／10实验的65块混用。测试题为依据条款构造的内部题集，参考答案尚未独立复核。此页只介绍数据，不宣称泛化性能或新的测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cded28d7848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8eb6aac3249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6bef52df544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6ae3c140641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e2c11e1974a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1e498786c42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E1196C-8074-4959-B7DB-9EFB073E6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2AE464-AF27-4A1E-BCC3-32DFA0934B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D060E0-C58B-4FCB-9554-1A4505C40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6301F1-AA70-4B81-852F-000644C59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2EF12A-B56F-4D00-8766-4C7EAA87FB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0005A8-7BDF-4E75-989B-BD51DCB1E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F8EB5D-5165-4121-AE17-2918F3F41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702264-86C9-457A-ADE6-61FFB861DE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C8A290-C474-4402-B845-CC5EF16DA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F51C4F-C101-4CA1-A1FA-3E13E00BF5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f3f6e5fe054837" /><Relationship Type="http://schemas.openxmlformats.org/officeDocument/2006/relationships/slideLayout" Target="/ppt/slideLayouts/slideLayout1.xml" Id="R518b73ef7252447a" /><Relationship Type="http://schemas.openxmlformats.org/officeDocument/2006/relationships/slideLayout" Target="/ppt/slideLayouts/slideLayout2.xml" Id="Rf72a82d99dfb4a41" /><Relationship Type="http://schemas.openxmlformats.org/officeDocument/2006/relationships/slideLayout" Target="/ppt/slideLayouts/slideLayout3.xml" Id="R2a5c743b8e2e4a20" /><Relationship Type="http://schemas.openxmlformats.org/officeDocument/2006/relationships/slideLayout" Target="/ppt/slideLayouts/slideLayout4.xml" Id="Rc744c4f109134905" /><Relationship Type="http://schemas.openxmlformats.org/officeDocument/2006/relationships/slideLayout" Target="/ppt/slideLayouts/slideLayout5.xml" Id="R9108f1e895e54830" /><Relationship Type="http://schemas.openxmlformats.org/officeDocument/2006/relationships/slideLayout" Target="/ppt/slideLayouts/slideLayout6.xml" Id="R37b1292e7bb745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b73ef7252447a"/>
    <p:sldLayoutId xmlns:r="http://schemas.openxmlformats.org/officeDocument/2006/relationships" id="2147483650" r:id="Rf72a82d99dfb4a41"/>
    <p:sldLayoutId xmlns:r="http://schemas.openxmlformats.org/officeDocument/2006/relationships" id="2147483651" r:id="R2a5c743b8e2e4a20"/>
    <p:sldLayoutId xmlns:r="http://schemas.openxmlformats.org/officeDocument/2006/relationships" id="2147483652" r:id="Rc744c4f109134905"/>
    <p:sldLayoutId xmlns:r="http://schemas.openxmlformats.org/officeDocument/2006/relationships" id="2147483653" r:id="R9108f1e895e54830"/>
    <p:sldLayoutId xmlns:r="http://schemas.openxmlformats.org/officeDocument/2006/relationships" id="2147483654" r:id="R37b1292e7bb745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9aa35cd0645bf" /><Relationship Type="http://schemas.openxmlformats.org/officeDocument/2006/relationships/image" Target="/ppt/media/image.png" Id="R3e567978faf041f3" /><Relationship Type="http://schemas.openxmlformats.org/officeDocument/2006/relationships/notesSlide" Target="/ppt/notesSlides/notesSlide1.xml" Id="R58d01601f7c24b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8FDA4-641A-4648-8DC2-A65D552D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数据来源与选取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BF440-AD72-469E-A20F-34F7478E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《2026广东工业大学研究生手册》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A78C1-2C82-4C49-A343-220A29079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67978faf041f3"/>
          <a:stretch xmlns:a="http://schemas.openxmlformats.org/drawingml/2006/main"/>
        </p:blipFill>
        <p:spPr>
          <a:xfrm xmlns:a="http://schemas.openxmlformats.org/drawingml/2006/main">
            <a:off x="571500" y="1602927"/>
            <a:ext cx="3095625" cy="43760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933C9-38DE-4917-88F3-E3AF807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原文示例：印刷页 193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ACD4E-8D2E-4E51-B93C-411D5866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选取范围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723F4-EC5C-402C-8988-7978A2AE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研究生奖学金评审办法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51702-09D2-4B2C-B2F5-CEA66575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17752-F53C-473B-BEAA-1948EA2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57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DE835-5DED-4C0B-B9F4-AF5A00C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1AB45-8D39-4A57-B1D3-F402531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38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页原文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6618B-A510-4E8F-BA8F-C376D630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38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条条款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9826F-5880-4053-A3F0-821A3889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个片段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CF554-6BA9-4261-A019-FA9491A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4A010-690A-4C57-87DF-7620461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289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C3BE8-D470-405E-AE10-A5D0A273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印刷页 193—198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D85EB-EB4E-4FB7-AD80-8B1C14CF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57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原始配置 380／60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F523F-4E59-470E-89A2-44CD232C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053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选取理由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DE5E0-83B2-4D8D-A654-57237A21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720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贴近学生需求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2C304-C3DF-47EC-9FBD-9A873F2F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720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条款边界明确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14800-0C24-4920-8F1C-454307A5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72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答案可回查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1C4D7-2F80-43AE-854B-10FE9E2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436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固定测试 16 题：12 题有依据，4 题资料不足</a:t>
            </a:r>
          </a:p>
        </p:txBody>
      </p:sp>
    </p:spTree>
    <p:extLst>
      <p:ext uri="{BB962C8B-B14F-4D97-AF65-F5344CB8AC3E}">
        <p14:creationId xmlns:p14="http://schemas.microsoft.com/office/powerpoint/2010/main" val="373839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Presentation</dc:title>
  <dcterms:created xsi:type="dcterms:W3CDTF">2026-10-22T03:31:14.2360000Z</dcterms:created>
  <dcterms:modified xsi:type="dcterms:W3CDTF">2026-10-22T03:31:14.2360000Z</dcterms:modified>
</coreProperties>
</file>