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50c759e48a4faf" /><Relationship Type="http://schemas.openxmlformats.org/officeDocument/2006/relationships/extended-properties" Target="/docProps/app.xml" Id="R41c705169742430c" /><Relationship Type="http://schemas.openxmlformats.org/officeDocument/2006/relationships/officeDocument" Target="/ppt/presentation.xml" Id="Ra5dc2f80b1ba4e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a1c371c2be452a"/>
  </p:sldMasterIdLst>
  <p:notesMasterIdLst>
    <p:notesMasterId xmlns:r="http://schemas.openxmlformats.org/officeDocument/2006/relationships" r:id="R7d692a60b82745c4"/>
  </p:notesMasterIdLst>
  <p:sldIdLst>
    <p:sldId xmlns:r="http://schemas.openxmlformats.org/officeDocument/2006/relationships" id="256" r:id="Rd9f6a6fc6e0547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7fd7b168b44ee1" /><Relationship Type="http://schemas.openxmlformats.org/officeDocument/2006/relationships/slideMaster" Target="/ppt/slideMasters/slideMaster1.xml" Id="Rc6a1c371c2be452a" /><Relationship Type="http://schemas.openxmlformats.org/officeDocument/2006/relationships/notesMaster" Target="/ppt/notesMasters/notesMaster1.xml" Id="R7d692a60b82745c4" /><Relationship Type="http://schemas.openxmlformats.org/officeDocument/2006/relationships/presProps" Target="/ppt/presProps.xml" Id="Rd1c90689f29048c3" /><Relationship Type="http://schemas.openxmlformats.org/officeDocument/2006/relationships/tableStyles" Target="/ppt/tableStyles.xml" Id="R0e971bda24c14286" /><Relationship Type="http://schemas.openxmlformats.org/officeDocument/2006/relationships/slide" Target="/ppt/slides/slide1.xml" Id="Rd9f6a6fc6e0547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84f798dbb649a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0e873031ccc4f6a" /><Relationship Type="http://schemas.openxmlformats.org/officeDocument/2006/relationships/notesMaster" Target="/ppt/notesMasters/notesMaster1.xml" Id="R85ddcd20f625446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讲稿（约40秒，按实际排练调整）：我们的项目面向学业奖学金条款问答。大模型可能存在知识滞后、不了解私有资料，以及生成错误内容的问题。RAG通过先检索条款再回答，让资料可以更新，回答依据可以回查。本组完成了Top-5向量召回与Cross-Encoder重排，并做了切块对照和答案核验。接下来介绍系统流程与技术原理。</a:t>
            </a:r>
          </a:p>
          <a:p xmlns:a="http://schemas.openxmlformats.org/drawingml/2006/main">
            <a:r>
              <a:t>事实依据：用户提供的 RAG演示PPT.pptx，第7至10页；本页不引入旧仓库自编题集的数据与指标。</a:t>
            </a:r>
          </a:p>
          <a:p xmlns:a="http://schemas.openxmlformats.org/drawingml/2006/main">
            <a:r>
              <a:t>图像：本次使用AI生成的概念示意图，不代表实验截图或性能证据。图中勾号表示核验目标，不表示RAG能保证答案正确。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a56324e07e40f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dbfb16d54740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9a09e12214f8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cd65648ff4455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c2cbac444412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baaa1d14849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0372517-0EFD-4C62-95FA-73EEDB63FA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050EFB2-7F41-4583-A592-7681C2D029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3C5978-DE79-478A-BC56-E5CA46363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15B9B0F-E2F7-497E-89ED-310E3BEA49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4FB5747-5874-4032-BEA8-664A53EC6C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964BAF7-428A-4A7C-B6F9-C54136DBFC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E71FC0-786D-4DD1-8943-8D95313299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5B1907F-1321-486F-80F3-959352255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3834E7-5EB6-4048-8B2E-1A9FC57F9C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7F82D1-4B6D-477D-A20C-0557759D45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230e4174404faa" /><Relationship Type="http://schemas.openxmlformats.org/officeDocument/2006/relationships/slideLayout" Target="/ppt/slideLayouts/slideLayout1.xml" Id="Rb1d49012c9a14060" /><Relationship Type="http://schemas.openxmlformats.org/officeDocument/2006/relationships/slideLayout" Target="/ppt/slideLayouts/slideLayout2.xml" Id="R89ac87bf611d4f99" /><Relationship Type="http://schemas.openxmlformats.org/officeDocument/2006/relationships/slideLayout" Target="/ppt/slideLayouts/slideLayout3.xml" Id="R2999860cbe514534" /><Relationship Type="http://schemas.openxmlformats.org/officeDocument/2006/relationships/slideLayout" Target="/ppt/slideLayouts/slideLayout4.xml" Id="R0a3c83ae33824608" /><Relationship Type="http://schemas.openxmlformats.org/officeDocument/2006/relationships/slideLayout" Target="/ppt/slideLayouts/slideLayout5.xml" Id="Re5addd3cd54c4041" /><Relationship Type="http://schemas.openxmlformats.org/officeDocument/2006/relationships/slideLayout" Target="/ppt/slideLayouts/slideLayout6.xml" Id="R3bea5c92b9c64c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d49012c9a14060"/>
    <p:sldLayoutId xmlns:r="http://schemas.openxmlformats.org/officeDocument/2006/relationships" id="2147483650" r:id="R89ac87bf611d4f99"/>
    <p:sldLayoutId xmlns:r="http://schemas.openxmlformats.org/officeDocument/2006/relationships" id="2147483651" r:id="R2999860cbe514534"/>
    <p:sldLayoutId xmlns:r="http://schemas.openxmlformats.org/officeDocument/2006/relationships" id="2147483652" r:id="R0a3c83ae33824608"/>
    <p:sldLayoutId xmlns:r="http://schemas.openxmlformats.org/officeDocument/2006/relationships" id="2147483653" r:id="Re5addd3cd54c4041"/>
    <p:sldLayoutId xmlns:r="http://schemas.openxmlformats.org/officeDocument/2006/relationships" id="2147483654" r:id="R3bea5c92b9c64c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93c3774a64b18" /><Relationship Type="http://schemas.openxmlformats.org/officeDocument/2006/relationships/image" Target="/ppt/media/image.png" Id="Rc8eb5cecfe9a4050" /><Relationship Type="http://schemas.openxmlformats.org/officeDocument/2006/relationships/notesSlide" Target="/ppt/notesSlides/notesSlide1.xml" Id="R263f0a5beaca46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EB2A2D-2C48-4458-A7E1-E34EA118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81000"/>
            <a:ext cx="11029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项目背景与本组工作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4A370-2368-40D6-A5EE-DF27D6C68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76325"/>
            <a:ext cx="110299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应用场景：学业奖学金条款问答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C077E-F1CD-47B8-9EF2-96CDF1F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933575"/>
            <a:ext cx="276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项目背景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CC1D7-2504-413B-85D8-E1D2E4EC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33575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RAG 核心价值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038A5-E625-4275-A101-F7BDC587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33575"/>
            <a:ext cx="35814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A71930"/>
                </a:solidFill>
                <a:latin typeface="微软雅黑"/>
                <a:ea typeface="微软雅黑"/>
                <a:cs typeface="微软雅黑"/>
              </a:rPr>
              <a:t>本组完成工作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79848-CECA-406C-B23F-B13AEF7D7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b5cecfe9a4050"/>
          <a:stretch xmlns:a="http://schemas.openxmlformats.org/drawingml/2006/main"/>
        </p:blipFill>
        <p:spPr>
          <a:xfrm xmlns:a="http://schemas.openxmlformats.org/drawingml/2006/main">
            <a:off x="285750" y="2382838"/>
            <a:ext cx="11620500" cy="3873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C44B50-9600-46B4-9562-F1609C1F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542925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知识滞后　缺少私有资料</a:t>
            </a:r>
          </a:p>
          <a:p xmlns:a="http://schemas.openxmlformats.org/drawingml/2006/main">
            <a:pPr algn="ctr">
              <a:def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9616B"/>
                </a:solidFill>
                <a:latin typeface="微软雅黑"/>
                <a:ea typeface="微软雅黑"/>
                <a:cs typeface="微软雅黑"/>
              </a:rPr>
              <a:t>回答可能产生幻觉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19772-9273-44D3-AC05-EA92BC0B1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429250"/>
            <a:ext cx="39624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先查条款，再作答</a:t>
            </a:r>
          </a:p>
          <a:p xmlns:a="http://schemas.openxmlformats.org/drawingml/2006/main">
            <a: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资料可更新　依据可核对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4C994-E330-4502-9AA9-6AC674EFE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5429250"/>
            <a:ext cx="37719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Top-5 召回与重排</a:t>
            </a:r>
          </a:p>
          <a:p xmlns:a="http://schemas.openxmlformats.org/drawingml/2006/main">
            <a:pPr algn="ctr">
              <a:def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0262E"/>
                </a:solidFill>
                <a:latin typeface="微软雅黑"/>
                <a:ea typeface="微软雅黑"/>
                <a:cs typeface="微软雅黑"/>
              </a:rPr>
              <a:t>切块对照　答案核验</a:t>
            </a:r>
          </a:p>
        </p:txBody>
      </p:sp>
    </p:spTree>
    <p:extLst>
      <p:ext uri="{BB962C8B-B14F-4D97-AF65-F5344CB8AC3E}">
        <p14:creationId xmlns:p14="http://schemas.microsoft.com/office/powerpoint/2010/main" val="18462433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title>Presentation</dc:title>
  <dcterms:created xsi:type="dcterms:W3CDTF">2026-10-22T02:10:31.1390000Z</dcterms:created>
  <dcterms:modified xsi:type="dcterms:W3CDTF">2026-10-22T02:10:31.1390000Z</dcterms:modified>
</coreProperties>
</file>